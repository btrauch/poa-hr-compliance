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71" r:id="rId6"/>
  </p:sldMasterIdLst>
  <p:notesMasterIdLst>
    <p:notesMasterId r:id="rId56"/>
  </p:notesMasterIdLst>
  <p:sldIdLst>
    <p:sldId id="257" r:id="rId7"/>
    <p:sldId id="263" r:id="rId8"/>
    <p:sldId id="264" r:id="rId9"/>
    <p:sldId id="265" r:id="rId10"/>
    <p:sldId id="287" r:id="rId11"/>
    <p:sldId id="266" r:id="rId12"/>
    <p:sldId id="267" r:id="rId13"/>
    <p:sldId id="268" r:id="rId14"/>
    <p:sldId id="269" r:id="rId15"/>
    <p:sldId id="307" r:id="rId16"/>
    <p:sldId id="306" r:id="rId17"/>
    <p:sldId id="308" r:id="rId18"/>
    <p:sldId id="309" r:id="rId19"/>
    <p:sldId id="310" r:id="rId20"/>
    <p:sldId id="270" r:id="rId21"/>
    <p:sldId id="272" r:id="rId22"/>
    <p:sldId id="293" r:id="rId23"/>
    <p:sldId id="333" r:id="rId24"/>
    <p:sldId id="335" r:id="rId25"/>
    <p:sldId id="337" r:id="rId26"/>
    <p:sldId id="338" r:id="rId27"/>
    <p:sldId id="295" r:id="rId28"/>
    <p:sldId id="336" r:id="rId29"/>
    <p:sldId id="303" r:id="rId30"/>
    <p:sldId id="304" r:id="rId31"/>
    <p:sldId id="305" r:id="rId32"/>
    <p:sldId id="273" r:id="rId33"/>
    <p:sldId id="274" r:id="rId34"/>
    <p:sldId id="275" r:id="rId35"/>
    <p:sldId id="284" r:id="rId36"/>
    <p:sldId id="285" r:id="rId37"/>
    <p:sldId id="276" r:id="rId38"/>
    <p:sldId id="279" r:id="rId39"/>
    <p:sldId id="317" r:id="rId40"/>
    <p:sldId id="311" r:id="rId41"/>
    <p:sldId id="297" r:id="rId42"/>
    <p:sldId id="319" r:id="rId43"/>
    <p:sldId id="320" r:id="rId44"/>
    <p:sldId id="321" r:id="rId45"/>
    <p:sldId id="322" r:id="rId46"/>
    <p:sldId id="323" r:id="rId47"/>
    <p:sldId id="324" r:id="rId48"/>
    <p:sldId id="330" r:id="rId49"/>
    <p:sldId id="332" r:id="rId50"/>
    <p:sldId id="325" r:id="rId51"/>
    <p:sldId id="326" r:id="rId52"/>
    <p:sldId id="328" r:id="rId53"/>
    <p:sldId id="329" r:id="rId54"/>
    <p:sldId id="283" r:id="rId5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C07"/>
    <a:srgbClr val="FDB300"/>
    <a:srgbClr val="DFB76F"/>
    <a:srgbClr val="DEAE58"/>
    <a:srgbClr val="5FACB9"/>
    <a:srgbClr val="F8A15A"/>
    <a:srgbClr val="FCCFAA"/>
    <a:srgbClr val="00B2D0"/>
    <a:srgbClr val="00C9DA"/>
    <a:srgbClr val="8BCB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601241-4D32-4A60-887B-6EB693D59379}" v="25" dt="2023-03-22T08:10:23.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542" autoAdjust="0"/>
  </p:normalViewPr>
  <p:slideViewPr>
    <p:cSldViewPr snapToGrid="0">
      <p:cViewPr varScale="1">
        <p:scale>
          <a:sx n="97" d="100"/>
          <a:sy n="97" d="100"/>
        </p:scale>
        <p:origin x="1046" y="43"/>
      </p:cViewPr>
      <p:guideLst>
        <p:guide orient="horz" pos="162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6/11/relationships/changesInfo" Target="changesInfos/changesInfo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presProps" Target="pres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Martin" userId="04f63225-1d27-46ab-9c7c-1c8b513bed32" providerId="ADAL" clId="{16493A9B-B64C-4B39-8122-137BDDD5D03F}"/>
    <pc:docChg chg="undo redo custSel addSld delSld modSld sldOrd">
      <pc:chgData name="Danielle Martin" userId="04f63225-1d27-46ab-9c7c-1c8b513bed32" providerId="ADAL" clId="{16493A9B-B64C-4B39-8122-137BDDD5D03F}" dt="2022-10-12T11:14:48.753" v="3600" actId="20577"/>
      <pc:docMkLst>
        <pc:docMk/>
      </pc:docMkLst>
      <pc:sldChg chg="modSp mod">
        <pc:chgData name="Danielle Martin" userId="04f63225-1d27-46ab-9c7c-1c8b513bed32" providerId="ADAL" clId="{16493A9B-B64C-4B39-8122-137BDDD5D03F}" dt="2022-10-12T01:13:33.281" v="3573" actId="6549"/>
        <pc:sldMkLst>
          <pc:docMk/>
          <pc:sldMk cId="3963571660" sldId="257"/>
        </pc:sldMkLst>
        <pc:spChg chg="mod">
          <ac:chgData name="Danielle Martin" userId="04f63225-1d27-46ab-9c7c-1c8b513bed32" providerId="ADAL" clId="{16493A9B-B64C-4B39-8122-137BDDD5D03F}" dt="2022-10-12T01:13:33.281" v="3573" actId="6549"/>
          <ac:spMkLst>
            <pc:docMk/>
            <pc:sldMk cId="3963571660" sldId="257"/>
            <ac:spMk id="2" creationId="{00000000-0000-0000-0000-000000000000}"/>
          </ac:spMkLst>
        </pc:spChg>
      </pc:sldChg>
      <pc:sldChg chg="modSp mod modNotesTx">
        <pc:chgData name="Danielle Martin" userId="04f63225-1d27-46ab-9c7c-1c8b513bed32" providerId="ADAL" clId="{16493A9B-B64C-4B39-8122-137BDDD5D03F}" dt="2022-10-11T23:20:31.585" v="202"/>
        <pc:sldMkLst>
          <pc:docMk/>
          <pc:sldMk cId="3368432275" sldId="266"/>
        </pc:sldMkLst>
        <pc:spChg chg="mod">
          <ac:chgData name="Danielle Martin" userId="04f63225-1d27-46ab-9c7c-1c8b513bed32" providerId="ADAL" clId="{16493A9B-B64C-4B39-8122-137BDDD5D03F}" dt="2022-10-11T23:20:31.585" v="202"/>
          <ac:spMkLst>
            <pc:docMk/>
            <pc:sldMk cId="3368432275" sldId="266"/>
            <ac:spMk id="200" creationId="{00000000-0000-0000-0000-000000000000}"/>
          </ac:spMkLst>
        </pc:spChg>
      </pc:sldChg>
      <pc:sldChg chg="modNotesTx">
        <pc:chgData name="Danielle Martin" userId="04f63225-1d27-46ab-9c7c-1c8b513bed32" providerId="ADAL" clId="{16493A9B-B64C-4B39-8122-137BDDD5D03F}" dt="2022-10-12T08:24:50.775" v="3574" actId="20577"/>
        <pc:sldMkLst>
          <pc:docMk/>
          <pc:sldMk cId="2502525383" sldId="267"/>
        </pc:sldMkLst>
      </pc:sldChg>
      <pc:sldChg chg="modSp mod modNotesTx">
        <pc:chgData name="Danielle Martin" userId="04f63225-1d27-46ab-9c7c-1c8b513bed32" providerId="ADAL" clId="{16493A9B-B64C-4B39-8122-137BDDD5D03F}" dt="2022-10-12T08:59:57.082" v="3578" actId="20577"/>
        <pc:sldMkLst>
          <pc:docMk/>
          <pc:sldMk cId="3597516244" sldId="272"/>
        </pc:sldMkLst>
        <pc:spChg chg="mod">
          <ac:chgData name="Danielle Martin" userId="04f63225-1d27-46ab-9c7c-1c8b513bed32" providerId="ADAL" clId="{16493A9B-B64C-4B39-8122-137BDDD5D03F}" dt="2022-10-12T08:59:43.745" v="3577" actId="20577"/>
          <ac:spMkLst>
            <pc:docMk/>
            <pc:sldMk cId="3597516244" sldId="272"/>
            <ac:spMk id="67" creationId="{00000000-0000-0000-0000-000000000000}"/>
          </ac:spMkLst>
        </pc:spChg>
      </pc:sldChg>
      <pc:sldChg chg="modSp mod">
        <pc:chgData name="Danielle Martin" userId="04f63225-1d27-46ab-9c7c-1c8b513bed32" providerId="ADAL" clId="{16493A9B-B64C-4B39-8122-137BDDD5D03F}" dt="2022-10-12T00:06:33.634" v="1348" actId="20577"/>
        <pc:sldMkLst>
          <pc:docMk/>
          <pc:sldMk cId="2934135243" sldId="276"/>
        </pc:sldMkLst>
        <pc:spChg chg="mod">
          <ac:chgData name="Danielle Martin" userId="04f63225-1d27-46ab-9c7c-1c8b513bed32" providerId="ADAL" clId="{16493A9B-B64C-4B39-8122-137BDDD5D03F}" dt="2022-10-12T00:06:00.196" v="1344" actId="1076"/>
          <ac:spMkLst>
            <pc:docMk/>
            <pc:sldMk cId="2934135243" sldId="276"/>
            <ac:spMk id="5" creationId="{00000000-0000-0000-0000-000000000000}"/>
          </ac:spMkLst>
        </pc:spChg>
        <pc:spChg chg="mod">
          <ac:chgData name="Danielle Martin" userId="04f63225-1d27-46ab-9c7c-1c8b513bed32" providerId="ADAL" clId="{16493A9B-B64C-4B39-8122-137BDDD5D03F}" dt="2022-10-12T00:06:33.634" v="1348" actId="20577"/>
          <ac:spMkLst>
            <pc:docMk/>
            <pc:sldMk cId="2934135243" sldId="276"/>
            <ac:spMk id="67" creationId="{00000000-0000-0000-0000-000000000000}"/>
          </ac:spMkLst>
        </pc:spChg>
      </pc:sldChg>
      <pc:sldChg chg="modSp mod">
        <pc:chgData name="Danielle Martin" userId="04f63225-1d27-46ab-9c7c-1c8b513bed32" providerId="ADAL" clId="{16493A9B-B64C-4B39-8122-137BDDD5D03F}" dt="2022-10-11T23:53:20.305" v="895" actId="313"/>
        <pc:sldMkLst>
          <pc:docMk/>
          <pc:sldMk cId="910019463" sldId="279"/>
        </pc:sldMkLst>
        <pc:spChg chg="mod">
          <ac:chgData name="Danielle Martin" userId="04f63225-1d27-46ab-9c7c-1c8b513bed32" providerId="ADAL" clId="{16493A9B-B64C-4B39-8122-137BDDD5D03F}" dt="2022-10-11T23:53:20.305" v="895" actId="313"/>
          <ac:spMkLst>
            <pc:docMk/>
            <pc:sldMk cId="910019463" sldId="279"/>
            <ac:spMk id="101" creationId="{00000000-0000-0000-0000-000000000000}"/>
          </ac:spMkLst>
        </pc:spChg>
      </pc:sldChg>
      <pc:sldChg chg="modNotesTx">
        <pc:chgData name="Danielle Martin" userId="04f63225-1d27-46ab-9c7c-1c8b513bed32" providerId="ADAL" clId="{16493A9B-B64C-4B39-8122-137BDDD5D03F}" dt="2022-10-12T09:01:49.660" v="3591" actId="20577"/>
        <pc:sldMkLst>
          <pc:docMk/>
          <pc:sldMk cId="798250953" sldId="285"/>
        </pc:sldMkLst>
      </pc:sldChg>
      <pc:sldChg chg="modNotesTx">
        <pc:chgData name="Danielle Martin" userId="04f63225-1d27-46ab-9c7c-1c8b513bed32" providerId="ADAL" clId="{16493A9B-B64C-4B39-8122-137BDDD5D03F}" dt="2022-10-12T11:14:48.753" v="3600" actId="20577"/>
        <pc:sldMkLst>
          <pc:docMk/>
          <pc:sldMk cId="1922730267" sldId="287"/>
        </pc:sldMkLst>
      </pc:sldChg>
      <pc:sldChg chg="del">
        <pc:chgData name="Danielle Martin" userId="04f63225-1d27-46ab-9c7c-1c8b513bed32" providerId="ADAL" clId="{16493A9B-B64C-4B39-8122-137BDDD5D03F}" dt="2022-10-12T00:29:15.980" v="1801" actId="47"/>
        <pc:sldMkLst>
          <pc:docMk/>
          <pc:sldMk cId="3085414058" sldId="288"/>
        </pc:sldMkLst>
      </pc:sldChg>
      <pc:sldChg chg="modSp del mod ord">
        <pc:chgData name="Danielle Martin" userId="04f63225-1d27-46ab-9c7c-1c8b513bed32" providerId="ADAL" clId="{16493A9B-B64C-4B39-8122-137BDDD5D03F}" dt="2022-10-12T01:10:39.334" v="3563" actId="47"/>
        <pc:sldMkLst>
          <pc:docMk/>
          <pc:sldMk cId="2540148509" sldId="292"/>
        </pc:sldMkLst>
        <pc:spChg chg="mod">
          <ac:chgData name="Danielle Martin" userId="04f63225-1d27-46ab-9c7c-1c8b513bed32" providerId="ADAL" clId="{16493A9B-B64C-4B39-8122-137BDDD5D03F}" dt="2022-10-12T00:31:15.345" v="1819" actId="6549"/>
          <ac:spMkLst>
            <pc:docMk/>
            <pc:sldMk cId="2540148509" sldId="292"/>
            <ac:spMk id="7" creationId="{00000000-0000-0000-0000-000000000000}"/>
          </ac:spMkLst>
        </pc:spChg>
      </pc:sldChg>
      <pc:sldChg chg="modSp mod">
        <pc:chgData name="Danielle Martin" userId="04f63225-1d27-46ab-9c7c-1c8b513bed32" providerId="ADAL" clId="{16493A9B-B64C-4B39-8122-137BDDD5D03F}" dt="2022-10-12T09:00:10.947" v="3590" actId="6549"/>
        <pc:sldMkLst>
          <pc:docMk/>
          <pc:sldMk cId="241458670" sldId="293"/>
        </pc:sldMkLst>
        <pc:spChg chg="mod">
          <ac:chgData name="Danielle Martin" userId="04f63225-1d27-46ab-9c7c-1c8b513bed32" providerId="ADAL" clId="{16493A9B-B64C-4B39-8122-137BDDD5D03F}" dt="2022-10-12T09:00:10.947" v="3590" actId="6549"/>
          <ac:spMkLst>
            <pc:docMk/>
            <pc:sldMk cId="241458670" sldId="293"/>
            <ac:spMk id="67" creationId="{00000000-0000-0000-0000-000000000000}"/>
          </ac:spMkLst>
        </pc:spChg>
      </pc:sldChg>
      <pc:sldChg chg="del">
        <pc:chgData name="Danielle Martin" userId="04f63225-1d27-46ab-9c7c-1c8b513bed32" providerId="ADAL" clId="{16493A9B-B64C-4B39-8122-137BDDD5D03F}" dt="2022-10-11T22:51:37.634" v="4" actId="47"/>
        <pc:sldMkLst>
          <pc:docMk/>
          <pc:sldMk cId="3381497375" sldId="295"/>
        </pc:sldMkLst>
      </pc:sldChg>
      <pc:sldChg chg="del">
        <pc:chgData name="Danielle Martin" userId="04f63225-1d27-46ab-9c7c-1c8b513bed32" providerId="ADAL" clId="{16493A9B-B64C-4B39-8122-137BDDD5D03F}" dt="2022-10-11T22:51:36.935" v="3" actId="47"/>
        <pc:sldMkLst>
          <pc:docMk/>
          <pc:sldMk cId="394311324" sldId="296"/>
        </pc:sldMkLst>
      </pc:sldChg>
      <pc:sldChg chg="addSp delSp modSp add del mod ord modNotesTx">
        <pc:chgData name="Danielle Martin" userId="04f63225-1d27-46ab-9c7c-1c8b513bed32" providerId="ADAL" clId="{16493A9B-B64C-4B39-8122-137BDDD5D03F}" dt="2022-10-12T00:31:57.762" v="1822"/>
        <pc:sldMkLst>
          <pc:docMk/>
          <pc:sldMk cId="2743023188" sldId="297"/>
        </pc:sldMkLst>
        <pc:spChg chg="add del mod">
          <ac:chgData name="Danielle Martin" userId="04f63225-1d27-46ab-9c7c-1c8b513bed32" providerId="ADAL" clId="{16493A9B-B64C-4B39-8122-137BDDD5D03F}" dt="2022-10-11T23:27:48.914" v="220" actId="478"/>
          <ac:spMkLst>
            <pc:docMk/>
            <pc:sldMk cId="2743023188" sldId="297"/>
            <ac:spMk id="3" creationId="{7FC0ED51-7CEB-04A4-ACD3-3BEEB2BBDB6A}"/>
          </ac:spMkLst>
        </pc:spChg>
        <pc:spChg chg="add del mod">
          <ac:chgData name="Danielle Martin" userId="04f63225-1d27-46ab-9c7c-1c8b513bed32" providerId="ADAL" clId="{16493A9B-B64C-4B39-8122-137BDDD5D03F}" dt="2022-10-11T23:27:55.939" v="222" actId="478"/>
          <ac:spMkLst>
            <pc:docMk/>
            <pc:sldMk cId="2743023188" sldId="297"/>
            <ac:spMk id="5" creationId="{2E036B86-948C-A6A1-F9DD-ED7B594713C0}"/>
          </ac:spMkLst>
        </pc:spChg>
        <pc:spChg chg="mod">
          <ac:chgData name="Danielle Martin" userId="04f63225-1d27-46ab-9c7c-1c8b513bed32" providerId="ADAL" clId="{16493A9B-B64C-4B39-8122-137BDDD5D03F}" dt="2022-10-12T00:07:08.047" v="1354"/>
          <ac:spMkLst>
            <pc:docMk/>
            <pc:sldMk cId="2743023188" sldId="297"/>
            <ac:spMk id="6" creationId="{00000000-0000-0000-0000-000000000000}"/>
          </ac:spMkLst>
        </pc:spChg>
        <pc:spChg chg="mod">
          <ac:chgData name="Danielle Martin" userId="04f63225-1d27-46ab-9c7c-1c8b513bed32" providerId="ADAL" clId="{16493A9B-B64C-4B39-8122-137BDDD5D03F}" dt="2022-10-12T00:30:37.597" v="1811" actId="207"/>
          <ac:spMkLst>
            <pc:docMk/>
            <pc:sldMk cId="2743023188" sldId="297"/>
            <ac:spMk id="7" creationId="{00000000-0000-0000-0000-000000000000}"/>
          </ac:spMkLst>
        </pc:spChg>
        <pc:spChg chg="del">
          <ac:chgData name="Danielle Martin" userId="04f63225-1d27-46ab-9c7c-1c8b513bed32" providerId="ADAL" clId="{16493A9B-B64C-4B39-8122-137BDDD5D03F}" dt="2022-10-11T23:27:44.574" v="219" actId="478"/>
          <ac:spMkLst>
            <pc:docMk/>
            <pc:sldMk cId="2743023188" sldId="297"/>
            <ac:spMk id="8" creationId="{6DE1FA37-C451-4D7A-923C-DE79E70C2821}"/>
          </ac:spMkLst>
        </pc:spChg>
        <pc:spChg chg="del">
          <ac:chgData name="Danielle Martin" userId="04f63225-1d27-46ab-9c7c-1c8b513bed32" providerId="ADAL" clId="{16493A9B-B64C-4B39-8122-137BDDD5D03F}" dt="2022-10-11T23:27:51.642" v="221" actId="478"/>
          <ac:spMkLst>
            <pc:docMk/>
            <pc:sldMk cId="2743023188" sldId="297"/>
            <ac:spMk id="9" creationId="{E68B9885-F7AA-4B4B-B4FF-A2D9076CC8EF}"/>
          </ac:spMkLst>
        </pc:spChg>
        <pc:spChg chg="del">
          <ac:chgData name="Danielle Martin" userId="04f63225-1d27-46ab-9c7c-1c8b513bed32" providerId="ADAL" clId="{16493A9B-B64C-4B39-8122-137BDDD5D03F}" dt="2022-10-11T23:27:35.059" v="217" actId="478"/>
          <ac:spMkLst>
            <pc:docMk/>
            <pc:sldMk cId="2743023188" sldId="297"/>
            <ac:spMk id="10" creationId="{8BF99220-8DB3-4821-93EB-01466DC68747}"/>
          </ac:spMkLst>
        </pc:spChg>
        <pc:spChg chg="del">
          <ac:chgData name="Danielle Martin" userId="04f63225-1d27-46ab-9c7c-1c8b513bed32" providerId="ADAL" clId="{16493A9B-B64C-4B39-8122-137BDDD5D03F}" dt="2022-10-11T23:27:24.218" v="215" actId="478"/>
          <ac:spMkLst>
            <pc:docMk/>
            <pc:sldMk cId="2743023188" sldId="297"/>
            <ac:spMk id="11" creationId="{052B5B67-DF82-4C33-B79C-8BDB4B40A9BE}"/>
          </ac:spMkLst>
        </pc:spChg>
        <pc:spChg chg="add mod">
          <ac:chgData name="Danielle Martin" userId="04f63225-1d27-46ab-9c7c-1c8b513bed32" providerId="ADAL" clId="{16493A9B-B64C-4B39-8122-137BDDD5D03F}" dt="2022-10-11T23:42:30.924" v="487" actId="20577"/>
          <ac:spMkLst>
            <pc:docMk/>
            <pc:sldMk cId="2743023188" sldId="297"/>
            <ac:spMk id="12" creationId="{BB5BEF00-8BA9-4959-8E2C-6C0CCFD01D00}"/>
          </ac:spMkLst>
        </pc:spChg>
      </pc:sldChg>
      <pc:sldChg chg="add del">
        <pc:chgData name="Danielle Martin" userId="04f63225-1d27-46ab-9c7c-1c8b513bed32" providerId="ADAL" clId="{16493A9B-B64C-4B39-8122-137BDDD5D03F}" dt="2022-10-11T23:28:08.387" v="225" actId="47"/>
        <pc:sldMkLst>
          <pc:docMk/>
          <pc:sldMk cId="1208532956" sldId="299"/>
        </pc:sldMkLst>
      </pc:sldChg>
      <pc:sldChg chg="add del">
        <pc:chgData name="Danielle Martin" userId="04f63225-1d27-46ab-9c7c-1c8b513bed32" providerId="ADAL" clId="{16493A9B-B64C-4B39-8122-137BDDD5D03F}" dt="2022-10-11T23:28:09.044" v="226" actId="47"/>
        <pc:sldMkLst>
          <pc:docMk/>
          <pc:sldMk cId="2472928703" sldId="300"/>
        </pc:sldMkLst>
      </pc:sldChg>
      <pc:sldChg chg="add del">
        <pc:chgData name="Danielle Martin" userId="04f63225-1d27-46ab-9c7c-1c8b513bed32" providerId="ADAL" clId="{16493A9B-B64C-4B39-8122-137BDDD5D03F}" dt="2022-10-11T23:28:09.676" v="227" actId="47"/>
        <pc:sldMkLst>
          <pc:docMk/>
          <pc:sldMk cId="789832549" sldId="302"/>
        </pc:sldMkLst>
      </pc:sldChg>
      <pc:sldChg chg="del">
        <pc:chgData name="Danielle Martin" userId="04f63225-1d27-46ab-9c7c-1c8b513bed32" providerId="ADAL" clId="{16493A9B-B64C-4B39-8122-137BDDD5D03F}" dt="2022-10-11T22:51:35.766" v="2" actId="47"/>
        <pc:sldMkLst>
          <pc:docMk/>
          <pc:sldMk cId="1512586690" sldId="303"/>
        </pc:sldMkLst>
      </pc:sldChg>
      <pc:sldChg chg="del">
        <pc:chgData name="Danielle Martin" userId="04f63225-1d27-46ab-9c7c-1c8b513bed32" providerId="ADAL" clId="{16493A9B-B64C-4B39-8122-137BDDD5D03F}" dt="2022-10-11T22:51:35.129" v="1" actId="47"/>
        <pc:sldMkLst>
          <pc:docMk/>
          <pc:sldMk cId="1841640217" sldId="304"/>
        </pc:sldMkLst>
      </pc:sldChg>
      <pc:sldChg chg="del">
        <pc:chgData name="Danielle Martin" userId="04f63225-1d27-46ab-9c7c-1c8b513bed32" providerId="ADAL" clId="{16493A9B-B64C-4B39-8122-137BDDD5D03F}" dt="2022-10-11T22:51:34.222" v="0" actId="47"/>
        <pc:sldMkLst>
          <pc:docMk/>
          <pc:sldMk cId="1068241505" sldId="305"/>
        </pc:sldMkLst>
      </pc:sldChg>
      <pc:sldChg chg="modSp mod">
        <pc:chgData name="Danielle Martin" userId="04f63225-1d27-46ab-9c7c-1c8b513bed32" providerId="ADAL" clId="{16493A9B-B64C-4B39-8122-137BDDD5D03F}" dt="2022-10-11T22:55:46.434" v="50" actId="20577"/>
        <pc:sldMkLst>
          <pc:docMk/>
          <pc:sldMk cId="3696477027" sldId="306"/>
        </pc:sldMkLst>
        <pc:spChg chg="mod">
          <ac:chgData name="Danielle Martin" userId="04f63225-1d27-46ab-9c7c-1c8b513bed32" providerId="ADAL" clId="{16493A9B-B64C-4B39-8122-137BDDD5D03F}" dt="2022-10-11T22:55:46.434" v="50" actId="20577"/>
          <ac:spMkLst>
            <pc:docMk/>
            <pc:sldMk cId="3696477027" sldId="306"/>
            <ac:spMk id="67" creationId="{00000000-0000-0000-0000-000000000000}"/>
          </ac:spMkLst>
        </pc:spChg>
      </pc:sldChg>
      <pc:sldChg chg="add">
        <pc:chgData name="Danielle Martin" userId="04f63225-1d27-46ab-9c7c-1c8b513bed32" providerId="ADAL" clId="{16493A9B-B64C-4B39-8122-137BDDD5D03F}" dt="2022-10-11T22:58:55.999" v="51" actId="2890"/>
        <pc:sldMkLst>
          <pc:docMk/>
          <pc:sldMk cId="3559867105" sldId="307"/>
        </pc:sldMkLst>
      </pc:sldChg>
      <pc:sldChg chg="modSp add mod">
        <pc:chgData name="Danielle Martin" userId="04f63225-1d27-46ab-9c7c-1c8b513bed32" providerId="ADAL" clId="{16493A9B-B64C-4B39-8122-137BDDD5D03F}" dt="2022-10-12T00:29:29.216" v="1802" actId="207"/>
        <pc:sldMkLst>
          <pc:docMk/>
          <pc:sldMk cId="3488990735" sldId="308"/>
        </pc:sldMkLst>
        <pc:spChg chg="mod">
          <ac:chgData name="Danielle Martin" userId="04f63225-1d27-46ab-9c7c-1c8b513bed32" providerId="ADAL" clId="{16493A9B-B64C-4B39-8122-137BDDD5D03F}" dt="2022-10-12T00:29:29.216" v="1802" actId="207"/>
          <ac:spMkLst>
            <pc:docMk/>
            <pc:sldMk cId="3488990735" sldId="308"/>
            <ac:spMk id="5" creationId="{00000000-0000-0000-0000-000000000000}"/>
          </ac:spMkLst>
        </pc:spChg>
        <pc:spChg chg="mod">
          <ac:chgData name="Danielle Martin" userId="04f63225-1d27-46ab-9c7c-1c8b513bed32" providerId="ADAL" clId="{16493A9B-B64C-4B39-8122-137BDDD5D03F}" dt="2022-10-11T23:07:03.863" v="118" actId="20577"/>
          <ac:spMkLst>
            <pc:docMk/>
            <pc:sldMk cId="3488990735" sldId="308"/>
            <ac:spMk id="65" creationId="{00000000-0000-0000-0000-000000000000}"/>
          </ac:spMkLst>
        </pc:spChg>
        <pc:spChg chg="mod">
          <ac:chgData name="Danielle Martin" userId="04f63225-1d27-46ab-9c7c-1c8b513bed32" providerId="ADAL" clId="{16493A9B-B64C-4B39-8122-137BDDD5D03F}" dt="2022-10-11T23:06:47.922" v="114" actId="6549"/>
          <ac:spMkLst>
            <pc:docMk/>
            <pc:sldMk cId="3488990735" sldId="308"/>
            <ac:spMk id="67" creationId="{00000000-0000-0000-0000-000000000000}"/>
          </ac:spMkLst>
        </pc:spChg>
      </pc:sldChg>
      <pc:sldChg chg="modSp add mod">
        <pc:chgData name="Danielle Martin" userId="04f63225-1d27-46ab-9c7c-1c8b513bed32" providerId="ADAL" clId="{16493A9B-B64C-4B39-8122-137BDDD5D03F}" dt="2022-10-12T00:30:00.990" v="1808" actId="207"/>
        <pc:sldMkLst>
          <pc:docMk/>
          <pc:sldMk cId="1505485396" sldId="309"/>
        </pc:sldMkLst>
        <pc:spChg chg="mod">
          <ac:chgData name="Danielle Martin" userId="04f63225-1d27-46ab-9c7c-1c8b513bed32" providerId="ADAL" clId="{16493A9B-B64C-4B39-8122-137BDDD5D03F}" dt="2022-10-12T00:30:00.990" v="1808" actId="207"/>
          <ac:spMkLst>
            <pc:docMk/>
            <pc:sldMk cId="1505485396" sldId="309"/>
            <ac:spMk id="5" creationId="{00000000-0000-0000-0000-000000000000}"/>
          </ac:spMkLst>
        </pc:spChg>
        <pc:spChg chg="mod">
          <ac:chgData name="Danielle Martin" userId="04f63225-1d27-46ab-9c7c-1c8b513bed32" providerId="ADAL" clId="{16493A9B-B64C-4B39-8122-137BDDD5D03F}" dt="2022-10-11T23:07:39.150" v="122"/>
          <ac:spMkLst>
            <pc:docMk/>
            <pc:sldMk cId="1505485396" sldId="309"/>
            <ac:spMk id="65" creationId="{00000000-0000-0000-0000-000000000000}"/>
          </ac:spMkLst>
        </pc:spChg>
        <pc:spChg chg="mod">
          <ac:chgData name="Danielle Martin" userId="04f63225-1d27-46ab-9c7c-1c8b513bed32" providerId="ADAL" clId="{16493A9B-B64C-4B39-8122-137BDDD5D03F}" dt="2022-10-11T23:12:00.489" v="142" actId="255"/>
          <ac:spMkLst>
            <pc:docMk/>
            <pc:sldMk cId="1505485396" sldId="309"/>
            <ac:spMk id="67" creationId="{00000000-0000-0000-0000-000000000000}"/>
          </ac:spMkLst>
        </pc:spChg>
      </pc:sldChg>
      <pc:sldChg chg="modSp add mod">
        <pc:chgData name="Danielle Martin" userId="04f63225-1d27-46ab-9c7c-1c8b513bed32" providerId="ADAL" clId="{16493A9B-B64C-4B39-8122-137BDDD5D03F}" dt="2022-10-12T00:29:52.169" v="1807" actId="207"/>
        <pc:sldMkLst>
          <pc:docMk/>
          <pc:sldMk cId="1849950853" sldId="310"/>
        </pc:sldMkLst>
        <pc:spChg chg="mod">
          <ac:chgData name="Danielle Martin" userId="04f63225-1d27-46ab-9c7c-1c8b513bed32" providerId="ADAL" clId="{16493A9B-B64C-4B39-8122-137BDDD5D03F}" dt="2022-10-12T00:29:52.169" v="1807" actId="207"/>
          <ac:spMkLst>
            <pc:docMk/>
            <pc:sldMk cId="1849950853" sldId="310"/>
            <ac:spMk id="5" creationId="{00000000-0000-0000-0000-000000000000}"/>
          </ac:spMkLst>
        </pc:spChg>
        <pc:spChg chg="mod">
          <ac:chgData name="Danielle Martin" userId="04f63225-1d27-46ab-9c7c-1c8b513bed32" providerId="ADAL" clId="{16493A9B-B64C-4B39-8122-137BDDD5D03F}" dt="2022-10-11T23:13:00.893" v="170" actId="6549"/>
          <ac:spMkLst>
            <pc:docMk/>
            <pc:sldMk cId="1849950853" sldId="310"/>
            <ac:spMk id="65" creationId="{00000000-0000-0000-0000-000000000000}"/>
          </ac:spMkLst>
        </pc:spChg>
        <pc:spChg chg="mod">
          <ac:chgData name="Danielle Martin" userId="04f63225-1d27-46ab-9c7c-1c8b513bed32" providerId="ADAL" clId="{16493A9B-B64C-4B39-8122-137BDDD5D03F}" dt="2022-10-11T23:14:02.046" v="180" actId="255"/>
          <ac:spMkLst>
            <pc:docMk/>
            <pc:sldMk cId="1849950853" sldId="310"/>
            <ac:spMk id="67" creationId="{00000000-0000-0000-0000-000000000000}"/>
          </ac:spMkLst>
        </pc:spChg>
      </pc:sldChg>
      <pc:sldChg chg="modSp add mod ord modNotesTx">
        <pc:chgData name="Danielle Martin" userId="04f63225-1d27-46ab-9c7c-1c8b513bed32" providerId="ADAL" clId="{16493A9B-B64C-4B39-8122-137BDDD5D03F}" dt="2022-10-12T00:30:33.048" v="1810" actId="207"/>
        <pc:sldMkLst>
          <pc:docMk/>
          <pc:sldMk cId="627832522" sldId="311"/>
        </pc:sldMkLst>
        <pc:spChg chg="mod">
          <ac:chgData name="Danielle Martin" userId="04f63225-1d27-46ab-9c7c-1c8b513bed32" providerId="ADAL" clId="{16493A9B-B64C-4B39-8122-137BDDD5D03F}" dt="2022-10-12T00:30:33.048" v="1810" actId="207"/>
          <ac:spMkLst>
            <pc:docMk/>
            <pc:sldMk cId="627832522" sldId="311"/>
            <ac:spMk id="7" creationId="{00000000-0000-0000-0000-000000000000}"/>
          </ac:spMkLst>
        </pc:spChg>
        <pc:spChg chg="mod">
          <ac:chgData name="Danielle Martin" userId="04f63225-1d27-46ab-9c7c-1c8b513bed32" providerId="ADAL" clId="{16493A9B-B64C-4B39-8122-137BDDD5D03F}" dt="2022-10-11T23:58:09.360" v="977" actId="20577"/>
          <ac:spMkLst>
            <pc:docMk/>
            <pc:sldMk cId="627832522" sldId="311"/>
            <ac:spMk id="12" creationId="{BB5BEF00-8BA9-4959-8E2C-6C0CCFD01D00}"/>
          </ac:spMkLst>
        </pc:spChg>
      </pc:sldChg>
      <pc:sldChg chg="modSp add del mod">
        <pc:chgData name="Danielle Martin" userId="04f63225-1d27-46ab-9c7c-1c8b513bed32" providerId="ADAL" clId="{16493A9B-B64C-4B39-8122-137BDDD5D03F}" dt="2022-10-12T00:19:21.996" v="1778" actId="47"/>
        <pc:sldMkLst>
          <pc:docMk/>
          <pc:sldMk cId="872495890" sldId="312"/>
        </pc:sldMkLst>
        <pc:spChg chg="mod">
          <ac:chgData name="Danielle Martin" userId="04f63225-1d27-46ab-9c7c-1c8b513bed32" providerId="ADAL" clId="{16493A9B-B64C-4B39-8122-137BDDD5D03F}" dt="2022-10-11T23:43:55.439" v="632" actId="20577"/>
          <ac:spMkLst>
            <pc:docMk/>
            <pc:sldMk cId="872495890" sldId="312"/>
            <ac:spMk id="6" creationId="{00000000-0000-0000-0000-000000000000}"/>
          </ac:spMkLst>
        </pc:spChg>
        <pc:spChg chg="mod">
          <ac:chgData name="Danielle Martin" userId="04f63225-1d27-46ab-9c7c-1c8b513bed32" providerId="ADAL" clId="{16493A9B-B64C-4B39-8122-137BDDD5D03F}" dt="2022-10-11T23:52:37.059" v="874" actId="20577"/>
          <ac:spMkLst>
            <pc:docMk/>
            <pc:sldMk cId="872495890" sldId="312"/>
            <ac:spMk id="7" creationId="{00000000-0000-0000-0000-000000000000}"/>
          </ac:spMkLst>
        </pc:spChg>
        <pc:spChg chg="mod">
          <ac:chgData name="Danielle Martin" userId="04f63225-1d27-46ab-9c7c-1c8b513bed32" providerId="ADAL" clId="{16493A9B-B64C-4B39-8122-137BDDD5D03F}" dt="2022-10-11T23:59:29.108" v="1034" actId="20577"/>
          <ac:spMkLst>
            <pc:docMk/>
            <pc:sldMk cId="872495890" sldId="312"/>
            <ac:spMk id="12" creationId="{BB5BEF00-8BA9-4959-8E2C-6C0CCFD01D00}"/>
          </ac:spMkLst>
        </pc:spChg>
      </pc:sldChg>
      <pc:sldChg chg="addSp delSp modSp add del mod">
        <pc:chgData name="Danielle Martin" userId="04f63225-1d27-46ab-9c7c-1c8b513bed32" providerId="ADAL" clId="{16493A9B-B64C-4B39-8122-137BDDD5D03F}" dt="2022-10-12T00:19:39.123" v="1785" actId="47"/>
        <pc:sldMkLst>
          <pc:docMk/>
          <pc:sldMk cId="3209209223" sldId="313"/>
        </pc:sldMkLst>
        <pc:spChg chg="add del">
          <ac:chgData name="Danielle Martin" userId="04f63225-1d27-46ab-9c7c-1c8b513bed32" providerId="ADAL" clId="{16493A9B-B64C-4B39-8122-137BDDD5D03F}" dt="2022-10-12T00:01:12.282" v="1037" actId="22"/>
          <ac:spMkLst>
            <pc:docMk/>
            <pc:sldMk cId="3209209223" sldId="313"/>
            <ac:spMk id="8" creationId="{2CB6EE23-A2A8-6E46-198A-E8D8EB984599}"/>
          </ac:spMkLst>
        </pc:spChg>
        <pc:spChg chg="mod">
          <ac:chgData name="Danielle Martin" userId="04f63225-1d27-46ab-9c7c-1c8b513bed32" providerId="ADAL" clId="{16493A9B-B64C-4B39-8122-137BDDD5D03F}" dt="2022-10-12T00:07:18.102" v="1355" actId="15"/>
          <ac:spMkLst>
            <pc:docMk/>
            <pc:sldMk cId="3209209223" sldId="313"/>
            <ac:spMk id="12" creationId="{BB5BEF00-8BA9-4959-8E2C-6C0CCFD01D00}"/>
          </ac:spMkLst>
        </pc:spChg>
      </pc:sldChg>
      <pc:sldChg chg="add del">
        <pc:chgData name="Danielle Martin" userId="04f63225-1d27-46ab-9c7c-1c8b513bed32" providerId="ADAL" clId="{16493A9B-B64C-4B39-8122-137BDDD5D03F}" dt="2022-10-12T00:06:44.254" v="1352" actId="47"/>
        <pc:sldMkLst>
          <pc:docMk/>
          <pc:sldMk cId="3927466581" sldId="314"/>
        </pc:sldMkLst>
      </pc:sldChg>
      <pc:sldChg chg="modSp add del mod ord">
        <pc:chgData name="Danielle Martin" userId="04f63225-1d27-46ab-9c7c-1c8b513bed32" providerId="ADAL" clId="{16493A9B-B64C-4B39-8122-137BDDD5D03F}" dt="2022-10-12T00:20:23.311" v="1795" actId="47"/>
        <pc:sldMkLst>
          <pc:docMk/>
          <pc:sldMk cId="1159784725" sldId="315"/>
        </pc:sldMkLst>
        <pc:spChg chg="mod">
          <ac:chgData name="Danielle Martin" userId="04f63225-1d27-46ab-9c7c-1c8b513bed32" providerId="ADAL" clId="{16493A9B-B64C-4B39-8122-137BDDD5D03F}" dt="2022-10-12T00:14:05.018" v="1676" actId="20577"/>
          <ac:spMkLst>
            <pc:docMk/>
            <pc:sldMk cId="1159784725" sldId="315"/>
            <ac:spMk id="12" creationId="{BB5BEF00-8BA9-4959-8E2C-6C0CCFD01D00}"/>
          </ac:spMkLst>
        </pc:spChg>
      </pc:sldChg>
      <pc:sldChg chg="modSp add del mod">
        <pc:chgData name="Danielle Martin" userId="04f63225-1d27-46ab-9c7c-1c8b513bed32" providerId="ADAL" clId="{16493A9B-B64C-4B39-8122-137BDDD5D03F}" dt="2022-10-12T00:20:39.179" v="1800" actId="47"/>
        <pc:sldMkLst>
          <pc:docMk/>
          <pc:sldMk cId="1048264648" sldId="316"/>
        </pc:sldMkLst>
        <pc:spChg chg="mod">
          <ac:chgData name="Danielle Martin" userId="04f63225-1d27-46ab-9c7c-1c8b513bed32" providerId="ADAL" clId="{16493A9B-B64C-4B39-8122-137BDDD5D03F}" dt="2022-10-12T00:20:33.041" v="1798" actId="20577"/>
          <ac:spMkLst>
            <pc:docMk/>
            <pc:sldMk cId="1048264648" sldId="316"/>
            <ac:spMk id="12" creationId="{BB5BEF00-8BA9-4959-8E2C-6C0CCFD01D00}"/>
          </ac:spMkLst>
        </pc:spChg>
      </pc:sldChg>
      <pc:sldChg chg="modSp add mod ord">
        <pc:chgData name="Danielle Martin" userId="04f63225-1d27-46ab-9c7c-1c8b513bed32" providerId="ADAL" clId="{16493A9B-B64C-4B39-8122-137BDDD5D03F}" dt="2022-10-12T00:18:09.252" v="1762" actId="20577"/>
        <pc:sldMkLst>
          <pc:docMk/>
          <pc:sldMk cId="601752032" sldId="317"/>
        </pc:sldMkLst>
        <pc:spChg chg="mod">
          <ac:chgData name="Danielle Martin" userId="04f63225-1d27-46ab-9c7c-1c8b513bed32" providerId="ADAL" clId="{16493A9B-B64C-4B39-8122-137BDDD5D03F}" dt="2022-10-12T00:18:09.252" v="1762" actId="20577"/>
          <ac:spMkLst>
            <pc:docMk/>
            <pc:sldMk cId="601752032" sldId="317"/>
            <ac:spMk id="5" creationId="{00000000-0000-0000-0000-000000000000}"/>
          </ac:spMkLst>
        </pc:spChg>
        <pc:spChg chg="mod">
          <ac:chgData name="Danielle Martin" userId="04f63225-1d27-46ab-9c7c-1c8b513bed32" providerId="ADAL" clId="{16493A9B-B64C-4B39-8122-137BDDD5D03F}" dt="2022-10-12T00:17:51.537" v="1745" actId="14100"/>
          <ac:spMkLst>
            <pc:docMk/>
            <pc:sldMk cId="601752032" sldId="317"/>
            <ac:spMk id="67" creationId="{00000000-0000-0000-0000-000000000000}"/>
          </ac:spMkLst>
        </pc:spChg>
      </pc:sldChg>
      <pc:sldChg chg="add del ord">
        <pc:chgData name="Danielle Martin" userId="04f63225-1d27-46ab-9c7c-1c8b513bed32" providerId="ADAL" clId="{16493A9B-B64C-4B39-8122-137BDDD5D03F}" dt="2022-10-12T00:18:30.175" v="1768" actId="47"/>
        <pc:sldMkLst>
          <pc:docMk/>
          <pc:sldMk cId="2963880777" sldId="318"/>
        </pc:sldMkLst>
      </pc:sldChg>
      <pc:sldChg chg="addSp delSp modSp add mod ord modNotesTx">
        <pc:chgData name="Danielle Martin" userId="04f63225-1d27-46ab-9c7c-1c8b513bed32" providerId="ADAL" clId="{16493A9B-B64C-4B39-8122-137BDDD5D03F}" dt="2022-10-12T00:30:45.120" v="1812" actId="207"/>
        <pc:sldMkLst>
          <pc:docMk/>
          <pc:sldMk cId="740060266" sldId="319"/>
        </pc:sldMkLst>
        <pc:spChg chg="add del mod">
          <ac:chgData name="Danielle Martin" userId="04f63225-1d27-46ab-9c7c-1c8b513bed32" providerId="ADAL" clId="{16493A9B-B64C-4B39-8122-137BDDD5D03F}" dt="2022-10-12T00:19:13.093" v="1775" actId="478"/>
          <ac:spMkLst>
            <pc:docMk/>
            <pc:sldMk cId="740060266" sldId="319"/>
            <ac:spMk id="3" creationId="{81E5BDE7-2B02-F7C9-FF2A-F2C196F0C7FD}"/>
          </ac:spMkLst>
        </pc:spChg>
        <pc:spChg chg="mod">
          <ac:chgData name="Danielle Martin" userId="04f63225-1d27-46ab-9c7c-1c8b513bed32" providerId="ADAL" clId="{16493A9B-B64C-4B39-8122-137BDDD5D03F}" dt="2022-10-12T00:30:45.120" v="1812" actId="207"/>
          <ac:spMkLst>
            <pc:docMk/>
            <pc:sldMk cId="740060266" sldId="319"/>
            <ac:spMk id="5" creationId="{00000000-0000-0000-0000-000000000000}"/>
          </ac:spMkLst>
        </pc:spChg>
        <pc:spChg chg="mod">
          <ac:chgData name="Danielle Martin" userId="04f63225-1d27-46ab-9c7c-1c8b513bed32" providerId="ADAL" clId="{16493A9B-B64C-4B39-8122-137BDDD5D03F}" dt="2022-10-12T00:18:38.246" v="1769"/>
          <ac:spMkLst>
            <pc:docMk/>
            <pc:sldMk cId="740060266" sldId="319"/>
            <ac:spMk id="7" creationId="{00000000-0000-0000-0000-000000000000}"/>
          </ac:spMkLst>
        </pc:spChg>
        <pc:spChg chg="add mod">
          <ac:chgData name="Danielle Martin" userId="04f63225-1d27-46ab-9c7c-1c8b513bed32" providerId="ADAL" clId="{16493A9B-B64C-4B39-8122-137BDDD5D03F}" dt="2022-10-12T00:19:16.010" v="1776" actId="14100"/>
          <ac:spMkLst>
            <pc:docMk/>
            <pc:sldMk cId="740060266" sldId="319"/>
            <ac:spMk id="8" creationId="{1EE03827-AE42-729E-8A4D-F7C8C84A4AD1}"/>
          </ac:spMkLst>
        </pc:spChg>
        <pc:spChg chg="del">
          <ac:chgData name="Danielle Martin" userId="04f63225-1d27-46ab-9c7c-1c8b513bed32" providerId="ADAL" clId="{16493A9B-B64C-4B39-8122-137BDDD5D03F}" dt="2022-10-12T00:19:03.931" v="1772" actId="478"/>
          <ac:spMkLst>
            <pc:docMk/>
            <pc:sldMk cId="740060266" sldId="319"/>
            <ac:spMk id="95" creationId="{00000000-0000-0000-0000-000000000000}"/>
          </ac:spMkLst>
        </pc:spChg>
      </pc:sldChg>
      <pc:sldChg chg="modSp add mod">
        <pc:chgData name="Danielle Martin" userId="04f63225-1d27-46ab-9c7c-1c8b513bed32" providerId="ADAL" clId="{16493A9B-B64C-4B39-8122-137BDDD5D03F}" dt="2022-10-12T00:30:51.573" v="1813" actId="207"/>
        <pc:sldMkLst>
          <pc:docMk/>
          <pc:sldMk cId="1984307697" sldId="320"/>
        </pc:sldMkLst>
        <pc:spChg chg="mod">
          <ac:chgData name="Danielle Martin" userId="04f63225-1d27-46ab-9c7c-1c8b513bed32" providerId="ADAL" clId="{16493A9B-B64C-4B39-8122-137BDDD5D03F}" dt="2022-10-12T00:30:51.573" v="1813" actId="207"/>
          <ac:spMkLst>
            <pc:docMk/>
            <pc:sldMk cId="1984307697" sldId="320"/>
            <ac:spMk id="5" creationId="{00000000-0000-0000-0000-000000000000}"/>
          </ac:spMkLst>
        </pc:spChg>
        <pc:spChg chg="mod">
          <ac:chgData name="Danielle Martin" userId="04f63225-1d27-46ab-9c7c-1c8b513bed32" providerId="ADAL" clId="{16493A9B-B64C-4B39-8122-137BDDD5D03F}" dt="2022-10-12T00:19:36.476" v="1784" actId="20577"/>
          <ac:spMkLst>
            <pc:docMk/>
            <pc:sldMk cId="1984307697" sldId="320"/>
            <ac:spMk id="8" creationId="{1EE03827-AE42-729E-8A4D-F7C8C84A4AD1}"/>
          </ac:spMkLst>
        </pc:spChg>
      </pc:sldChg>
      <pc:sldChg chg="addSp delSp modSp add mod ord">
        <pc:chgData name="Danielle Martin" userId="04f63225-1d27-46ab-9c7c-1c8b513bed32" providerId="ADAL" clId="{16493A9B-B64C-4B39-8122-137BDDD5D03F}" dt="2022-10-12T00:30:57.825" v="1814" actId="207"/>
        <pc:sldMkLst>
          <pc:docMk/>
          <pc:sldMk cId="2174062724" sldId="321"/>
        </pc:sldMkLst>
        <pc:spChg chg="add del mod">
          <ac:chgData name="Danielle Martin" userId="04f63225-1d27-46ab-9c7c-1c8b513bed32" providerId="ADAL" clId="{16493A9B-B64C-4B39-8122-137BDDD5D03F}" dt="2022-10-12T00:20:18.117" v="1793" actId="478"/>
          <ac:spMkLst>
            <pc:docMk/>
            <pc:sldMk cId="2174062724" sldId="321"/>
            <ac:spMk id="3" creationId="{0ACEF6D1-4A83-E700-A0C6-421E6D4934DE}"/>
          </ac:spMkLst>
        </pc:spChg>
        <pc:spChg chg="mod">
          <ac:chgData name="Danielle Martin" userId="04f63225-1d27-46ab-9c7c-1c8b513bed32" providerId="ADAL" clId="{16493A9B-B64C-4B39-8122-137BDDD5D03F}" dt="2022-10-12T00:30:57.825" v="1814" actId="207"/>
          <ac:spMkLst>
            <pc:docMk/>
            <pc:sldMk cId="2174062724" sldId="321"/>
            <ac:spMk id="5" creationId="{00000000-0000-0000-0000-000000000000}"/>
          </ac:spMkLst>
        </pc:spChg>
        <pc:spChg chg="mod">
          <ac:chgData name="Danielle Martin" userId="04f63225-1d27-46ab-9c7c-1c8b513bed32" providerId="ADAL" clId="{16493A9B-B64C-4B39-8122-137BDDD5D03F}" dt="2022-10-12T00:19:55.672" v="1789"/>
          <ac:spMkLst>
            <pc:docMk/>
            <pc:sldMk cId="2174062724" sldId="321"/>
            <ac:spMk id="6" creationId="{00000000-0000-0000-0000-000000000000}"/>
          </ac:spMkLst>
        </pc:spChg>
        <pc:spChg chg="add mod">
          <ac:chgData name="Danielle Martin" userId="04f63225-1d27-46ab-9c7c-1c8b513bed32" providerId="ADAL" clId="{16493A9B-B64C-4B39-8122-137BDDD5D03F}" dt="2022-10-12T00:20:18.691" v="1794"/>
          <ac:spMkLst>
            <pc:docMk/>
            <pc:sldMk cId="2174062724" sldId="321"/>
            <ac:spMk id="8" creationId="{94182FBD-7F69-455D-1663-192FC1E01C66}"/>
          </ac:spMkLst>
        </pc:spChg>
        <pc:spChg chg="del">
          <ac:chgData name="Danielle Martin" userId="04f63225-1d27-46ab-9c7c-1c8b513bed32" providerId="ADAL" clId="{16493A9B-B64C-4B39-8122-137BDDD5D03F}" dt="2022-10-12T00:20:16.138" v="1792" actId="478"/>
          <ac:spMkLst>
            <pc:docMk/>
            <pc:sldMk cId="2174062724" sldId="321"/>
            <ac:spMk id="67" creationId="{00000000-0000-0000-0000-000000000000}"/>
          </ac:spMkLst>
        </pc:spChg>
      </pc:sldChg>
      <pc:sldChg chg="modSp add mod">
        <pc:chgData name="Danielle Martin" userId="04f63225-1d27-46ab-9c7c-1c8b513bed32" providerId="ADAL" clId="{16493A9B-B64C-4B39-8122-137BDDD5D03F}" dt="2022-10-12T00:31:02.414" v="1815" actId="207"/>
        <pc:sldMkLst>
          <pc:docMk/>
          <pc:sldMk cId="1204755035" sldId="322"/>
        </pc:sldMkLst>
        <pc:spChg chg="mod">
          <ac:chgData name="Danielle Martin" userId="04f63225-1d27-46ab-9c7c-1c8b513bed32" providerId="ADAL" clId="{16493A9B-B64C-4B39-8122-137BDDD5D03F}" dt="2022-10-12T00:31:02.414" v="1815" actId="207"/>
          <ac:spMkLst>
            <pc:docMk/>
            <pc:sldMk cId="1204755035" sldId="322"/>
            <ac:spMk id="5" creationId="{00000000-0000-0000-0000-000000000000}"/>
          </ac:spMkLst>
        </pc:spChg>
        <pc:spChg chg="mod">
          <ac:chgData name="Danielle Martin" userId="04f63225-1d27-46ab-9c7c-1c8b513bed32" providerId="ADAL" clId="{16493A9B-B64C-4B39-8122-137BDDD5D03F}" dt="2022-10-12T00:20:36.404" v="1799"/>
          <ac:spMkLst>
            <pc:docMk/>
            <pc:sldMk cId="1204755035" sldId="322"/>
            <ac:spMk id="8" creationId="{94182FBD-7F69-455D-1663-192FC1E01C66}"/>
          </ac:spMkLst>
        </pc:spChg>
      </pc:sldChg>
      <pc:sldChg chg="modSp add mod ord modNotesTx">
        <pc:chgData name="Danielle Martin" userId="04f63225-1d27-46ab-9c7c-1c8b513bed32" providerId="ADAL" clId="{16493A9B-B64C-4B39-8122-137BDDD5D03F}" dt="2022-10-12T00:41:05.684" v="2337" actId="20577"/>
        <pc:sldMkLst>
          <pc:docMk/>
          <pc:sldMk cId="867416878" sldId="323"/>
        </pc:sldMkLst>
        <pc:spChg chg="mod">
          <ac:chgData name="Danielle Martin" userId="04f63225-1d27-46ab-9c7c-1c8b513bed32" providerId="ADAL" clId="{16493A9B-B64C-4B39-8122-137BDDD5D03F}" dt="2022-10-12T00:32:08.813" v="1832" actId="20577"/>
          <ac:spMkLst>
            <pc:docMk/>
            <pc:sldMk cId="867416878" sldId="323"/>
            <ac:spMk id="6" creationId="{00000000-0000-0000-0000-000000000000}"/>
          </ac:spMkLst>
        </pc:spChg>
        <pc:spChg chg="mod">
          <ac:chgData name="Danielle Martin" userId="04f63225-1d27-46ab-9c7c-1c8b513bed32" providerId="ADAL" clId="{16493A9B-B64C-4B39-8122-137BDDD5D03F}" dt="2022-10-12T00:32:56.671" v="1837" actId="207"/>
          <ac:spMkLst>
            <pc:docMk/>
            <pc:sldMk cId="867416878" sldId="323"/>
            <ac:spMk id="7" creationId="{00000000-0000-0000-0000-000000000000}"/>
          </ac:spMkLst>
        </pc:spChg>
        <pc:spChg chg="mod">
          <ac:chgData name="Danielle Martin" userId="04f63225-1d27-46ab-9c7c-1c8b513bed32" providerId="ADAL" clId="{16493A9B-B64C-4B39-8122-137BDDD5D03F}" dt="2022-10-12T00:41:05.684" v="2337" actId="20577"/>
          <ac:spMkLst>
            <pc:docMk/>
            <pc:sldMk cId="867416878" sldId="323"/>
            <ac:spMk id="12" creationId="{BB5BEF00-8BA9-4959-8E2C-6C0CCFD01D00}"/>
          </ac:spMkLst>
        </pc:spChg>
      </pc:sldChg>
      <pc:sldChg chg="modSp add mod">
        <pc:chgData name="Danielle Martin" userId="04f63225-1d27-46ab-9c7c-1c8b513bed32" providerId="ADAL" clId="{16493A9B-B64C-4B39-8122-137BDDD5D03F}" dt="2022-10-12T01:04:37.545" v="3393" actId="255"/>
        <pc:sldMkLst>
          <pc:docMk/>
          <pc:sldMk cId="667598516" sldId="324"/>
        </pc:sldMkLst>
        <pc:spChg chg="mod">
          <ac:chgData name="Danielle Martin" userId="04f63225-1d27-46ab-9c7c-1c8b513bed32" providerId="ADAL" clId="{16493A9B-B64C-4B39-8122-137BDDD5D03F}" dt="2022-10-12T01:00:51.340" v="3235" actId="1076"/>
          <ac:spMkLst>
            <pc:docMk/>
            <pc:sldMk cId="667598516" sldId="324"/>
            <ac:spMk id="6" creationId="{00000000-0000-0000-0000-000000000000}"/>
          </ac:spMkLst>
        </pc:spChg>
        <pc:spChg chg="mod">
          <ac:chgData name="Danielle Martin" userId="04f63225-1d27-46ab-9c7c-1c8b513bed32" providerId="ADAL" clId="{16493A9B-B64C-4B39-8122-137BDDD5D03F}" dt="2022-10-12T01:00:55.437" v="3236" actId="1076"/>
          <ac:spMkLst>
            <pc:docMk/>
            <pc:sldMk cId="667598516" sldId="324"/>
            <ac:spMk id="7" creationId="{00000000-0000-0000-0000-000000000000}"/>
          </ac:spMkLst>
        </pc:spChg>
        <pc:spChg chg="mod">
          <ac:chgData name="Danielle Martin" userId="04f63225-1d27-46ab-9c7c-1c8b513bed32" providerId="ADAL" clId="{16493A9B-B64C-4B39-8122-137BDDD5D03F}" dt="2022-10-12T01:04:37.545" v="3393" actId="255"/>
          <ac:spMkLst>
            <pc:docMk/>
            <pc:sldMk cId="667598516" sldId="324"/>
            <ac:spMk id="12" creationId="{BB5BEF00-8BA9-4959-8E2C-6C0CCFD01D00}"/>
          </ac:spMkLst>
        </pc:spChg>
      </pc:sldChg>
      <pc:sldChg chg="modSp add mod modNotesTx">
        <pc:chgData name="Danielle Martin" userId="04f63225-1d27-46ab-9c7c-1c8b513bed32" providerId="ADAL" clId="{16493A9B-B64C-4B39-8122-137BDDD5D03F}" dt="2022-10-12T01:00:35.232" v="3234" actId="14100"/>
        <pc:sldMkLst>
          <pc:docMk/>
          <pc:sldMk cId="2590252942" sldId="325"/>
        </pc:sldMkLst>
        <pc:spChg chg="mod">
          <ac:chgData name="Danielle Martin" userId="04f63225-1d27-46ab-9c7c-1c8b513bed32" providerId="ADAL" clId="{16493A9B-B64C-4B39-8122-137BDDD5D03F}" dt="2022-10-12T00:58:58.842" v="3108" actId="1076"/>
          <ac:spMkLst>
            <pc:docMk/>
            <pc:sldMk cId="2590252942" sldId="325"/>
            <ac:spMk id="6" creationId="{00000000-0000-0000-0000-000000000000}"/>
          </ac:spMkLst>
        </pc:spChg>
        <pc:spChg chg="mod">
          <ac:chgData name="Danielle Martin" userId="04f63225-1d27-46ab-9c7c-1c8b513bed32" providerId="ADAL" clId="{16493A9B-B64C-4B39-8122-137BDDD5D03F}" dt="2022-10-12T00:59:01.804" v="3109" actId="1076"/>
          <ac:spMkLst>
            <pc:docMk/>
            <pc:sldMk cId="2590252942" sldId="325"/>
            <ac:spMk id="7" creationId="{00000000-0000-0000-0000-000000000000}"/>
          </ac:spMkLst>
        </pc:spChg>
        <pc:spChg chg="mod">
          <ac:chgData name="Danielle Martin" userId="04f63225-1d27-46ab-9c7c-1c8b513bed32" providerId="ADAL" clId="{16493A9B-B64C-4B39-8122-137BDDD5D03F}" dt="2022-10-12T01:00:35.232" v="3234" actId="14100"/>
          <ac:spMkLst>
            <pc:docMk/>
            <pc:sldMk cId="2590252942" sldId="325"/>
            <ac:spMk id="12" creationId="{BB5BEF00-8BA9-4959-8E2C-6C0CCFD01D00}"/>
          </ac:spMkLst>
        </pc:spChg>
      </pc:sldChg>
      <pc:sldChg chg="modSp add mod ord">
        <pc:chgData name="Danielle Martin" userId="04f63225-1d27-46ab-9c7c-1c8b513bed32" providerId="ADAL" clId="{16493A9B-B64C-4B39-8122-137BDDD5D03F}" dt="2022-10-12T01:09:47.971" v="3549" actId="207"/>
        <pc:sldMkLst>
          <pc:docMk/>
          <pc:sldMk cId="1736178703" sldId="326"/>
        </pc:sldMkLst>
        <pc:spChg chg="mod">
          <ac:chgData name="Danielle Martin" userId="04f63225-1d27-46ab-9c7c-1c8b513bed32" providerId="ADAL" clId="{16493A9B-B64C-4B39-8122-137BDDD5D03F}" dt="2022-10-12T01:09:47.971" v="3549" actId="207"/>
          <ac:spMkLst>
            <pc:docMk/>
            <pc:sldMk cId="1736178703" sldId="326"/>
            <ac:spMk id="5" creationId="{00000000-0000-0000-0000-000000000000}"/>
          </ac:spMkLst>
        </pc:spChg>
        <pc:spChg chg="mod">
          <ac:chgData name="Danielle Martin" userId="04f63225-1d27-46ab-9c7c-1c8b513bed32" providerId="ADAL" clId="{16493A9B-B64C-4B39-8122-137BDDD5D03F}" dt="2022-10-12T01:09:27.155" v="3545" actId="14100"/>
          <ac:spMkLst>
            <pc:docMk/>
            <pc:sldMk cId="1736178703" sldId="326"/>
            <ac:spMk id="7" creationId="{00000000-0000-0000-0000-000000000000}"/>
          </ac:spMkLst>
        </pc:spChg>
        <pc:spChg chg="mod">
          <ac:chgData name="Danielle Martin" userId="04f63225-1d27-46ab-9c7c-1c8b513bed32" providerId="ADAL" clId="{16493A9B-B64C-4B39-8122-137BDDD5D03F}" dt="2022-10-12T01:08:37.947" v="3499"/>
          <ac:spMkLst>
            <pc:docMk/>
            <pc:sldMk cId="1736178703" sldId="326"/>
            <ac:spMk id="8" creationId="{1EE03827-AE42-729E-8A4D-F7C8C84A4AD1}"/>
          </ac:spMkLst>
        </pc:spChg>
      </pc:sldChg>
      <pc:sldChg chg="modSp add del mod">
        <pc:chgData name="Danielle Martin" userId="04f63225-1d27-46ab-9c7c-1c8b513bed32" providerId="ADAL" clId="{16493A9B-B64C-4B39-8122-137BDDD5D03F}" dt="2022-10-12T01:10:08.668" v="3555" actId="47"/>
        <pc:sldMkLst>
          <pc:docMk/>
          <pc:sldMk cId="3866860247" sldId="327"/>
        </pc:sldMkLst>
        <pc:spChg chg="mod">
          <ac:chgData name="Danielle Martin" userId="04f63225-1d27-46ab-9c7c-1c8b513bed32" providerId="ADAL" clId="{16493A9B-B64C-4B39-8122-137BDDD5D03F}" dt="2022-10-12T01:08:48.966" v="3501" actId="20577"/>
          <ac:spMkLst>
            <pc:docMk/>
            <pc:sldMk cId="3866860247" sldId="327"/>
            <ac:spMk id="8" creationId="{1EE03827-AE42-729E-8A4D-F7C8C84A4AD1}"/>
          </ac:spMkLst>
        </pc:spChg>
      </pc:sldChg>
      <pc:sldChg chg="modSp add mod">
        <pc:chgData name="Danielle Martin" userId="04f63225-1d27-46ab-9c7c-1c8b513bed32" providerId="ADAL" clId="{16493A9B-B64C-4B39-8122-137BDDD5D03F}" dt="2022-10-12T01:11:13.168" v="3565" actId="6549"/>
        <pc:sldMkLst>
          <pc:docMk/>
          <pc:sldMk cId="1582750754" sldId="328"/>
        </pc:sldMkLst>
        <pc:spChg chg="mod">
          <ac:chgData name="Danielle Martin" userId="04f63225-1d27-46ab-9c7c-1c8b513bed32" providerId="ADAL" clId="{16493A9B-B64C-4B39-8122-137BDDD5D03F}" dt="2022-10-12T01:11:13.168" v="3565" actId="6549"/>
          <ac:spMkLst>
            <pc:docMk/>
            <pc:sldMk cId="1582750754" sldId="328"/>
            <ac:spMk id="8" creationId="{1EE03827-AE42-729E-8A4D-F7C8C84A4AD1}"/>
          </ac:spMkLst>
        </pc:spChg>
      </pc:sldChg>
      <pc:sldChg chg="addSp delSp modSp add mod ord">
        <pc:chgData name="Danielle Martin" userId="04f63225-1d27-46ab-9c7c-1c8b513bed32" providerId="ADAL" clId="{16493A9B-B64C-4B39-8122-137BDDD5D03F}" dt="2022-10-12T01:10:35.623" v="3562"/>
        <pc:sldMkLst>
          <pc:docMk/>
          <pc:sldMk cId="4290795984" sldId="329"/>
        </pc:sldMkLst>
        <pc:spChg chg="del">
          <ac:chgData name="Danielle Martin" userId="04f63225-1d27-46ab-9c7c-1c8b513bed32" providerId="ADAL" clId="{16493A9B-B64C-4B39-8122-137BDDD5D03F}" dt="2022-10-12T01:10:24.287" v="3560" actId="478"/>
          <ac:spMkLst>
            <pc:docMk/>
            <pc:sldMk cId="4290795984" sldId="329"/>
            <ac:spMk id="5" creationId="{00000000-0000-0000-0000-000000000000}"/>
          </ac:spMkLst>
        </pc:spChg>
        <pc:spChg chg="mod">
          <ac:chgData name="Danielle Martin" userId="04f63225-1d27-46ab-9c7c-1c8b513bed32" providerId="ADAL" clId="{16493A9B-B64C-4B39-8122-137BDDD5D03F}" dt="2022-10-12T01:10:22.249" v="3559"/>
          <ac:spMkLst>
            <pc:docMk/>
            <pc:sldMk cId="4290795984" sldId="329"/>
            <ac:spMk id="6" creationId="{00000000-0000-0000-0000-000000000000}"/>
          </ac:spMkLst>
        </pc:spChg>
        <pc:spChg chg="add mod">
          <ac:chgData name="Danielle Martin" userId="04f63225-1d27-46ab-9c7c-1c8b513bed32" providerId="ADAL" clId="{16493A9B-B64C-4B39-8122-137BDDD5D03F}" dt="2022-10-12T01:10:35.623" v="3562"/>
          <ac:spMkLst>
            <pc:docMk/>
            <pc:sldMk cId="4290795984" sldId="329"/>
            <ac:spMk id="7" creationId="{5DE7FE78-D9AD-2F07-AEC5-CCBEA2D2F5DB}"/>
          </ac:spMkLst>
        </pc:spChg>
        <pc:spChg chg="del">
          <ac:chgData name="Danielle Martin" userId="04f63225-1d27-46ab-9c7c-1c8b513bed32" providerId="ADAL" clId="{16493A9B-B64C-4B39-8122-137BDDD5D03F}" dt="2022-10-12T01:10:34.987" v="3561" actId="478"/>
          <ac:spMkLst>
            <pc:docMk/>
            <pc:sldMk cId="4290795984" sldId="329"/>
            <ac:spMk id="8" creationId="{94182FBD-7F69-455D-1663-192FC1E01C66}"/>
          </ac:spMkLst>
        </pc:spChg>
      </pc:sldChg>
    </pc:docChg>
  </pc:docChgLst>
  <pc:docChgLst>
    <pc:chgData name="Danielle Martin" userId="04f63225-1d27-46ab-9c7c-1c8b513bed32" providerId="ADAL" clId="{72601241-4D32-4A60-887B-6EB693D59379}"/>
    <pc:docChg chg="undo redo custSel addSld delSld modSld sldOrd">
      <pc:chgData name="Danielle Martin" userId="04f63225-1d27-46ab-9c7c-1c8b513bed32" providerId="ADAL" clId="{72601241-4D32-4A60-887B-6EB693D59379}" dt="2023-03-22T08:11:29.901" v="778" actId="20577"/>
      <pc:docMkLst>
        <pc:docMk/>
      </pc:docMkLst>
      <pc:sldChg chg="add del">
        <pc:chgData name="Danielle Martin" userId="04f63225-1d27-46ab-9c7c-1c8b513bed32" providerId="ADAL" clId="{72601241-4D32-4A60-887B-6EB693D59379}" dt="2023-03-21T02:29:19.671" v="206"/>
        <pc:sldMkLst>
          <pc:docMk/>
          <pc:sldMk cId="0" sldId="256"/>
        </pc:sldMkLst>
      </pc:sldChg>
      <pc:sldChg chg="modSp mod">
        <pc:chgData name="Danielle Martin" userId="04f63225-1d27-46ab-9c7c-1c8b513bed32" providerId="ADAL" clId="{72601241-4D32-4A60-887B-6EB693D59379}" dt="2023-03-21T04:24:57.835" v="746" actId="20577"/>
        <pc:sldMkLst>
          <pc:docMk/>
          <pc:sldMk cId="3963571660" sldId="257"/>
        </pc:sldMkLst>
        <pc:spChg chg="mod">
          <ac:chgData name="Danielle Martin" userId="04f63225-1d27-46ab-9c7c-1c8b513bed32" providerId="ADAL" clId="{72601241-4D32-4A60-887B-6EB693D59379}" dt="2023-03-21T04:24:57.835" v="746" actId="20577"/>
          <ac:spMkLst>
            <pc:docMk/>
            <pc:sldMk cId="3963571660" sldId="257"/>
            <ac:spMk id="2" creationId="{00000000-0000-0000-0000-000000000000}"/>
          </ac:spMkLst>
        </pc:spChg>
        <pc:spChg chg="mod">
          <ac:chgData name="Danielle Martin" userId="04f63225-1d27-46ab-9c7c-1c8b513bed32" providerId="ADAL" clId="{72601241-4D32-4A60-887B-6EB693D59379}" dt="2023-03-21T04:24:45.877" v="723" actId="14100"/>
          <ac:spMkLst>
            <pc:docMk/>
            <pc:sldMk cId="3963571660" sldId="257"/>
            <ac:spMk id="60" creationId="{00000000-0000-0000-0000-000000000000}"/>
          </ac:spMkLst>
        </pc:spChg>
      </pc:sldChg>
      <pc:sldChg chg="del">
        <pc:chgData name="Danielle Martin" userId="04f63225-1d27-46ab-9c7c-1c8b513bed32" providerId="ADAL" clId="{72601241-4D32-4A60-887B-6EB693D59379}" dt="2023-03-21T03:11:06.140" v="331" actId="47"/>
        <pc:sldMkLst>
          <pc:docMk/>
          <pc:sldMk cId="1637460772" sldId="259"/>
        </pc:sldMkLst>
      </pc:sldChg>
      <pc:sldChg chg="modNotesTx">
        <pc:chgData name="Danielle Martin" userId="04f63225-1d27-46ab-9c7c-1c8b513bed32" providerId="ADAL" clId="{72601241-4D32-4A60-887B-6EB693D59379}" dt="2023-03-21T03:07:02.605" v="329" actId="20577"/>
        <pc:sldMkLst>
          <pc:docMk/>
          <pc:sldMk cId="64403297" sldId="269"/>
        </pc:sldMkLst>
      </pc:sldChg>
      <pc:sldChg chg="modSp mod">
        <pc:chgData name="Danielle Martin" userId="04f63225-1d27-46ab-9c7c-1c8b513bed32" providerId="ADAL" clId="{72601241-4D32-4A60-887B-6EB693D59379}" dt="2023-03-21T03:54:45.836" v="387" actId="1076"/>
        <pc:sldMkLst>
          <pc:docMk/>
          <pc:sldMk cId="3597516244" sldId="272"/>
        </pc:sldMkLst>
        <pc:spChg chg="mod">
          <ac:chgData name="Danielle Martin" userId="04f63225-1d27-46ab-9c7c-1c8b513bed32" providerId="ADAL" clId="{72601241-4D32-4A60-887B-6EB693D59379}" dt="2023-03-21T03:54:45.836" v="387" actId="1076"/>
          <ac:spMkLst>
            <pc:docMk/>
            <pc:sldMk cId="3597516244" sldId="272"/>
            <ac:spMk id="67" creationId="{00000000-0000-0000-0000-000000000000}"/>
          </ac:spMkLst>
        </pc:spChg>
      </pc:sldChg>
      <pc:sldChg chg="modNotesTx">
        <pc:chgData name="Danielle Martin" userId="04f63225-1d27-46ab-9c7c-1c8b513bed32" providerId="ADAL" clId="{72601241-4D32-4A60-887B-6EB693D59379}" dt="2023-03-21T02:57:49.117" v="326" actId="20577"/>
        <pc:sldMkLst>
          <pc:docMk/>
          <pc:sldMk cId="1922730267" sldId="287"/>
        </pc:sldMkLst>
      </pc:sldChg>
      <pc:sldChg chg="del">
        <pc:chgData name="Danielle Martin" userId="04f63225-1d27-46ab-9c7c-1c8b513bed32" providerId="ADAL" clId="{72601241-4D32-4A60-887B-6EB693D59379}" dt="2023-03-21T03:10:58.259" v="330" actId="47"/>
        <pc:sldMkLst>
          <pc:docMk/>
          <pc:sldMk cId="637105166" sldId="289"/>
        </pc:sldMkLst>
      </pc:sldChg>
      <pc:sldChg chg="del">
        <pc:chgData name="Danielle Martin" userId="04f63225-1d27-46ab-9c7c-1c8b513bed32" providerId="ADAL" clId="{72601241-4D32-4A60-887B-6EB693D59379}" dt="2023-03-21T03:54:52.584" v="388" actId="47"/>
        <pc:sldMkLst>
          <pc:docMk/>
          <pc:sldMk cId="1487187997" sldId="290"/>
        </pc:sldMkLst>
      </pc:sldChg>
      <pc:sldChg chg="modSp mod">
        <pc:chgData name="Danielle Martin" userId="04f63225-1d27-46ab-9c7c-1c8b513bed32" providerId="ADAL" clId="{72601241-4D32-4A60-887B-6EB693D59379}" dt="2023-03-21T02:21:03.497" v="162" actId="20577"/>
        <pc:sldMkLst>
          <pc:docMk/>
          <pc:sldMk cId="241458670" sldId="293"/>
        </pc:sldMkLst>
        <pc:spChg chg="mod">
          <ac:chgData name="Danielle Martin" userId="04f63225-1d27-46ab-9c7c-1c8b513bed32" providerId="ADAL" clId="{72601241-4D32-4A60-887B-6EB693D59379}" dt="2023-03-21T02:19:38.390" v="33" actId="1076"/>
          <ac:spMkLst>
            <pc:docMk/>
            <pc:sldMk cId="241458670" sldId="293"/>
            <ac:spMk id="5" creationId="{00000000-0000-0000-0000-000000000000}"/>
          </ac:spMkLst>
        </pc:spChg>
        <pc:spChg chg="mod">
          <ac:chgData name="Danielle Martin" userId="04f63225-1d27-46ab-9c7c-1c8b513bed32" providerId="ADAL" clId="{72601241-4D32-4A60-887B-6EB693D59379}" dt="2023-03-21T02:19:36.820" v="32" actId="1076"/>
          <ac:spMkLst>
            <pc:docMk/>
            <pc:sldMk cId="241458670" sldId="293"/>
            <ac:spMk id="6" creationId="{00000000-0000-0000-0000-000000000000}"/>
          </ac:spMkLst>
        </pc:spChg>
        <pc:spChg chg="mod">
          <ac:chgData name="Danielle Martin" userId="04f63225-1d27-46ab-9c7c-1c8b513bed32" providerId="ADAL" clId="{72601241-4D32-4A60-887B-6EB693D59379}" dt="2023-03-21T02:21:03.497" v="162" actId="20577"/>
          <ac:spMkLst>
            <pc:docMk/>
            <pc:sldMk cId="241458670" sldId="293"/>
            <ac:spMk id="67" creationId="{00000000-0000-0000-0000-000000000000}"/>
          </ac:spMkLst>
        </pc:spChg>
      </pc:sldChg>
      <pc:sldChg chg="modSp add mod setBg">
        <pc:chgData name="Danielle Martin" userId="04f63225-1d27-46ab-9c7c-1c8b513bed32" providerId="ADAL" clId="{72601241-4D32-4A60-887B-6EB693D59379}" dt="2023-03-21T04:18:20.920" v="475" actId="14100"/>
        <pc:sldMkLst>
          <pc:docMk/>
          <pc:sldMk cId="3381497375" sldId="295"/>
        </pc:sldMkLst>
        <pc:spChg chg="mod">
          <ac:chgData name="Danielle Martin" userId="04f63225-1d27-46ab-9c7c-1c8b513bed32" providerId="ADAL" clId="{72601241-4D32-4A60-887B-6EB693D59379}" dt="2023-03-21T04:18:20.920" v="475" actId="14100"/>
          <ac:spMkLst>
            <pc:docMk/>
            <pc:sldMk cId="3381497375" sldId="295"/>
            <ac:spMk id="5" creationId="{00000000-0000-0000-0000-000000000000}"/>
          </ac:spMkLst>
        </pc:spChg>
        <pc:spChg chg="mod">
          <ac:chgData name="Danielle Martin" userId="04f63225-1d27-46ab-9c7c-1c8b513bed32" providerId="ADAL" clId="{72601241-4D32-4A60-887B-6EB693D59379}" dt="2023-03-21T04:09:26.429" v="417" actId="255"/>
          <ac:spMkLst>
            <pc:docMk/>
            <pc:sldMk cId="3381497375" sldId="295"/>
            <ac:spMk id="95" creationId="{00000000-0000-0000-0000-000000000000}"/>
          </ac:spMkLst>
        </pc:spChg>
      </pc:sldChg>
      <pc:sldChg chg="add del">
        <pc:chgData name="Danielle Martin" userId="04f63225-1d27-46ab-9c7c-1c8b513bed32" providerId="ADAL" clId="{72601241-4D32-4A60-887B-6EB693D59379}" dt="2023-03-21T04:10:09.285" v="420" actId="47"/>
        <pc:sldMkLst>
          <pc:docMk/>
          <pc:sldMk cId="394311324" sldId="296"/>
        </pc:sldMkLst>
      </pc:sldChg>
      <pc:sldChg chg="add del">
        <pc:chgData name="Danielle Martin" userId="04f63225-1d27-46ab-9c7c-1c8b513bed32" providerId="ADAL" clId="{72601241-4D32-4A60-887B-6EB693D59379}" dt="2023-03-21T04:03:23.682" v="403" actId="47"/>
        <pc:sldMkLst>
          <pc:docMk/>
          <pc:sldMk cId="1208532956" sldId="299"/>
        </pc:sldMkLst>
      </pc:sldChg>
      <pc:sldChg chg="modSp add del mod">
        <pc:chgData name="Danielle Martin" userId="04f63225-1d27-46ab-9c7c-1c8b513bed32" providerId="ADAL" clId="{72601241-4D32-4A60-887B-6EB693D59379}" dt="2023-03-21T04:13:00.073" v="431" actId="47"/>
        <pc:sldMkLst>
          <pc:docMk/>
          <pc:sldMk cId="2472928703" sldId="300"/>
        </pc:sldMkLst>
        <pc:spChg chg="mod">
          <ac:chgData name="Danielle Martin" userId="04f63225-1d27-46ab-9c7c-1c8b513bed32" providerId="ADAL" clId="{72601241-4D32-4A60-887B-6EB693D59379}" dt="2023-03-21T04:05:26.719" v="406" actId="3626"/>
          <ac:spMkLst>
            <pc:docMk/>
            <pc:sldMk cId="2472928703" sldId="300"/>
            <ac:spMk id="7" creationId="{00000000-0000-0000-0000-000000000000}"/>
          </ac:spMkLst>
        </pc:spChg>
      </pc:sldChg>
      <pc:sldChg chg="add del">
        <pc:chgData name="Danielle Martin" userId="04f63225-1d27-46ab-9c7c-1c8b513bed32" providerId="ADAL" clId="{72601241-4D32-4A60-887B-6EB693D59379}" dt="2023-03-21T04:13:21.945" v="435" actId="47"/>
        <pc:sldMkLst>
          <pc:docMk/>
          <pc:sldMk cId="789832549" sldId="302"/>
        </pc:sldMkLst>
      </pc:sldChg>
      <pc:sldChg chg="modSp add mod modNotesTx">
        <pc:chgData name="Danielle Martin" userId="04f63225-1d27-46ab-9c7c-1c8b513bed32" providerId="ADAL" clId="{72601241-4D32-4A60-887B-6EB693D59379}" dt="2023-03-21T04:23:36.211" v="716" actId="313"/>
        <pc:sldMkLst>
          <pc:docMk/>
          <pc:sldMk cId="1512586690" sldId="303"/>
        </pc:sldMkLst>
        <pc:spChg chg="mod">
          <ac:chgData name="Danielle Martin" userId="04f63225-1d27-46ab-9c7c-1c8b513bed32" providerId="ADAL" clId="{72601241-4D32-4A60-887B-6EB693D59379}" dt="2023-03-21T04:18:41.109" v="496" actId="14100"/>
          <ac:spMkLst>
            <pc:docMk/>
            <pc:sldMk cId="1512586690" sldId="303"/>
            <ac:spMk id="5" creationId="{00000000-0000-0000-0000-000000000000}"/>
          </ac:spMkLst>
        </pc:spChg>
        <pc:spChg chg="mod">
          <ac:chgData name="Danielle Martin" userId="04f63225-1d27-46ab-9c7c-1c8b513bed32" providerId="ADAL" clId="{72601241-4D32-4A60-887B-6EB693D59379}" dt="2023-03-21T04:23:24.283" v="713" actId="5793"/>
          <ac:spMkLst>
            <pc:docMk/>
            <pc:sldMk cId="1512586690" sldId="303"/>
            <ac:spMk id="67" creationId="{00000000-0000-0000-0000-000000000000}"/>
          </ac:spMkLst>
        </pc:spChg>
      </pc:sldChg>
      <pc:sldChg chg="addSp delSp modSp add mod">
        <pc:chgData name="Danielle Martin" userId="04f63225-1d27-46ab-9c7c-1c8b513bed32" providerId="ADAL" clId="{72601241-4D32-4A60-887B-6EB693D59379}" dt="2023-03-21T04:18:51.113" v="500"/>
        <pc:sldMkLst>
          <pc:docMk/>
          <pc:sldMk cId="1841640217" sldId="304"/>
        </pc:sldMkLst>
        <pc:spChg chg="del mod">
          <ac:chgData name="Danielle Martin" userId="04f63225-1d27-46ab-9c7c-1c8b513bed32" providerId="ADAL" clId="{72601241-4D32-4A60-887B-6EB693D59379}" dt="2023-03-21T04:18:50.312" v="499" actId="478"/>
          <ac:spMkLst>
            <pc:docMk/>
            <pc:sldMk cId="1841640217" sldId="304"/>
            <ac:spMk id="5" creationId="{00000000-0000-0000-0000-000000000000}"/>
          </ac:spMkLst>
        </pc:spChg>
        <pc:spChg chg="add del mod">
          <ac:chgData name="Danielle Martin" userId="04f63225-1d27-46ab-9c7c-1c8b513bed32" providerId="ADAL" clId="{72601241-4D32-4A60-887B-6EB693D59379}" dt="2023-03-21T04:18:49.375" v="498"/>
          <ac:spMkLst>
            <pc:docMk/>
            <pc:sldMk cId="1841640217" sldId="304"/>
            <ac:spMk id="7" creationId="{E9D7DC15-2897-96C7-C390-F9DB335BC2A8}"/>
          </ac:spMkLst>
        </pc:spChg>
        <pc:spChg chg="add mod">
          <ac:chgData name="Danielle Martin" userId="04f63225-1d27-46ab-9c7c-1c8b513bed32" providerId="ADAL" clId="{72601241-4D32-4A60-887B-6EB693D59379}" dt="2023-03-21T04:18:51.113" v="500"/>
          <ac:spMkLst>
            <pc:docMk/>
            <pc:sldMk cId="1841640217" sldId="304"/>
            <ac:spMk id="8" creationId="{4B21B2AD-B811-29A0-F116-6F7FD6CD689E}"/>
          </ac:spMkLst>
        </pc:spChg>
      </pc:sldChg>
      <pc:sldChg chg="addSp delSp modSp add mod">
        <pc:chgData name="Danielle Martin" userId="04f63225-1d27-46ab-9c7c-1c8b513bed32" providerId="ADAL" clId="{72601241-4D32-4A60-887B-6EB693D59379}" dt="2023-03-21T04:18:55.166" v="502"/>
        <pc:sldMkLst>
          <pc:docMk/>
          <pc:sldMk cId="1068241505" sldId="305"/>
        </pc:sldMkLst>
        <pc:spChg chg="del mod">
          <ac:chgData name="Danielle Martin" userId="04f63225-1d27-46ab-9c7c-1c8b513bed32" providerId="ADAL" clId="{72601241-4D32-4A60-887B-6EB693D59379}" dt="2023-03-21T04:18:54.550" v="501" actId="478"/>
          <ac:spMkLst>
            <pc:docMk/>
            <pc:sldMk cId="1068241505" sldId="305"/>
            <ac:spMk id="5" creationId="{00000000-0000-0000-0000-000000000000}"/>
          </ac:spMkLst>
        </pc:spChg>
        <pc:spChg chg="add mod">
          <ac:chgData name="Danielle Martin" userId="04f63225-1d27-46ab-9c7c-1c8b513bed32" providerId="ADAL" clId="{72601241-4D32-4A60-887B-6EB693D59379}" dt="2023-03-21T04:18:55.166" v="502"/>
          <ac:spMkLst>
            <pc:docMk/>
            <pc:sldMk cId="1068241505" sldId="305"/>
            <ac:spMk id="7" creationId="{E08A3D52-4897-C5AA-67AC-32B805E6301C}"/>
          </ac:spMkLst>
        </pc:spChg>
      </pc:sldChg>
      <pc:sldChg chg="modSp mod">
        <pc:chgData name="Danielle Martin" userId="04f63225-1d27-46ab-9c7c-1c8b513bed32" providerId="ADAL" clId="{72601241-4D32-4A60-887B-6EB693D59379}" dt="2023-03-21T09:46:10.868" v="773" actId="14100"/>
        <pc:sldMkLst>
          <pc:docMk/>
          <pc:sldMk cId="3559867105" sldId="307"/>
        </pc:sldMkLst>
        <pc:spChg chg="mod">
          <ac:chgData name="Danielle Martin" userId="04f63225-1d27-46ab-9c7c-1c8b513bed32" providerId="ADAL" clId="{72601241-4D32-4A60-887B-6EB693D59379}" dt="2023-03-21T09:45:58.935" v="769" actId="1076"/>
          <ac:spMkLst>
            <pc:docMk/>
            <pc:sldMk cId="3559867105" sldId="307"/>
            <ac:spMk id="6" creationId="{00000000-0000-0000-0000-000000000000}"/>
          </ac:spMkLst>
        </pc:spChg>
        <pc:spChg chg="mod">
          <ac:chgData name="Danielle Martin" userId="04f63225-1d27-46ab-9c7c-1c8b513bed32" providerId="ADAL" clId="{72601241-4D32-4A60-887B-6EB693D59379}" dt="2023-03-21T09:46:01.194" v="770" actId="1076"/>
          <ac:spMkLst>
            <pc:docMk/>
            <pc:sldMk cId="3559867105" sldId="307"/>
            <ac:spMk id="7" creationId="{00000000-0000-0000-0000-000000000000}"/>
          </ac:spMkLst>
        </pc:spChg>
        <pc:spChg chg="mod">
          <ac:chgData name="Danielle Martin" userId="04f63225-1d27-46ab-9c7c-1c8b513bed32" providerId="ADAL" clId="{72601241-4D32-4A60-887B-6EB693D59379}" dt="2023-03-21T09:46:10.868" v="773" actId="14100"/>
          <ac:spMkLst>
            <pc:docMk/>
            <pc:sldMk cId="3559867105" sldId="307"/>
            <ac:spMk id="200" creationId="{00000000-0000-0000-0000-000000000000}"/>
          </ac:spMkLst>
        </pc:spChg>
      </pc:sldChg>
      <pc:sldChg chg="addSp modSp mod">
        <pc:chgData name="Danielle Martin" userId="04f63225-1d27-46ab-9c7c-1c8b513bed32" providerId="ADAL" clId="{72601241-4D32-4A60-887B-6EB693D59379}" dt="2023-03-21T02:43:54.474" v="285" actId="115"/>
        <pc:sldMkLst>
          <pc:docMk/>
          <pc:sldMk cId="667598516" sldId="324"/>
        </pc:sldMkLst>
        <pc:spChg chg="mod">
          <ac:chgData name="Danielle Martin" userId="04f63225-1d27-46ab-9c7c-1c8b513bed32" providerId="ADAL" clId="{72601241-4D32-4A60-887B-6EB693D59379}" dt="2023-03-21T02:39:10.326" v="273" actId="1076"/>
          <ac:spMkLst>
            <pc:docMk/>
            <pc:sldMk cId="667598516" sldId="324"/>
            <ac:spMk id="6" creationId="{00000000-0000-0000-0000-000000000000}"/>
          </ac:spMkLst>
        </pc:spChg>
        <pc:spChg chg="mod">
          <ac:chgData name="Danielle Martin" userId="04f63225-1d27-46ab-9c7c-1c8b513bed32" providerId="ADAL" clId="{72601241-4D32-4A60-887B-6EB693D59379}" dt="2023-03-21T02:39:12.392" v="274" actId="1076"/>
          <ac:spMkLst>
            <pc:docMk/>
            <pc:sldMk cId="667598516" sldId="324"/>
            <ac:spMk id="7" creationId="{00000000-0000-0000-0000-000000000000}"/>
          </ac:spMkLst>
        </pc:spChg>
        <pc:spChg chg="mod">
          <ac:chgData name="Danielle Martin" userId="04f63225-1d27-46ab-9c7c-1c8b513bed32" providerId="ADAL" clId="{72601241-4D32-4A60-887B-6EB693D59379}" dt="2023-03-21T02:43:54.474" v="285" actId="115"/>
          <ac:spMkLst>
            <pc:docMk/>
            <pc:sldMk cId="667598516" sldId="324"/>
            <ac:spMk id="12" creationId="{BB5BEF00-8BA9-4959-8E2C-6C0CCFD01D00}"/>
          </ac:spMkLst>
        </pc:spChg>
        <pc:picChg chg="add mod modCrop">
          <ac:chgData name="Danielle Martin" userId="04f63225-1d27-46ab-9c7c-1c8b513bed32" providerId="ADAL" clId="{72601241-4D32-4A60-887B-6EB693D59379}" dt="2023-03-21T02:43:49.903" v="284" actId="1076"/>
          <ac:picMkLst>
            <pc:docMk/>
            <pc:sldMk cId="667598516" sldId="324"/>
            <ac:picMk id="3" creationId="{11C80306-17FA-179B-12EA-CDCD43251EF0}"/>
          </ac:picMkLst>
        </pc:picChg>
      </pc:sldChg>
      <pc:sldChg chg="modSp mod modNotesTx">
        <pc:chgData name="Danielle Martin" userId="04f63225-1d27-46ab-9c7c-1c8b513bed32" providerId="ADAL" clId="{72601241-4D32-4A60-887B-6EB693D59379}" dt="2023-03-22T08:10:26.291" v="776" actId="20577"/>
        <pc:sldMkLst>
          <pc:docMk/>
          <pc:sldMk cId="2590252942" sldId="325"/>
        </pc:sldMkLst>
        <pc:spChg chg="mod">
          <ac:chgData name="Danielle Martin" userId="04f63225-1d27-46ab-9c7c-1c8b513bed32" providerId="ADAL" clId="{72601241-4D32-4A60-887B-6EB693D59379}" dt="2023-03-22T08:10:17.810" v="775" actId="14100"/>
          <ac:spMkLst>
            <pc:docMk/>
            <pc:sldMk cId="2590252942" sldId="325"/>
            <ac:spMk id="12" creationId="{BB5BEF00-8BA9-4959-8E2C-6C0CCFD01D00}"/>
          </ac:spMkLst>
        </pc:spChg>
      </pc:sldChg>
      <pc:sldChg chg="ord">
        <pc:chgData name="Danielle Martin" userId="04f63225-1d27-46ab-9c7c-1c8b513bed32" providerId="ADAL" clId="{72601241-4D32-4A60-887B-6EB693D59379}" dt="2023-03-21T03:57:51.270" v="391" actId="20578"/>
        <pc:sldMkLst>
          <pc:docMk/>
          <pc:sldMk cId="1736178703" sldId="326"/>
        </pc:sldMkLst>
      </pc:sldChg>
      <pc:sldChg chg="addSp delSp modSp add mod ord">
        <pc:chgData name="Danielle Martin" userId="04f63225-1d27-46ab-9c7c-1c8b513bed32" providerId="ADAL" clId="{72601241-4D32-4A60-887B-6EB693D59379}" dt="2023-03-21T02:49:37.263" v="325" actId="20577"/>
        <pc:sldMkLst>
          <pc:docMk/>
          <pc:sldMk cId="3900216488" sldId="330"/>
        </pc:sldMkLst>
        <pc:spChg chg="mod">
          <ac:chgData name="Danielle Martin" userId="04f63225-1d27-46ab-9c7c-1c8b513bed32" providerId="ADAL" clId="{72601241-4D32-4A60-887B-6EB693D59379}" dt="2023-03-21T02:45:20.759" v="322" actId="1076"/>
          <ac:spMkLst>
            <pc:docMk/>
            <pc:sldMk cId="3900216488" sldId="330"/>
            <ac:spMk id="6" creationId="{00000000-0000-0000-0000-000000000000}"/>
          </ac:spMkLst>
        </pc:spChg>
        <pc:spChg chg="mod">
          <ac:chgData name="Danielle Martin" userId="04f63225-1d27-46ab-9c7c-1c8b513bed32" providerId="ADAL" clId="{72601241-4D32-4A60-887B-6EB693D59379}" dt="2023-03-21T02:45:23.654" v="323" actId="1076"/>
          <ac:spMkLst>
            <pc:docMk/>
            <pc:sldMk cId="3900216488" sldId="330"/>
            <ac:spMk id="7" creationId="{00000000-0000-0000-0000-000000000000}"/>
          </ac:spMkLst>
        </pc:spChg>
        <pc:spChg chg="mod">
          <ac:chgData name="Danielle Martin" userId="04f63225-1d27-46ab-9c7c-1c8b513bed32" providerId="ADAL" clId="{72601241-4D32-4A60-887B-6EB693D59379}" dt="2023-03-21T02:49:37.263" v="325" actId="20577"/>
          <ac:spMkLst>
            <pc:docMk/>
            <pc:sldMk cId="3900216488" sldId="330"/>
            <ac:spMk id="12" creationId="{BB5BEF00-8BA9-4959-8E2C-6C0CCFD01D00}"/>
          </ac:spMkLst>
        </pc:spChg>
        <pc:picChg chg="add del">
          <ac:chgData name="Danielle Martin" userId="04f63225-1d27-46ab-9c7c-1c8b513bed32" providerId="ADAL" clId="{72601241-4D32-4A60-887B-6EB693D59379}" dt="2023-03-21T02:29:36.317" v="209" actId="478"/>
          <ac:picMkLst>
            <pc:docMk/>
            <pc:sldMk cId="3900216488" sldId="330"/>
            <ac:picMk id="2" creationId="{2B43DC4D-C8AE-1485-BC99-D72DA258291F}"/>
          </ac:picMkLst>
        </pc:picChg>
      </pc:sldChg>
      <pc:sldChg chg="addSp delSp modSp add del mod ord">
        <pc:chgData name="Danielle Martin" userId="04f63225-1d27-46ab-9c7c-1c8b513bed32" providerId="ADAL" clId="{72601241-4D32-4A60-887B-6EB693D59379}" dt="2023-03-21T02:39:26.657" v="278" actId="47"/>
        <pc:sldMkLst>
          <pc:docMk/>
          <pc:sldMk cId="3819102668" sldId="331"/>
        </pc:sldMkLst>
        <pc:spChg chg="del">
          <ac:chgData name="Danielle Martin" userId="04f63225-1d27-46ab-9c7c-1c8b513bed32" providerId="ADAL" clId="{72601241-4D32-4A60-887B-6EB693D59379}" dt="2023-03-21T02:29:48.788" v="212" actId="478"/>
          <ac:spMkLst>
            <pc:docMk/>
            <pc:sldMk cId="3819102668" sldId="331"/>
            <ac:spMk id="6" creationId="{00000000-0000-0000-0000-000000000000}"/>
          </ac:spMkLst>
        </pc:spChg>
        <pc:spChg chg="del">
          <ac:chgData name="Danielle Martin" userId="04f63225-1d27-46ab-9c7c-1c8b513bed32" providerId="ADAL" clId="{72601241-4D32-4A60-887B-6EB693D59379}" dt="2023-03-21T02:29:45.173" v="211" actId="478"/>
          <ac:spMkLst>
            <pc:docMk/>
            <pc:sldMk cId="3819102668" sldId="331"/>
            <ac:spMk id="7" creationId="{00000000-0000-0000-0000-000000000000}"/>
          </ac:spMkLst>
        </pc:spChg>
        <pc:spChg chg="del">
          <ac:chgData name="Danielle Martin" userId="04f63225-1d27-46ab-9c7c-1c8b513bed32" providerId="ADAL" clId="{72601241-4D32-4A60-887B-6EB693D59379}" dt="2023-03-21T02:29:43.816" v="210" actId="478"/>
          <ac:spMkLst>
            <pc:docMk/>
            <pc:sldMk cId="3819102668" sldId="331"/>
            <ac:spMk id="12" creationId="{BB5BEF00-8BA9-4959-8E2C-6C0CCFD01D00}"/>
          </ac:spMkLst>
        </pc:spChg>
        <pc:picChg chg="del mod">
          <ac:chgData name="Danielle Martin" userId="04f63225-1d27-46ab-9c7c-1c8b513bed32" providerId="ADAL" clId="{72601241-4D32-4A60-887B-6EB693D59379}" dt="2023-03-21T02:32:44.821" v="216" actId="478"/>
          <ac:picMkLst>
            <pc:docMk/>
            <pc:sldMk cId="3819102668" sldId="331"/>
            <ac:picMk id="2" creationId="{2B43DC4D-C8AE-1485-BC99-D72DA258291F}"/>
          </ac:picMkLst>
        </pc:picChg>
        <pc:picChg chg="add mod modCrop">
          <ac:chgData name="Danielle Martin" userId="04f63225-1d27-46ab-9c7c-1c8b513bed32" providerId="ADAL" clId="{72601241-4D32-4A60-887B-6EB693D59379}" dt="2023-03-21T02:33:18.573" v="226" actId="14100"/>
          <ac:picMkLst>
            <pc:docMk/>
            <pc:sldMk cId="3819102668" sldId="331"/>
            <ac:picMk id="4" creationId="{101BC94A-8ABB-AE0A-5419-9B59C1C0367B}"/>
          </ac:picMkLst>
        </pc:picChg>
      </pc:sldChg>
      <pc:sldChg chg="modSp add mod ord">
        <pc:chgData name="Danielle Martin" userId="04f63225-1d27-46ab-9c7c-1c8b513bed32" providerId="ADAL" clId="{72601241-4D32-4A60-887B-6EB693D59379}" dt="2023-03-22T08:11:29.901" v="778" actId="20577"/>
        <pc:sldMkLst>
          <pc:docMk/>
          <pc:sldMk cId="3868397591" sldId="332"/>
        </pc:sldMkLst>
        <pc:spChg chg="mod">
          <ac:chgData name="Danielle Martin" userId="04f63225-1d27-46ab-9c7c-1c8b513bed32" providerId="ADAL" clId="{72601241-4D32-4A60-887B-6EB693D59379}" dt="2023-03-22T08:11:29.901" v="778" actId="20577"/>
          <ac:spMkLst>
            <pc:docMk/>
            <pc:sldMk cId="3868397591" sldId="332"/>
            <ac:spMk id="12" creationId="{BB5BEF00-8BA9-4959-8E2C-6C0CCFD01D00}"/>
          </ac:spMkLst>
        </pc:spChg>
      </pc:sldChg>
      <pc:sldChg chg="add setBg">
        <pc:chgData name="Danielle Martin" userId="04f63225-1d27-46ab-9c7c-1c8b513bed32" providerId="ADAL" clId="{72601241-4D32-4A60-887B-6EB693D59379}" dt="2023-03-21T04:02:46.276" v="395"/>
        <pc:sldMkLst>
          <pc:docMk/>
          <pc:sldMk cId="3665636830" sldId="333"/>
        </pc:sldMkLst>
      </pc:sldChg>
      <pc:sldChg chg="modSp add del mod setBg">
        <pc:chgData name="Danielle Martin" userId="04f63225-1d27-46ab-9c7c-1c8b513bed32" providerId="ADAL" clId="{72601241-4D32-4A60-887B-6EB693D59379}" dt="2023-03-21T04:07:54.191" v="411" actId="47"/>
        <pc:sldMkLst>
          <pc:docMk/>
          <pc:sldMk cId="727274202" sldId="334"/>
        </pc:sldMkLst>
        <pc:spChg chg="mod">
          <ac:chgData name="Danielle Martin" userId="04f63225-1d27-46ab-9c7c-1c8b513bed32" providerId="ADAL" clId="{72601241-4D32-4A60-887B-6EB693D59379}" dt="2023-03-21T04:05:49.223" v="407"/>
          <ac:spMkLst>
            <pc:docMk/>
            <pc:sldMk cId="727274202" sldId="334"/>
            <ac:spMk id="7" creationId="{00000000-0000-0000-0000-000000000000}"/>
          </ac:spMkLst>
        </pc:spChg>
      </pc:sldChg>
      <pc:sldChg chg="addSp delSp modSp add mod">
        <pc:chgData name="Danielle Martin" userId="04f63225-1d27-46ab-9c7c-1c8b513bed32" providerId="ADAL" clId="{72601241-4D32-4A60-887B-6EB693D59379}" dt="2023-03-21T04:19:49.626" v="620" actId="20577"/>
        <pc:sldMkLst>
          <pc:docMk/>
          <pc:sldMk cId="2755075901" sldId="335"/>
        </pc:sldMkLst>
        <pc:spChg chg="add del mod">
          <ac:chgData name="Danielle Martin" userId="04f63225-1d27-46ab-9c7c-1c8b513bed32" providerId="ADAL" clId="{72601241-4D32-4A60-887B-6EB693D59379}" dt="2023-03-21T04:03:12.452" v="399" actId="478"/>
          <ac:spMkLst>
            <pc:docMk/>
            <pc:sldMk cId="2755075901" sldId="335"/>
            <ac:spMk id="3" creationId="{7017E157-2AEB-0E66-3783-B8078D021ECE}"/>
          </ac:spMkLst>
        </pc:spChg>
        <pc:spChg chg="mod">
          <ac:chgData name="Danielle Martin" userId="04f63225-1d27-46ab-9c7c-1c8b513bed32" providerId="ADAL" clId="{72601241-4D32-4A60-887B-6EB693D59379}" dt="2023-03-21T04:17:54.425" v="450" actId="20577"/>
          <ac:spMkLst>
            <pc:docMk/>
            <pc:sldMk cId="2755075901" sldId="335"/>
            <ac:spMk id="7" creationId="{00000000-0000-0000-0000-000000000000}"/>
          </ac:spMkLst>
        </pc:spChg>
        <pc:spChg chg="del">
          <ac:chgData name="Danielle Martin" userId="04f63225-1d27-46ab-9c7c-1c8b513bed32" providerId="ADAL" clId="{72601241-4D32-4A60-887B-6EB693D59379}" dt="2023-03-21T04:03:10.189" v="398" actId="478"/>
          <ac:spMkLst>
            <pc:docMk/>
            <pc:sldMk cId="2755075901" sldId="335"/>
            <ac:spMk id="8" creationId="{6DE1FA37-C451-4D7A-923C-DE79E70C2821}"/>
          </ac:spMkLst>
        </pc:spChg>
        <pc:spChg chg="mod">
          <ac:chgData name="Danielle Martin" userId="04f63225-1d27-46ab-9c7c-1c8b513bed32" providerId="ADAL" clId="{72601241-4D32-4A60-887B-6EB693D59379}" dt="2023-03-21T04:19:49.626" v="620" actId="20577"/>
          <ac:spMkLst>
            <pc:docMk/>
            <pc:sldMk cId="2755075901" sldId="335"/>
            <ac:spMk id="9" creationId="{E68B9885-F7AA-4B4B-B4FF-A2D9076CC8EF}"/>
          </ac:spMkLst>
        </pc:spChg>
        <pc:spChg chg="del">
          <ac:chgData name="Danielle Martin" userId="04f63225-1d27-46ab-9c7c-1c8b513bed32" providerId="ADAL" clId="{72601241-4D32-4A60-887B-6EB693D59379}" dt="2023-03-21T04:03:19.208" v="402" actId="478"/>
          <ac:spMkLst>
            <pc:docMk/>
            <pc:sldMk cId="2755075901" sldId="335"/>
            <ac:spMk id="10" creationId="{8BF99220-8DB3-4821-93EB-01466DC68747}"/>
          </ac:spMkLst>
        </pc:spChg>
        <pc:spChg chg="del">
          <ac:chgData name="Danielle Martin" userId="04f63225-1d27-46ab-9c7c-1c8b513bed32" providerId="ADAL" clId="{72601241-4D32-4A60-887B-6EB693D59379}" dt="2023-03-21T04:03:17.270" v="401" actId="478"/>
          <ac:spMkLst>
            <pc:docMk/>
            <pc:sldMk cId="2755075901" sldId="335"/>
            <ac:spMk id="11" creationId="{052B5B67-DF82-4C33-B79C-8BDB4B40A9BE}"/>
          </ac:spMkLst>
        </pc:spChg>
      </pc:sldChg>
      <pc:sldChg chg="addSp delSp modSp add mod modNotesTx">
        <pc:chgData name="Danielle Martin" userId="04f63225-1d27-46ab-9c7c-1c8b513bed32" providerId="ADAL" clId="{72601241-4D32-4A60-887B-6EB693D59379}" dt="2023-03-21T04:20:05.327" v="625" actId="108"/>
        <pc:sldMkLst>
          <pc:docMk/>
          <pc:sldMk cId="1573870506" sldId="336"/>
        </pc:sldMkLst>
        <pc:spChg chg="del">
          <ac:chgData name="Danielle Martin" userId="04f63225-1d27-46ab-9c7c-1c8b513bed32" providerId="ADAL" clId="{72601241-4D32-4A60-887B-6EB693D59379}" dt="2023-03-21T04:18:25.934" v="476" actId="478"/>
          <ac:spMkLst>
            <pc:docMk/>
            <pc:sldMk cId="1573870506" sldId="336"/>
            <ac:spMk id="5" creationId="{00000000-0000-0000-0000-000000000000}"/>
          </ac:spMkLst>
        </pc:spChg>
        <pc:spChg chg="add mod">
          <ac:chgData name="Danielle Martin" userId="04f63225-1d27-46ab-9c7c-1c8b513bed32" providerId="ADAL" clId="{72601241-4D32-4A60-887B-6EB693D59379}" dt="2023-03-21T04:18:26.601" v="477"/>
          <ac:spMkLst>
            <pc:docMk/>
            <pc:sldMk cId="1573870506" sldId="336"/>
            <ac:spMk id="8" creationId="{61AB9447-A9A8-7EE8-7DF0-87AA82667AE1}"/>
          </ac:spMkLst>
        </pc:spChg>
        <pc:spChg chg="mod">
          <ac:chgData name="Danielle Martin" userId="04f63225-1d27-46ab-9c7c-1c8b513bed32" providerId="ADAL" clId="{72601241-4D32-4A60-887B-6EB693D59379}" dt="2023-03-21T04:20:05.327" v="625" actId="108"/>
          <ac:spMkLst>
            <pc:docMk/>
            <pc:sldMk cId="1573870506" sldId="336"/>
            <ac:spMk id="95" creationId="{00000000-0000-0000-0000-000000000000}"/>
          </ac:spMkLst>
        </pc:spChg>
      </pc:sldChg>
      <pc:sldChg chg="modSp add mod">
        <pc:chgData name="Danielle Martin" userId="04f63225-1d27-46ab-9c7c-1c8b513bed32" providerId="ADAL" clId="{72601241-4D32-4A60-887B-6EB693D59379}" dt="2023-03-21T04:17:59.126" v="451"/>
        <pc:sldMkLst>
          <pc:docMk/>
          <pc:sldMk cId="3140546938" sldId="337"/>
        </pc:sldMkLst>
        <pc:spChg chg="mod">
          <ac:chgData name="Danielle Martin" userId="04f63225-1d27-46ab-9c7c-1c8b513bed32" providerId="ADAL" clId="{72601241-4D32-4A60-887B-6EB693D59379}" dt="2023-03-21T04:17:59.126" v="451"/>
          <ac:spMkLst>
            <pc:docMk/>
            <pc:sldMk cId="3140546938" sldId="337"/>
            <ac:spMk id="7" creationId="{00000000-0000-0000-0000-000000000000}"/>
          </ac:spMkLst>
        </pc:spChg>
        <pc:spChg chg="mod">
          <ac:chgData name="Danielle Martin" userId="04f63225-1d27-46ab-9c7c-1c8b513bed32" providerId="ADAL" clId="{72601241-4D32-4A60-887B-6EB693D59379}" dt="2023-03-21T04:12:56.022" v="430" actId="5793"/>
          <ac:spMkLst>
            <pc:docMk/>
            <pc:sldMk cId="3140546938" sldId="337"/>
            <ac:spMk id="9" creationId="{E68B9885-F7AA-4B4B-B4FF-A2D9076CC8EF}"/>
          </ac:spMkLst>
        </pc:spChg>
      </pc:sldChg>
      <pc:sldChg chg="modSp add mod">
        <pc:chgData name="Danielle Martin" userId="04f63225-1d27-46ab-9c7c-1c8b513bed32" providerId="ADAL" clId="{72601241-4D32-4A60-887B-6EB693D59379}" dt="2023-03-21T04:18:02.181" v="452"/>
        <pc:sldMkLst>
          <pc:docMk/>
          <pc:sldMk cId="583937037" sldId="338"/>
        </pc:sldMkLst>
        <pc:spChg chg="mod">
          <ac:chgData name="Danielle Martin" userId="04f63225-1d27-46ab-9c7c-1c8b513bed32" providerId="ADAL" clId="{72601241-4D32-4A60-887B-6EB693D59379}" dt="2023-03-21T04:18:02.181" v="452"/>
          <ac:spMkLst>
            <pc:docMk/>
            <pc:sldMk cId="583937037" sldId="338"/>
            <ac:spMk id="7" creationId="{00000000-0000-0000-0000-000000000000}"/>
          </ac:spMkLst>
        </pc:spChg>
        <pc:spChg chg="mod">
          <ac:chgData name="Danielle Martin" userId="04f63225-1d27-46ab-9c7c-1c8b513bed32" providerId="ADAL" clId="{72601241-4D32-4A60-887B-6EB693D59379}" dt="2023-03-21T04:13:17.305" v="434" actId="404"/>
          <ac:spMkLst>
            <pc:docMk/>
            <pc:sldMk cId="583937037" sldId="338"/>
            <ac:spMk id="9" creationId="{E68B9885-F7AA-4B4B-B4FF-A2D9076CC8EF}"/>
          </ac:spMkLst>
        </pc:spChg>
      </pc:sldChg>
      <pc:sldChg chg="modSp add del mod ord">
        <pc:chgData name="Danielle Martin" userId="04f63225-1d27-46ab-9c7c-1c8b513bed32" providerId="ADAL" clId="{72601241-4D32-4A60-887B-6EB693D59379}" dt="2023-03-21T04:23:27.680" v="714" actId="47"/>
        <pc:sldMkLst>
          <pc:docMk/>
          <pc:sldMk cId="2886868146" sldId="339"/>
        </pc:sldMkLst>
        <pc:spChg chg="mod">
          <ac:chgData name="Danielle Martin" userId="04f63225-1d27-46ab-9c7c-1c8b513bed32" providerId="ADAL" clId="{72601241-4D32-4A60-887B-6EB693D59379}" dt="2023-03-21T04:21:50.072" v="647" actId="14100"/>
          <ac:spMkLst>
            <pc:docMk/>
            <pc:sldMk cId="2886868146" sldId="339"/>
            <ac:spMk id="6" creationId="{00000000-0000-0000-0000-000000000000}"/>
          </ac:spMkLst>
        </pc:spChg>
        <pc:spChg chg="mod">
          <ac:chgData name="Danielle Martin" userId="04f63225-1d27-46ab-9c7c-1c8b513bed32" providerId="ADAL" clId="{72601241-4D32-4A60-887B-6EB693D59379}" dt="2023-03-21T04:23:07.729" v="711" actId="20577"/>
          <ac:spMkLst>
            <pc:docMk/>
            <pc:sldMk cId="2886868146" sldId="339"/>
            <ac:spMk id="67" creationId="{00000000-0000-0000-0000-000000000000}"/>
          </ac:spMkLst>
        </pc:spChg>
      </pc:sldChg>
      <pc:sldMasterChg chg="delSldLayout">
        <pc:chgData name="Danielle Martin" userId="04f63225-1d27-46ab-9c7c-1c8b513bed32" providerId="ADAL" clId="{72601241-4D32-4A60-887B-6EB693D59379}" dt="2023-03-21T03:11:06.140" v="331" actId="47"/>
        <pc:sldMasterMkLst>
          <pc:docMk/>
          <pc:sldMasterMk cId="1109330355" sldId="2147483648"/>
        </pc:sldMasterMkLst>
        <pc:sldLayoutChg chg="del">
          <pc:chgData name="Danielle Martin" userId="04f63225-1d27-46ab-9c7c-1c8b513bed32" providerId="ADAL" clId="{72601241-4D32-4A60-887B-6EB693D59379}" dt="2023-03-21T03:11:06.140" v="331" actId="47"/>
          <pc:sldLayoutMkLst>
            <pc:docMk/>
            <pc:sldMasterMk cId="1109330355" sldId="2147483648"/>
            <pc:sldLayoutMk cId="1887143965" sldId="2147483662"/>
          </pc:sldLayoutMkLst>
        </pc:sldLayoutChg>
      </pc:sldMasterChg>
    </pc:docChg>
  </pc:docChgLst>
  <pc:docChgLst>
    <pc:chgData name="Michael Moscarelli" userId="3c45dc76-26ad-4bf2-abee-57b769522a52" providerId="ADAL" clId="{417FC2BC-48C4-4FB5-AEE5-99336420C554}"/>
    <pc:docChg chg="modSld">
      <pc:chgData name="Michael Moscarelli" userId="3c45dc76-26ad-4bf2-abee-57b769522a52" providerId="ADAL" clId="{417FC2BC-48C4-4FB5-AEE5-99336420C554}" dt="2021-08-27T20:11:14.185" v="2"/>
      <pc:docMkLst>
        <pc:docMk/>
      </pc:docMkLst>
      <pc:sldChg chg="modTransition">
        <pc:chgData name="Michael Moscarelli" userId="3c45dc76-26ad-4bf2-abee-57b769522a52" providerId="ADAL" clId="{417FC2BC-48C4-4FB5-AEE5-99336420C554}" dt="2021-08-27T20:11:14.185" v="2"/>
        <pc:sldMkLst>
          <pc:docMk/>
          <pc:sldMk cId="3963571660" sldId="257"/>
        </pc:sldMkLst>
      </pc:sldChg>
      <pc:sldChg chg="modTransition">
        <pc:chgData name="Michael Moscarelli" userId="3c45dc76-26ad-4bf2-abee-57b769522a52" providerId="ADAL" clId="{417FC2BC-48C4-4FB5-AEE5-99336420C554}" dt="2021-08-27T20:11:14.185" v="2"/>
        <pc:sldMkLst>
          <pc:docMk/>
          <pc:sldMk cId="1637460772" sldId="259"/>
        </pc:sldMkLst>
      </pc:sldChg>
      <pc:sldChg chg="modTransition">
        <pc:chgData name="Michael Moscarelli" userId="3c45dc76-26ad-4bf2-abee-57b769522a52" providerId="ADAL" clId="{417FC2BC-48C4-4FB5-AEE5-99336420C554}" dt="2021-08-27T20:11:14.185" v="2"/>
        <pc:sldMkLst>
          <pc:docMk/>
          <pc:sldMk cId="1244445394" sldId="263"/>
        </pc:sldMkLst>
      </pc:sldChg>
      <pc:sldChg chg="modTransition">
        <pc:chgData name="Michael Moscarelli" userId="3c45dc76-26ad-4bf2-abee-57b769522a52" providerId="ADAL" clId="{417FC2BC-48C4-4FB5-AEE5-99336420C554}" dt="2021-08-27T20:11:14.185" v="2"/>
        <pc:sldMkLst>
          <pc:docMk/>
          <pc:sldMk cId="4292549403" sldId="264"/>
        </pc:sldMkLst>
      </pc:sldChg>
      <pc:sldChg chg="modTransition">
        <pc:chgData name="Michael Moscarelli" userId="3c45dc76-26ad-4bf2-abee-57b769522a52" providerId="ADAL" clId="{417FC2BC-48C4-4FB5-AEE5-99336420C554}" dt="2021-08-27T20:11:14.185" v="2"/>
        <pc:sldMkLst>
          <pc:docMk/>
          <pc:sldMk cId="2429378618" sldId="265"/>
        </pc:sldMkLst>
      </pc:sldChg>
      <pc:sldChg chg="modTransition">
        <pc:chgData name="Michael Moscarelli" userId="3c45dc76-26ad-4bf2-abee-57b769522a52" providerId="ADAL" clId="{417FC2BC-48C4-4FB5-AEE5-99336420C554}" dt="2021-08-27T20:11:14.185" v="2"/>
        <pc:sldMkLst>
          <pc:docMk/>
          <pc:sldMk cId="3368432275" sldId="266"/>
        </pc:sldMkLst>
      </pc:sldChg>
      <pc:sldChg chg="modTransition">
        <pc:chgData name="Michael Moscarelli" userId="3c45dc76-26ad-4bf2-abee-57b769522a52" providerId="ADAL" clId="{417FC2BC-48C4-4FB5-AEE5-99336420C554}" dt="2021-08-27T20:11:14.185" v="2"/>
        <pc:sldMkLst>
          <pc:docMk/>
          <pc:sldMk cId="2502525383" sldId="267"/>
        </pc:sldMkLst>
      </pc:sldChg>
      <pc:sldChg chg="modTransition">
        <pc:chgData name="Michael Moscarelli" userId="3c45dc76-26ad-4bf2-abee-57b769522a52" providerId="ADAL" clId="{417FC2BC-48C4-4FB5-AEE5-99336420C554}" dt="2021-08-27T20:11:14.185" v="2"/>
        <pc:sldMkLst>
          <pc:docMk/>
          <pc:sldMk cId="973098032" sldId="268"/>
        </pc:sldMkLst>
      </pc:sldChg>
      <pc:sldChg chg="modTransition">
        <pc:chgData name="Michael Moscarelli" userId="3c45dc76-26ad-4bf2-abee-57b769522a52" providerId="ADAL" clId="{417FC2BC-48C4-4FB5-AEE5-99336420C554}" dt="2021-08-27T20:11:14.185" v="2"/>
        <pc:sldMkLst>
          <pc:docMk/>
          <pc:sldMk cId="64403297" sldId="269"/>
        </pc:sldMkLst>
      </pc:sldChg>
      <pc:sldChg chg="modTransition">
        <pc:chgData name="Michael Moscarelli" userId="3c45dc76-26ad-4bf2-abee-57b769522a52" providerId="ADAL" clId="{417FC2BC-48C4-4FB5-AEE5-99336420C554}" dt="2021-08-27T20:11:14.185" v="2"/>
        <pc:sldMkLst>
          <pc:docMk/>
          <pc:sldMk cId="1764266274" sldId="270"/>
        </pc:sldMkLst>
      </pc:sldChg>
      <pc:sldChg chg="modTransition">
        <pc:chgData name="Michael Moscarelli" userId="3c45dc76-26ad-4bf2-abee-57b769522a52" providerId="ADAL" clId="{417FC2BC-48C4-4FB5-AEE5-99336420C554}" dt="2021-08-27T20:11:14.185" v="2"/>
        <pc:sldMkLst>
          <pc:docMk/>
          <pc:sldMk cId="3597516244" sldId="272"/>
        </pc:sldMkLst>
      </pc:sldChg>
      <pc:sldChg chg="modTransition">
        <pc:chgData name="Michael Moscarelli" userId="3c45dc76-26ad-4bf2-abee-57b769522a52" providerId="ADAL" clId="{417FC2BC-48C4-4FB5-AEE5-99336420C554}" dt="2021-08-27T20:11:14.185" v="2"/>
        <pc:sldMkLst>
          <pc:docMk/>
          <pc:sldMk cId="1771842136" sldId="273"/>
        </pc:sldMkLst>
      </pc:sldChg>
      <pc:sldChg chg="modTransition">
        <pc:chgData name="Michael Moscarelli" userId="3c45dc76-26ad-4bf2-abee-57b769522a52" providerId="ADAL" clId="{417FC2BC-48C4-4FB5-AEE5-99336420C554}" dt="2021-08-27T20:11:14.185" v="2"/>
        <pc:sldMkLst>
          <pc:docMk/>
          <pc:sldMk cId="4150192465" sldId="274"/>
        </pc:sldMkLst>
      </pc:sldChg>
      <pc:sldChg chg="modTransition">
        <pc:chgData name="Michael Moscarelli" userId="3c45dc76-26ad-4bf2-abee-57b769522a52" providerId="ADAL" clId="{417FC2BC-48C4-4FB5-AEE5-99336420C554}" dt="2021-08-27T20:11:14.185" v="2"/>
        <pc:sldMkLst>
          <pc:docMk/>
          <pc:sldMk cId="2858251979" sldId="275"/>
        </pc:sldMkLst>
      </pc:sldChg>
      <pc:sldChg chg="modTransition">
        <pc:chgData name="Michael Moscarelli" userId="3c45dc76-26ad-4bf2-abee-57b769522a52" providerId="ADAL" clId="{417FC2BC-48C4-4FB5-AEE5-99336420C554}" dt="2021-08-27T20:11:14.185" v="2"/>
        <pc:sldMkLst>
          <pc:docMk/>
          <pc:sldMk cId="2934135243" sldId="276"/>
        </pc:sldMkLst>
      </pc:sldChg>
      <pc:sldChg chg="modTransition">
        <pc:chgData name="Michael Moscarelli" userId="3c45dc76-26ad-4bf2-abee-57b769522a52" providerId="ADAL" clId="{417FC2BC-48C4-4FB5-AEE5-99336420C554}" dt="2021-08-27T20:11:14.185" v="2"/>
        <pc:sldMkLst>
          <pc:docMk/>
          <pc:sldMk cId="910019463" sldId="279"/>
        </pc:sldMkLst>
      </pc:sldChg>
      <pc:sldChg chg="modTransition">
        <pc:chgData name="Michael Moscarelli" userId="3c45dc76-26ad-4bf2-abee-57b769522a52" providerId="ADAL" clId="{417FC2BC-48C4-4FB5-AEE5-99336420C554}" dt="2021-08-27T20:11:14.185" v="2"/>
        <pc:sldMkLst>
          <pc:docMk/>
          <pc:sldMk cId="2645672660" sldId="283"/>
        </pc:sldMkLst>
      </pc:sldChg>
      <pc:sldChg chg="modTransition">
        <pc:chgData name="Michael Moscarelli" userId="3c45dc76-26ad-4bf2-abee-57b769522a52" providerId="ADAL" clId="{417FC2BC-48C4-4FB5-AEE5-99336420C554}" dt="2021-08-27T20:11:14.185" v="2"/>
        <pc:sldMkLst>
          <pc:docMk/>
          <pc:sldMk cId="4164642956" sldId="284"/>
        </pc:sldMkLst>
      </pc:sldChg>
      <pc:sldChg chg="modTransition">
        <pc:chgData name="Michael Moscarelli" userId="3c45dc76-26ad-4bf2-abee-57b769522a52" providerId="ADAL" clId="{417FC2BC-48C4-4FB5-AEE5-99336420C554}" dt="2021-08-27T20:11:14.185" v="2"/>
        <pc:sldMkLst>
          <pc:docMk/>
          <pc:sldMk cId="798250953" sldId="285"/>
        </pc:sldMkLst>
      </pc:sldChg>
      <pc:sldChg chg="modTransition">
        <pc:chgData name="Michael Moscarelli" userId="3c45dc76-26ad-4bf2-abee-57b769522a52" providerId="ADAL" clId="{417FC2BC-48C4-4FB5-AEE5-99336420C554}" dt="2021-08-27T20:11:14.185" v="2"/>
        <pc:sldMkLst>
          <pc:docMk/>
          <pc:sldMk cId="1922730267" sldId="287"/>
        </pc:sldMkLst>
      </pc:sldChg>
      <pc:sldChg chg="modTransition">
        <pc:chgData name="Michael Moscarelli" userId="3c45dc76-26ad-4bf2-abee-57b769522a52" providerId="ADAL" clId="{417FC2BC-48C4-4FB5-AEE5-99336420C554}" dt="2021-08-27T20:11:14.185" v="2"/>
        <pc:sldMkLst>
          <pc:docMk/>
          <pc:sldMk cId="3085414058" sldId="288"/>
        </pc:sldMkLst>
      </pc:sldChg>
      <pc:sldChg chg="modTransition">
        <pc:chgData name="Michael Moscarelli" userId="3c45dc76-26ad-4bf2-abee-57b769522a52" providerId="ADAL" clId="{417FC2BC-48C4-4FB5-AEE5-99336420C554}" dt="2021-08-27T20:11:14.185" v="2"/>
        <pc:sldMkLst>
          <pc:docMk/>
          <pc:sldMk cId="637105166" sldId="289"/>
        </pc:sldMkLst>
      </pc:sldChg>
      <pc:sldChg chg="modTransition">
        <pc:chgData name="Michael Moscarelli" userId="3c45dc76-26ad-4bf2-abee-57b769522a52" providerId="ADAL" clId="{417FC2BC-48C4-4FB5-AEE5-99336420C554}" dt="2021-08-27T20:11:14.185" v="2"/>
        <pc:sldMkLst>
          <pc:docMk/>
          <pc:sldMk cId="1487187997" sldId="290"/>
        </pc:sldMkLst>
      </pc:sldChg>
      <pc:sldChg chg="modTransition">
        <pc:chgData name="Michael Moscarelli" userId="3c45dc76-26ad-4bf2-abee-57b769522a52" providerId="ADAL" clId="{417FC2BC-48C4-4FB5-AEE5-99336420C554}" dt="2021-08-27T20:11:14.185" v="2"/>
        <pc:sldMkLst>
          <pc:docMk/>
          <pc:sldMk cId="2540148509" sldId="292"/>
        </pc:sldMkLst>
      </pc:sldChg>
      <pc:sldChg chg="modTransition">
        <pc:chgData name="Michael Moscarelli" userId="3c45dc76-26ad-4bf2-abee-57b769522a52" providerId="ADAL" clId="{417FC2BC-48C4-4FB5-AEE5-99336420C554}" dt="2021-08-27T20:11:14.185" v="2"/>
        <pc:sldMkLst>
          <pc:docMk/>
          <pc:sldMk cId="241458670" sldId="293"/>
        </pc:sldMkLst>
      </pc:sldChg>
      <pc:sldChg chg="modTransition">
        <pc:chgData name="Michael Moscarelli" userId="3c45dc76-26ad-4bf2-abee-57b769522a52" providerId="ADAL" clId="{417FC2BC-48C4-4FB5-AEE5-99336420C554}" dt="2021-08-27T20:11:14.185" v="2"/>
        <pc:sldMkLst>
          <pc:docMk/>
          <pc:sldMk cId="3381497375" sldId="295"/>
        </pc:sldMkLst>
      </pc:sldChg>
      <pc:sldChg chg="modTransition">
        <pc:chgData name="Michael Moscarelli" userId="3c45dc76-26ad-4bf2-abee-57b769522a52" providerId="ADAL" clId="{417FC2BC-48C4-4FB5-AEE5-99336420C554}" dt="2021-08-27T20:11:14.185" v="2"/>
        <pc:sldMkLst>
          <pc:docMk/>
          <pc:sldMk cId="394311324" sldId="296"/>
        </pc:sldMkLst>
      </pc:sldChg>
      <pc:sldChg chg="modTransition">
        <pc:chgData name="Michael Moscarelli" userId="3c45dc76-26ad-4bf2-abee-57b769522a52" providerId="ADAL" clId="{417FC2BC-48C4-4FB5-AEE5-99336420C554}" dt="2021-08-27T20:11:14.185" v="2"/>
        <pc:sldMkLst>
          <pc:docMk/>
          <pc:sldMk cId="2743023188" sldId="297"/>
        </pc:sldMkLst>
      </pc:sldChg>
      <pc:sldChg chg="modTransition">
        <pc:chgData name="Michael Moscarelli" userId="3c45dc76-26ad-4bf2-abee-57b769522a52" providerId="ADAL" clId="{417FC2BC-48C4-4FB5-AEE5-99336420C554}" dt="2021-08-27T20:11:14.185" v="2"/>
        <pc:sldMkLst>
          <pc:docMk/>
          <pc:sldMk cId="1208532956" sldId="299"/>
        </pc:sldMkLst>
      </pc:sldChg>
      <pc:sldChg chg="modTransition">
        <pc:chgData name="Michael Moscarelli" userId="3c45dc76-26ad-4bf2-abee-57b769522a52" providerId="ADAL" clId="{417FC2BC-48C4-4FB5-AEE5-99336420C554}" dt="2021-08-27T20:11:14.185" v="2"/>
        <pc:sldMkLst>
          <pc:docMk/>
          <pc:sldMk cId="2472928703" sldId="300"/>
        </pc:sldMkLst>
      </pc:sldChg>
      <pc:sldChg chg="modTransition">
        <pc:chgData name="Michael Moscarelli" userId="3c45dc76-26ad-4bf2-abee-57b769522a52" providerId="ADAL" clId="{417FC2BC-48C4-4FB5-AEE5-99336420C554}" dt="2021-08-27T20:11:14.185" v="2"/>
        <pc:sldMkLst>
          <pc:docMk/>
          <pc:sldMk cId="789832549" sldId="302"/>
        </pc:sldMkLst>
      </pc:sldChg>
      <pc:sldChg chg="modTransition">
        <pc:chgData name="Michael Moscarelli" userId="3c45dc76-26ad-4bf2-abee-57b769522a52" providerId="ADAL" clId="{417FC2BC-48C4-4FB5-AEE5-99336420C554}" dt="2021-08-27T20:11:14.185" v="2"/>
        <pc:sldMkLst>
          <pc:docMk/>
          <pc:sldMk cId="1512586690" sldId="303"/>
        </pc:sldMkLst>
      </pc:sldChg>
      <pc:sldChg chg="modTransition">
        <pc:chgData name="Michael Moscarelli" userId="3c45dc76-26ad-4bf2-abee-57b769522a52" providerId="ADAL" clId="{417FC2BC-48C4-4FB5-AEE5-99336420C554}" dt="2021-08-27T20:11:14.185" v="2"/>
        <pc:sldMkLst>
          <pc:docMk/>
          <pc:sldMk cId="1841640217" sldId="304"/>
        </pc:sldMkLst>
      </pc:sldChg>
      <pc:sldChg chg="modTransition">
        <pc:chgData name="Michael Moscarelli" userId="3c45dc76-26ad-4bf2-abee-57b769522a52" providerId="ADAL" clId="{417FC2BC-48C4-4FB5-AEE5-99336420C554}" dt="2021-08-27T20:11:14.185" v="2"/>
        <pc:sldMkLst>
          <pc:docMk/>
          <pc:sldMk cId="1068241505" sldId="305"/>
        </pc:sldMkLst>
      </pc:sldChg>
      <pc:sldChg chg="modTransition">
        <pc:chgData name="Michael Moscarelli" userId="3c45dc76-26ad-4bf2-abee-57b769522a52" providerId="ADAL" clId="{417FC2BC-48C4-4FB5-AEE5-99336420C554}" dt="2021-08-27T20:11:14.185" v="2"/>
        <pc:sldMkLst>
          <pc:docMk/>
          <pc:sldMk cId="3696477027" sldId="306"/>
        </pc:sldMkLst>
      </pc:sldChg>
    </pc:docChg>
  </pc:docChgLst>
  <pc:docChgLst>
    <pc:chgData name="Andi Thomas" userId="ee72f13c-c708-4c1d-ae30-b90431e19cf8" providerId="ADAL" clId="{92380E31-A3B8-42BC-9F92-D417623F6030}"/>
    <pc:docChg chg="custSel modSld">
      <pc:chgData name="Andi Thomas" userId="ee72f13c-c708-4c1d-ae30-b90431e19cf8" providerId="ADAL" clId="{92380E31-A3B8-42BC-9F92-D417623F6030}" dt="2021-09-07T19:03:23.734" v="2943" actId="20577"/>
      <pc:docMkLst>
        <pc:docMk/>
      </pc:docMkLst>
      <pc:sldChg chg="modSp mod">
        <pc:chgData name="Andi Thomas" userId="ee72f13c-c708-4c1d-ae30-b90431e19cf8" providerId="ADAL" clId="{92380E31-A3B8-42BC-9F92-D417623F6030}" dt="2021-08-19T18:26:10.758" v="15" actId="20577"/>
        <pc:sldMkLst>
          <pc:docMk/>
          <pc:sldMk cId="4292549403" sldId="264"/>
        </pc:sldMkLst>
        <pc:spChg chg="mod">
          <ac:chgData name="Andi Thomas" userId="ee72f13c-c708-4c1d-ae30-b90431e19cf8" providerId="ADAL" clId="{92380E31-A3B8-42BC-9F92-D417623F6030}" dt="2021-08-19T18:26:10.758" v="15" actId="20577"/>
          <ac:spMkLst>
            <pc:docMk/>
            <pc:sldMk cId="4292549403" sldId="264"/>
            <ac:spMk id="95" creationId="{00000000-0000-0000-0000-000000000000}"/>
          </ac:spMkLst>
        </pc:spChg>
      </pc:sldChg>
      <pc:sldChg chg="modSp mod modNotesTx">
        <pc:chgData name="Andi Thomas" userId="ee72f13c-c708-4c1d-ae30-b90431e19cf8" providerId="ADAL" clId="{92380E31-A3B8-42BC-9F92-D417623F6030}" dt="2021-09-07T19:01:21.452" v="2830" actId="20577"/>
        <pc:sldMkLst>
          <pc:docMk/>
          <pc:sldMk cId="3368432275" sldId="266"/>
        </pc:sldMkLst>
        <pc:spChg chg="mod">
          <ac:chgData name="Andi Thomas" userId="ee72f13c-c708-4c1d-ae30-b90431e19cf8" providerId="ADAL" clId="{92380E31-A3B8-42BC-9F92-D417623F6030}" dt="2021-08-27T19:52:20.894" v="2379" actId="20577"/>
          <ac:spMkLst>
            <pc:docMk/>
            <pc:sldMk cId="3368432275" sldId="266"/>
            <ac:spMk id="200" creationId="{00000000-0000-0000-0000-000000000000}"/>
          </ac:spMkLst>
        </pc:spChg>
      </pc:sldChg>
      <pc:sldChg chg="modNotesTx">
        <pc:chgData name="Andi Thomas" userId="ee72f13c-c708-4c1d-ae30-b90431e19cf8" providerId="ADAL" clId="{92380E31-A3B8-42BC-9F92-D417623F6030}" dt="2021-09-07T19:02:37.539" v="2923" actId="20577"/>
        <pc:sldMkLst>
          <pc:docMk/>
          <pc:sldMk cId="2502525383" sldId="267"/>
        </pc:sldMkLst>
      </pc:sldChg>
      <pc:sldChg chg="modNotesTx">
        <pc:chgData name="Andi Thomas" userId="ee72f13c-c708-4c1d-ae30-b90431e19cf8" providerId="ADAL" clId="{92380E31-A3B8-42BC-9F92-D417623F6030}" dt="2021-09-07T19:02:54.849" v="2924" actId="20577"/>
        <pc:sldMkLst>
          <pc:docMk/>
          <pc:sldMk cId="973098032" sldId="268"/>
        </pc:sldMkLst>
      </pc:sldChg>
      <pc:sldChg chg="modNotesTx">
        <pc:chgData name="Andi Thomas" userId="ee72f13c-c708-4c1d-ae30-b90431e19cf8" providerId="ADAL" clId="{92380E31-A3B8-42BC-9F92-D417623F6030}" dt="2021-09-07T19:03:18.754" v="2942" actId="20577"/>
        <pc:sldMkLst>
          <pc:docMk/>
          <pc:sldMk cId="64403297" sldId="269"/>
        </pc:sldMkLst>
      </pc:sldChg>
      <pc:sldChg chg="modNotesTx">
        <pc:chgData name="Andi Thomas" userId="ee72f13c-c708-4c1d-ae30-b90431e19cf8" providerId="ADAL" clId="{92380E31-A3B8-42BC-9F92-D417623F6030}" dt="2021-08-27T19:48:34.823" v="2315" actId="20577"/>
        <pc:sldMkLst>
          <pc:docMk/>
          <pc:sldMk cId="1771842136" sldId="273"/>
        </pc:sldMkLst>
      </pc:sldChg>
      <pc:sldChg chg="modSp mod">
        <pc:chgData name="Andi Thomas" userId="ee72f13c-c708-4c1d-ae30-b90431e19cf8" providerId="ADAL" clId="{92380E31-A3B8-42BC-9F92-D417623F6030}" dt="2021-08-27T19:27:50.672" v="1260" actId="20577"/>
        <pc:sldMkLst>
          <pc:docMk/>
          <pc:sldMk cId="2858251979" sldId="275"/>
        </pc:sldMkLst>
        <pc:spChg chg="mod">
          <ac:chgData name="Andi Thomas" userId="ee72f13c-c708-4c1d-ae30-b90431e19cf8" providerId="ADAL" clId="{92380E31-A3B8-42BC-9F92-D417623F6030}" dt="2021-08-27T19:27:50.672" v="1260" actId="20577"/>
          <ac:spMkLst>
            <pc:docMk/>
            <pc:sldMk cId="2858251979" sldId="275"/>
            <ac:spMk id="5" creationId="{00000000-0000-0000-0000-000000000000}"/>
          </ac:spMkLst>
        </pc:spChg>
      </pc:sldChg>
      <pc:sldChg chg="modNotesTx">
        <pc:chgData name="Andi Thomas" userId="ee72f13c-c708-4c1d-ae30-b90431e19cf8" providerId="ADAL" clId="{92380E31-A3B8-42BC-9F92-D417623F6030}" dt="2021-08-19T19:10:23.130" v="1136" actId="20577"/>
        <pc:sldMkLst>
          <pc:docMk/>
          <pc:sldMk cId="3085414058" sldId="288"/>
        </pc:sldMkLst>
      </pc:sldChg>
      <pc:sldChg chg="modSp mod modNotesTx">
        <pc:chgData name="Andi Thomas" userId="ee72f13c-c708-4c1d-ae30-b90431e19cf8" providerId="ADAL" clId="{92380E31-A3B8-42BC-9F92-D417623F6030}" dt="2021-09-07T18:57:58.447" v="2382" actId="20577"/>
        <pc:sldMkLst>
          <pc:docMk/>
          <pc:sldMk cId="637105166" sldId="289"/>
        </pc:sldMkLst>
        <pc:spChg chg="mod">
          <ac:chgData name="Andi Thomas" userId="ee72f13c-c708-4c1d-ae30-b90431e19cf8" providerId="ADAL" clId="{92380E31-A3B8-42BC-9F92-D417623F6030}" dt="2021-08-19T18:23:37.565" v="12" actId="20577"/>
          <ac:spMkLst>
            <pc:docMk/>
            <pc:sldMk cId="637105166" sldId="289"/>
            <ac:spMk id="8" creationId="{32EA02CE-9837-4204-85DD-912C05CE0257}"/>
          </ac:spMkLst>
        </pc:spChg>
      </pc:sldChg>
      <pc:sldChg chg="modNotesTx">
        <pc:chgData name="Andi Thomas" userId="ee72f13c-c708-4c1d-ae30-b90431e19cf8" providerId="ADAL" clId="{92380E31-A3B8-42BC-9F92-D417623F6030}" dt="2021-09-07T19:03:23.734" v="2943" actId="20577"/>
        <pc:sldMkLst>
          <pc:docMk/>
          <pc:sldMk cId="3696477027" sldId="306"/>
        </pc:sldMkLst>
      </pc:sldChg>
    </pc:docChg>
  </pc:docChgLst>
  <pc:docChgLst>
    <pc:chgData name="Stephanie Verganza" userId="ffc5f8f4-b46c-4eb7-ad0a-4bc869c58a2c" providerId="ADAL" clId="{7A3D8FD7-DF31-473D-9279-FEEC72DE29F4}"/>
    <pc:docChg chg="undo custSel addSld delSld modSld sldOrd">
      <pc:chgData name="Stephanie Verganza" userId="ffc5f8f4-b46c-4eb7-ad0a-4bc869c58a2c" providerId="ADAL" clId="{7A3D8FD7-DF31-473D-9279-FEEC72DE29F4}" dt="2021-09-07T19:10:33.067" v="4529" actId="20577"/>
      <pc:docMkLst>
        <pc:docMk/>
      </pc:docMkLst>
      <pc:sldChg chg="modSp modNotesTx">
        <pc:chgData name="Stephanie Verganza" userId="ffc5f8f4-b46c-4eb7-ad0a-4bc869c58a2c" providerId="ADAL" clId="{7A3D8FD7-DF31-473D-9279-FEEC72DE29F4}" dt="2021-08-19T18:28:29.721" v="4216" actId="20577"/>
        <pc:sldMkLst>
          <pc:docMk/>
          <pc:sldMk cId="2429378618" sldId="265"/>
        </pc:sldMkLst>
        <pc:spChg chg="mod">
          <ac:chgData name="Stephanie Verganza" userId="ffc5f8f4-b46c-4eb7-ad0a-4bc869c58a2c" providerId="ADAL" clId="{7A3D8FD7-DF31-473D-9279-FEEC72DE29F4}" dt="2021-08-16T21:42:06.732" v="1149" actId="207"/>
          <ac:spMkLst>
            <pc:docMk/>
            <pc:sldMk cId="2429378618" sldId="265"/>
            <ac:spMk id="5" creationId="{00000000-0000-0000-0000-000000000000}"/>
          </ac:spMkLst>
        </pc:spChg>
      </pc:sldChg>
      <pc:sldChg chg="modSp modNotesTx">
        <pc:chgData name="Stephanie Verganza" userId="ffc5f8f4-b46c-4eb7-ad0a-4bc869c58a2c" providerId="ADAL" clId="{7A3D8FD7-DF31-473D-9279-FEEC72DE29F4}" dt="2021-08-19T18:54:22.023" v="4523" actId="20577"/>
        <pc:sldMkLst>
          <pc:docMk/>
          <pc:sldMk cId="3368432275" sldId="266"/>
        </pc:sldMkLst>
        <pc:spChg chg="mod">
          <ac:chgData name="Stephanie Verganza" userId="ffc5f8f4-b46c-4eb7-ad0a-4bc869c58a2c" providerId="ADAL" clId="{7A3D8FD7-DF31-473D-9279-FEEC72DE29F4}" dt="2021-08-16T21:45:39.797" v="1151" actId="207"/>
          <ac:spMkLst>
            <pc:docMk/>
            <pc:sldMk cId="3368432275" sldId="266"/>
            <ac:spMk id="6" creationId="{00000000-0000-0000-0000-000000000000}"/>
          </ac:spMkLst>
        </pc:spChg>
      </pc:sldChg>
      <pc:sldChg chg="modSp">
        <pc:chgData name="Stephanie Verganza" userId="ffc5f8f4-b46c-4eb7-ad0a-4bc869c58a2c" providerId="ADAL" clId="{7A3D8FD7-DF31-473D-9279-FEEC72DE29F4}" dt="2021-08-16T21:45:57.604" v="1152"/>
        <pc:sldMkLst>
          <pc:docMk/>
          <pc:sldMk cId="2502525383" sldId="267"/>
        </pc:sldMkLst>
        <pc:spChg chg="mod">
          <ac:chgData name="Stephanie Verganza" userId="ffc5f8f4-b46c-4eb7-ad0a-4bc869c58a2c" providerId="ADAL" clId="{7A3D8FD7-DF31-473D-9279-FEEC72DE29F4}" dt="2021-08-16T21:45:57.604" v="1152"/>
          <ac:spMkLst>
            <pc:docMk/>
            <pc:sldMk cId="2502525383" sldId="267"/>
            <ac:spMk id="7" creationId="{00000000-0000-0000-0000-000000000000}"/>
          </ac:spMkLst>
        </pc:spChg>
      </pc:sldChg>
      <pc:sldChg chg="modSp">
        <pc:chgData name="Stephanie Verganza" userId="ffc5f8f4-b46c-4eb7-ad0a-4bc869c58a2c" providerId="ADAL" clId="{7A3D8FD7-DF31-473D-9279-FEEC72DE29F4}" dt="2021-08-16T21:46:02.150" v="1153"/>
        <pc:sldMkLst>
          <pc:docMk/>
          <pc:sldMk cId="973098032" sldId="268"/>
        </pc:sldMkLst>
        <pc:spChg chg="mod">
          <ac:chgData name="Stephanie Verganza" userId="ffc5f8f4-b46c-4eb7-ad0a-4bc869c58a2c" providerId="ADAL" clId="{7A3D8FD7-DF31-473D-9279-FEEC72DE29F4}" dt="2021-08-16T21:46:02.150" v="1153"/>
          <ac:spMkLst>
            <pc:docMk/>
            <pc:sldMk cId="973098032" sldId="268"/>
            <ac:spMk id="6" creationId="{00000000-0000-0000-0000-000000000000}"/>
          </ac:spMkLst>
        </pc:spChg>
      </pc:sldChg>
      <pc:sldChg chg="modSp modNotesTx">
        <pc:chgData name="Stephanie Verganza" userId="ffc5f8f4-b46c-4eb7-ad0a-4bc869c58a2c" providerId="ADAL" clId="{7A3D8FD7-DF31-473D-9279-FEEC72DE29F4}" dt="2021-08-17T22:18:37.594" v="4094" actId="20577"/>
        <pc:sldMkLst>
          <pc:docMk/>
          <pc:sldMk cId="64403297" sldId="269"/>
        </pc:sldMkLst>
        <pc:spChg chg="mod">
          <ac:chgData name="Stephanie Verganza" userId="ffc5f8f4-b46c-4eb7-ad0a-4bc869c58a2c" providerId="ADAL" clId="{7A3D8FD7-DF31-473D-9279-FEEC72DE29F4}" dt="2021-08-16T21:47:35.417" v="1163" actId="207"/>
          <ac:spMkLst>
            <pc:docMk/>
            <pc:sldMk cId="64403297" sldId="269"/>
            <ac:spMk id="7" creationId="{00000000-0000-0000-0000-000000000000}"/>
          </ac:spMkLst>
        </pc:spChg>
        <pc:spChg chg="mod">
          <ac:chgData name="Stephanie Verganza" userId="ffc5f8f4-b46c-4eb7-ad0a-4bc869c58a2c" providerId="ADAL" clId="{7A3D8FD7-DF31-473D-9279-FEEC72DE29F4}" dt="2021-08-17T22:18:37.594" v="4094" actId="20577"/>
          <ac:spMkLst>
            <pc:docMk/>
            <pc:sldMk cId="64403297" sldId="269"/>
            <ac:spMk id="200" creationId="{00000000-0000-0000-0000-000000000000}"/>
          </ac:spMkLst>
        </pc:spChg>
      </pc:sldChg>
      <pc:sldChg chg="addSp delSp modSp">
        <pc:chgData name="Stephanie Verganza" userId="ffc5f8f4-b46c-4eb7-ad0a-4bc869c58a2c" providerId="ADAL" clId="{7A3D8FD7-DF31-473D-9279-FEEC72DE29F4}" dt="2021-08-16T22:34:39.293" v="1420"/>
        <pc:sldMkLst>
          <pc:docMk/>
          <pc:sldMk cId="1764266274" sldId="270"/>
        </pc:sldMkLst>
        <pc:spChg chg="add del mod">
          <ac:chgData name="Stephanie Verganza" userId="ffc5f8f4-b46c-4eb7-ad0a-4bc869c58a2c" providerId="ADAL" clId="{7A3D8FD7-DF31-473D-9279-FEEC72DE29F4}" dt="2021-08-16T22:34:39.293" v="1420"/>
          <ac:spMkLst>
            <pc:docMk/>
            <pc:sldMk cId="1764266274" sldId="270"/>
            <ac:spMk id="2" creationId="{3F2A75A2-BEB0-4A50-B663-182D2348202C}"/>
          </ac:spMkLst>
        </pc:spChg>
        <pc:spChg chg="add del mod">
          <ac:chgData name="Stephanie Verganza" userId="ffc5f8f4-b46c-4eb7-ad0a-4bc869c58a2c" providerId="ADAL" clId="{7A3D8FD7-DF31-473D-9279-FEEC72DE29F4}" dt="2021-08-16T22:34:39.293" v="1420"/>
          <ac:spMkLst>
            <pc:docMk/>
            <pc:sldMk cId="1764266274" sldId="270"/>
            <ac:spMk id="3" creationId="{BA2790D5-8C40-48EF-9B7D-3ED0C79A3C9C}"/>
          </ac:spMkLst>
        </pc:spChg>
        <pc:spChg chg="mod">
          <ac:chgData name="Stephanie Verganza" userId="ffc5f8f4-b46c-4eb7-ad0a-4bc869c58a2c" providerId="ADAL" clId="{7A3D8FD7-DF31-473D-9279-FEEC72DE29F4}" dt="2021-08-16T21:48:46.633" v="1166" actId="207"/>
          <ac:spMkLst>
            <pc:docMk/>
            <pc:sldMk cId="1764266274" sldId="270"/>
            <ac:spMk id="5" creationId="{00000000-0000-0000-0000-000000000000}"/>
          </ac:spMkLst>
        </pc:spChg>
      </pc:sldChg>
      <pc:sldChg chg="modSp modNotesTx">
        <pc:chgData name="Stephanie Verganza" userId="ffc5f8f4-b46c-4eb7-ad0a-4bc869c58a2c" providerId="ADAL" clId="{7A3D8FD7-DF31-473D-9279-FEEC72DE29F4}" dt="2021-08-17T14:06:31.094" v="2608" actId="114"/>
        <pc:sldMkLst>
          <pc:docMk/>
          <pc:sldMk cId="3597516244" sldId="272"/>
        </pc:sldMkLst>
        <pc:spChg chg="mod">
          <ac:chgData name="Stephanie Verganza" userId="ffc5f8f4-b46c-4eb7-ad0a-4bc869c58a2c" providerId="ADAL" clId="{7A3D8FD7-DF31-473D-9279-FEEC72DE29F4}" dt="2021-08-16T22:38:53.262" v="1421" actId="207"/>
          <ac:spMkLst>
            <pc:docMk/>
            <pc:sldMk cId="3597516244" sldId="272"/>
            <ac:spMk id="5" creationId="{00000000-0000-0000-0000-000000000000}"/>
          </ac:spMkLst>
        </pc:spChg>
        <pc:spChg chg="mod">
          <ac:chgData name="Stephanie Verganza" userId="ffc5f8f4-b46c-4eb7-ad0a-4bc869c58a2c" providerId="ADAL" clId="{7A3D8FD7-DF31-473D-9279-FEEC72DE29F4}" dt="2021-08-17T14:06:31.094" v="2608" actId="114"/>
          <ac:spMkLst>
            <pc:docMk/>
            <pc:sldMk cId="3597516244" sldId="272"/>
            <ac:spMk id="67" creationId="{00000000-0000-0000-0000-000000000000}"/>
          </ac:spMkLst>
        </pc:spChg>
      </pc:sldChg>
      <pc:sldChg chg="modSp">
        <pc:chgData name="Stephanie Verganza" userId="ffc5f8f4-b46c-4eb7-ad0a-4bc869c58a2c" providerId="ADAL" clId="{7A3D8FD7-DF31-473D-9279-FEEC72DE29F4}" dt="2021-08-17T14:03:36.248" v="2573" actId="12"/>
        <pc:sldMkLst>
          <pc:docMk/>
          <pc:sldMk cId="2858251979" sldId="275"/>
        </pc:sldMkLst>
        <pc:spChg chg="mod">
          <ac:chgData name="Stephanie Verganza" userId="ffc5f8f4-b46c-4eb7-ad0a-4bc869c58a2c" providerId="ADAL" clId="{7A3D8FD7-DF31-473D-9279-FEEC72DE29F4}" dt="2021-08-17T14:03:36.248" v="2573" actId="12"/>
          <ac:spMkLst>
            <pc:docMk/>
            <pc:sldMk cId="2858251979" sldId="275"/>
            <ac:spMk id="95" creationId="{00000000-0000-0000-0000-000000000000}"/>
          </ac:spMkLst>
        </pc:spChg>
      </pc:sldChg>
      <pc:sldChg chg="modSp">
        <pc:chgData name="Stephanie Verganza" userId="ffc5f8f4-b46c-4eb7-ad0a-4bc869c58a2c" providerId="ADAL" clId="{7A3D8FD7-DF31-473D-9279-FEEC72DE29F4}" dt="2021-08-17T14:03:02.378" v="2569" actId="12"/>
        <pc:sldMkLst>
          <pc:docMk/>
          <pc:sldMk cId="2934135243" sldId="276"/>
        </pc:sldMkLst>
        <pc:spChg chg="mod">
          <ac:chgData name="Stephanie Verganza" userId="ffc5f8f4-b46c-4eb7-ad0a-4bc869c58a2c" providerId="ADAL" clId="{7A3D8FD7-DF31-473D-9279-FEEC72DE29F4}" dt="2021-08-16T21:19:16.133" v="1004" actId="20577"/>
          <ac:spMkLst>
            <pc:docMk/>
            <pc:sldMk cId="2934135243" sldId="276"/>
            <ac:spMk id="5" creationId="{00000000-0000-0000-0000-000000000000}"/>
          </ac:spMkLst>
        </pc:spChg>
        <pc:spChg chg="mod">
          <ac:chgData name="Stephanie Verganza" userId="ffc5f8f4-b46c-4eb7-ad0a-4bc869c58a2c" providerId="ADAL" clId="{7A3D8FD7-DF31-473D-9279-FEEC72DE29F4}" dt="2021-08-17T14:03:02.378" v="2569" actId="12"/>
          <ac:spMkLst>
            <pc:docMk/>
            <pc:sldMk cId="2934135243" sldId="276"/>
            <ac:spMk id="67" creationId="{00000000-0000-0000-0000-000000000000}"/>
          </ac:spMkLst>
        </pc:spChg>
      </pc:sldChg>
      <pc:sldChg chg="addSp delSp modSp add">
        <pc:chgData name="Stephanie Verganza" userId="ffc5f8f4-b46c-4eb7-ad0a-4bc869c58a2c" providerId="ADAL" clId="{7A3D8FD7-DF31-473D-9279-FEEC72DE29F4}" dt="2021-08-16T22:44:32.698" v="1474"/>
        <pc:sldMkLst>
          <pc:docMk/>
          <pc:sldMk cId="910019463" sldId="279"/>
        </pc:sldMkLst>
        <pc:spChg chg="add del mod">
          <ac:chgData name="Stephanie Verganza" userId="ffc5f8f4-b46c-4eb7-ad0a-4bc869c58a2c" providerId="ADAL" clId="{7A3D8FD7-DF31-473D-9279-FEEC72DE29F4}" dt="2021-08-16T22:44:32.698" v="1474"/>
          <ac:spMkLst>
            <pc:docMk/>
            <pc:sldMk cId="910019463" sldId="279"/>
            <ac:spMk id="2" creationId="{79A6B7AD-AFF9-4909-99B1-9602B6B23E8C}"/>
          </ac:spMkLst>
        </pc:spChg>
        <pc:spChg chg="mod">
          <ac:chgData name="Stephanie Verganza" userId="ffc5f8f4-b46c-4eb7-ad0a-4bc869c58a2c" providerId="ADAL" clId="{7A3D8FD7-DF31-473D-9279-FEEC72DE29F4}" dt="2021-08-16T22:44:11.950" v="1472" actId="20577"/>
          <ac:spMkLst>
            <pc:docMk/>
            <pc:sldMk cId="910019463" sldId="279"/>
            <ac:spMk id="101" creationId="{00000000-0000-0000-0000-000000000000}"/>
          </ac:spMkLst>
        </pc:spChg>
      </pc:sldChg>
      <pc:sldChg chg="modSp">
        <pc:chgData name="Stephanie Verganza" userId="ffc5f8f4-b46c-4eb7-ad0a-4bc869c58a2c" providerId="ADAL" clId="{7A3D8FD7-DF31-473D-9279-FEEC72DE29F4}" dt="2021-08-17T14:03:27.055" v="2571" actId="12"/>
        <pc:sldMkLst>
          <pc:docMk/>
          <pc:sldMk cId="4164642956" sldId="284"/>
        </pc:sldMkLst>
        <pc:spChg chg="mod">
          <ac:chgData name="Stephanie Verganza" userId="ffc5f8f4-b46c-4eb7-ad0a-4bc869c58a2c" providerId="ADAL" clId="{7A3D8FD7-DF31-473D-9279-FEEC72DE29F4}" dt="2021-08-17T14:03:27.055" v="2571" actId="12"/>
          <ac:spMkLst>
            <pc:docMk/>
            <pc:sldMk cId="4164642956" sldId="284"/>
            <ac:spMk id="6" creationId="{00000000-0000-0000-0000-000000000000}"/>
          </ac:spMkLst>
        </pc:spChg>
      </pc:sldChg>
      <pc:sldChg chg="modNotesTx">
        <pc:chgData name="Stephanie Verganza" userId="ffc5f8f4-b46c-4eb7-ad0a-4bc869c58a2c" providerId="ADAL" clId="{7A3D8FD7-DF31-473D-9279-FEEC72DE29F4}" dt="2021-08-17T14:27:35.677" v="2977" actId="20577"/>
        <pc:sldMkLst>
          <pc:docMk/>
          <pc:sldMk cId="798250953" sldId="285"/>
        </pc:sldMkLst>
      </pc:sldChg>
      <pc:sldChg chg="addSp delSp modSp ord setBg modNotesTx">
        <pc:chgData name="Stephanie Verganza" userId="ffc5f8f4-b46c-4eb7-ad0a-4bc869c58a2c" providerId="ADAL" clId="{7A3D8FD7-DF31-473D-9279-FEEC72DE29F4}" dt="2021-08-19T18:36:18.444" v="4441" actId="313"/>
        <pc:sldMkLst>
          <pc:docMk/>
          <pc:sldMk cId="1922730267" sldId="287"/>
        </pc:sldMkLst>
        <pc:spChg chg="add del mod">
          <ac:chgData name="Stephanie Verganza" userId="ffc5f8f4-b46c-4eb7-ad0a-4bc869c58a2c" providerId="ADAL" clId="{7A3D8FD7-DF31-473D-9279-FEEC72DE29F4}" dt="2021-08-17T22:07:56.857" v="3856"/>
          <ac:spMkLst>
            <pc:docMk/>
            <pc:sldMk cId="1922730267" sldId="287"/>
            <ac:spMk id="2" creationId="{379CCEA8-E4C2-4ACC-A5C5-CDC3EA93E9FB}"/>
          </ac:spMkLst>
        </pc:spChg>
        <pc:spChg chg="add del mod">
          <ac:chgData name="Stephanie Verganza" userId="ffc5f8f4-b46c-4eb7-ad0a-4bc869c58a2c" providerId="ADAL" clId="{7A3D8FD7-DF31-473D-9279-FEEC72DE29F4}" dt="2021-08-17T22:07:56.857" v="3856"/>
          <ac:spMkLst>
            <pc:docMk/>
            <pc:sldMk cId="1922730267" sldId="287"/>
            <ac:spMk id="3" creationId="{9403F765-503D-414A-99A2-04B39CC17343}"/>
          </ac:spMkLst>
        </pc:spChg>
        <pc:spChg chg="add del mod">
          <ac:chgData name="Stephanie Verganza" userId="ffc5f8f4-b46c-4eb7-ad0a-4bc869c58a2c" providerId="ADAL" clId="{7A3D8FD7-DF31-473D-9279-FEEC72DE29F4}" dt="2021-08-17T22:07:56.857" v="3856"/>
          <ac:spMkLst>
            <pc:docMk/>
            <pc:sldMk cId="1922730267" sldId="287"/>
            <ac:spMk id="4" creationId="{F8C1AC20-D5EF-4EB1-AF84-CA378943BBD4}"/>
          </ac:spMkLst>
        </pc:spChg>
        <pc:spChg chg="add del mod">
          <ac:chgData name="Stephanie Verganza" userId="ffc5f8f4-b46c-4eb7-ad0a-4bc869c58a2c" providerId="ADAL" clId="{7A3D8FD7-DF31-473D-9279-FEEC72DE29F4}" dt="2021-08-17T22:07:56.857" v="3856"/>
          <ac:spMkLst>
            <pc:docMk/>
            <pc:sldMk cId="1922730267" sldId="287"/>
            <ac:spMk id="5" creationId="{04AB2DCA-FB63-4109-A3C5-EE234C3B2C0C}"/>
          </ac:spMkLst>
        </pc:spChg>
        <pc:spChg chg="mod">
          <ac:chgData name="Stephanie Verganza" userId="ffc5f8f4-b46c-4eb7-ad0a-4bc869c58a2c" providerId="ADAL" clId="{7A3D8FD7-DF31-473D-9279-FEEC72DE29F4}" dt="2021-08-17T22:08:35.300" v="3859" actId="207"/>
          <ac:spMkLst>
            <pc:docMk/>
            <pc:sldMk cId="1922730267" sldId="287"/>
            <ac:spMk id="6" creationId="{00000000-0000-0000-0000-000000000000}"/>
          </ac:spMkLst>
        </pc:spChg>
      </pc:sldChg>
      <pc:sldChg chg="modSp modNotesTx">
        <pc:chgData name="Stephanie Verganza" userId="ffc5f8f4-b46c-4eb7-ad0a-4bc869c58a2c" providerId="ADAL" clId="{7A3D8FD7-DF31-473D-9279-FEEC72DE29F4}" dt="2021-09-07T19:10:33.067" v="4529" actId="20577"/>
        <pc:sldMkLst>
          <pc:docMk/>
          <pc:sldMk cId="3085414058" sldId="288"/>
        </pc:sldMkLst>
        <pc:spChg chg="mod">
          <ac:chgData name="Stephanie Verganza" userId="ffc5f8f4-b46c-4eb7-ad0a-4bc869c58a2c" providerId="ADAL" clId="{7A3D8FD7-DF31-473D-9279-FEEC72DE29F4}" dt="2021-08-16T21:48:03.369" v="1165" actId="20577"/>
          <ac:spMkLst>
            <pc:docMk/>
            <pc:sldMk cId="3085414058" sldId="288"/>
            <ac:spMk id="7" creationId="{00000000-0000-0000-0000-000000000000}"/>
          </ac:spMkLst>
        </pc:spChg>
      </pc:sldChg>
      <pc:sldChg chg="addSp delSp modSp add ord">
        <pc:chgData name="Stephanie Verganza" userId="ffc5f8f4-b46c-4eb7-ad0a-4bc869c58a2c" providerId="ADAL" clId="{7A3D8FD7-DF31-473D-9279-FEEC72DE29F4}" dt="2021-08-19T18:22:34.789" v="4110" actId="20577"/>
        <pc:sldMkLst>
          <pc:docMk/>
          <pc:sldMk cId="637105166" sldId="289"/>
        </pc:sldMkLst>
        <pc:spChg chg="add del mod">
          <ac:chgData name="Stephanie Verganza" userId="ffc5f8f4-b46c-4eb7-ad0a-4bc869c58a2c" providerId="ADAL" clId="{7A3D8FD7-DF31-473D-9279-FEEC72DE29F4}" dt="2021-08-16T14:43:21.536" v="10" actId="478"/>
          <ac:spMkLst>
            <pc:docMk/>
            <pc:sldMk cId="637105166" sldId="289"/>
            <ac:spMk id="3" creationId="{3B19EE55-7D56-4329-8837-A71E38C0768E}"/>
          </ac:spMkLst>
        </pc:spChg>
        <pc:spChg chg="add">
          <ac:chgData name="Stephanie Verganza" userId="ffc5f8f4-b46c-4eb7-ad0a-4bc869c58a2c" providerId="ADAL" clId="{7A3D8FD7-DF31-473D-9279-FEEC72DE29F4}" dt="2021-08-16T14:43:22.838" v="11"/>
          <ac:spMkLst>
            <pc:docMk/>
            <pc:sldMk cId="637105166" sldId="289"/>
            <ac:spMk id="7" creationId="{A5FDB14D-E8C7-4F65-BDFE-656596EC44C2}"/>
          </ac:spMkLst>
        </pc:spChg>
        <pc:spChg chg="add mod">
          <ac:chgData name="Stephanie Verganza" userId="ffc5f8f4-b46c-4eb7-ad0a-4bc869c58a2c" providerId="ADAL" clId="{7A3D8FD7-DF31-473D-9279-FEEC72DE29F4}" dt="2021-08-19T18:22:34.789" v="4110" actId="20577"/>
          <ac:spMkLst>
            <pc:docMk/>
            <pc:sldMk cId="637105166" sldId="289"/>
            <ac:spMk id="8" creationId="{32EA02CE-9837-4204-85DD-912C05CE0257}"/>
          </ac:spMkLst>
        </pc:spChg>
        <pc:spChg chg="del mod">
          <ac:chgData name="Stephanie Verganza" userId="ffc5f8f4-b46c-4eb7-ad0a-4bc869c58a2c" providerId="ADAL" clId="{7A3D8FD7-DF31-473D-9279-FEEC72DE29F4}" dt="2021-08-16T14:43:18.171" v="8" actId="478"/>
          <ac:spMkLst>
            <pc:docMk/>
            <pc:sldMk cId="637105166" sldId="289"/>
            <ac:spMk id="65" creationId="{00000000-0000-0000-0000-000000000000}"/>
          </ac:spMkLst>
        </pc:spChg>
        <pc:spChg chg="del">
          <ac:chgData name="Stephanie Verganza" userId="ffc5f8f4-b46c-4eb7-ad0a-4bc869c58a2c" providerId="ADAL" clId="{7A3D8FD7-DF31-473D-9279-FEEC72DE29F4}" dt="2021-08-16T14:43:19.535" v="9" actId="478"/>
          <ac:spMkLst>
            <pc:docMk/>
            <pc:sldMk cId="637105166" sldId="289"/>
            <ac:spMk id="67" creationId="{00000000-0000-0000-0000-000000000000}"/>
          </ac:spMkLst>
        </pc:spChg>
      </pc:sldChg>
      <pc:sldChg chg="addSp modSp add ord setBg modNotesTx">
        <pc:chgData name="Stephanie Verganza" userId="ffc5f8f4-b46c-4eb7-ad0a-4bc869c58a2c" providerId="ADAL" clId="{7A3D8FD7-DF31-473D-9279-FEEC72DE29F4}" dt="2021-08-17T22:11:13.827" v="3872"/>
        <pc:sldMkLst>
          <pc:docMk/>
          <pc:sldMk cId="1487187997" sldId="290"/>
        </pc:sldMkLst>
        <pc:spChg chg="mod">
          <ac:chgData name="Stephanie Verganza" userId="ffc5f8f4-b46c-4eb7-ad0a-4bc869c58a2c" providerId="ADAL" clId="{7A3D8FD7-DF31-473D-9279-FEEC72DE29F4}" dt="2021-08-17T22:10:40.152" v="3869" actId="207"/>
          <ac:spMkLst>
            <pc:docMk/>
            <pc:sldMk cId="1487187997" sldId="290"/>
            <ac:spMk id="5" creationId="{00000000-0000-0000-0000-000000000000}"/>
          </ac:spMkLst>
        </pc:spChg>
        <pc:spChg chg="mod">
          <ac:chgData name="Stephanie Verganza" userId="ffc5f8f4-b46c-4eb7-ad0a-4bc869c58a2c" providerId="ADAL" clId="{7A3D8FD7-DF31-473D-9279-FEEC72DE29F4}" dt="2021-08-16T14:48:16.750" v="29" actId="20577"/>
          <ac:spMkLst>
            <pc:docMk/>
            <pc:sldMk cId="1487187997" sldId="290"/>
            <ac:spMk id="6" creationId="{00000000-0000-0000-0000-000000000000}"/>
          </ac:spMkLst>
        </pc:spChg>
        <pc:spChg chg="add mod">
          <ac:chgData name="Stephanie Verganza" userId="ffc5f8f4-b46c-4eb7-ad0a-4bc869c58a2c" providerId="ADAL" clId="{7A3D8FD7-DF31-473D-9279-FEEC72DE29F4}" dt="2021-08-17T14:04:45.173" v="2592" actId="571"/>
          <ac:spMkLst>
            <pc:docMk/>
            <pc:sldMk cId="1487187997" sldId="290"/>
            <ac:spMk id="7" creationId="{4B26865A-52FB-4AFD-BB5B-7305EC144F2F}"/>
          </ac:spMkLst>
        </pc:spChg>
        <pc:spChg chg="mod">
          <ac:chgData name="Stephanie Verganza" userId="ffc5f8f4-b46c-4eb7-ad0a-4bc869c58a2c" providerId="ADAL" clId="{7A3D8FD7-DF31-473D-9279-FEEC72DE29F4}" dt="2021-08-17T22:11:06.760" v="3871" actId="207"/>
          <ac:spMkLst>
            <pc:docMk/>
            <pc:sldMk cId="1487187997" sldId="290"/>
            <ac:spMk id="67" creationId="{00000000-0000-0000-0000-000000000000}"/>
          </ac:spMkLst>
        </pc:spChg>
      </pc:sldChg>
      <pc:sldChg chg="modSp add modNotesTx">
        <pc:chgData name="Stephanie Verganza" userId="ffc5f8f4-b46c-4eb7-ad0a-4bc869c58a2c" providerId="ADAL" clId="{7A3D8FD7-DF31-473D-9279-FEEC72DE29F4}" dt="2021-08-17T13:56:38.712" v="2504" actId="20577"/>
        <pc:sldMkLst>
          <pc:docMk/>
          <pc:sldMk cId="2540148509" sldId="292"/>
        </pc:sldMkLst>
        <pc:spChg chg="mod">
          <ac:chgData name="Stephanie Verganza" userId="ffc5f8f4-b46c-4eb7-ad0a-4bc869c58a2c" providerId="ADAL" clId="{7A3D8FD7-DF31-473D-9279-FEEC72DE29F4}" dt="2021-08-16T21:27:05.797" v="1147" actId="108"/>
          <ac:spMkLst>
            <pc:docMk/>
            <pc:sldMk cId="2540148509" sldId="292"/>
            <ac:spMk id="5" creationId="{00000000-0000-0000-0000-000000000000}"/>
          </ac:spMkLst>
        </pc:spChg>
        <pc:spChg chg="mod">
          <ac:chgData name="Stephanie Verganza" userId="ffc5f8f4-b46c-4eb7-ad0a-4bc869c58a2c" providerId="ADAL" clId="{7A3D8FD7-DF31-473D-9279-FEEC72DE29F4}" dt="2021-08-17T13:56:38.712" v="2504" actId="20577"/>
          <ac:spMkLst>
            <pc:docMk/>
            <pc:sldMk cId="2540148509" sldId="292"/>
            <ac:spMk id="7" creationId="{00000000-0000-0000-0000-000000000000}"/>
          </ac:spMkLst>
        </pc:spChg>
      </pc:sldChg>
      <pc:sldChg chg="modSp add modNotesTx">
        <pc:chgData name="Stephanie Verganza" userId="ffc5f8f4-b46c-4eb7-ad0a-4bc869c58a2c" providerId="ADAL" clId="{7A3D8FD7-DF31-473D-9279-FEEC72DE29F4}" dt="2021-08-16T22:42:14.884" v="1444" actId="20577"/>
        <pc:sldMkLst>
          <pc:docMk/>
          <pc:sldMk cId="241458670" sldId="293"/>
        </pc:sldMkLst>
        <pc:spChg chg="mod">
          <ac:chgData name="Stephanie Verganza" userId="ffc5f8f4-b46c-4eb7-ad0a-4bc869c58a2c" providerId="ADAL" clId="{7A3D8FD7-DF31-473D-9279-FEEC72DE29F4}" dt="2021-08-16T22:41:46.914" v="1443" actId="207"/>
          <ac:spMkLst>
            <pc:docMk/>
            <pc:sldMk cId="241458670" sldId="293"/>
            <ac:spMk id="5" creationId="{00000000-0000-0000-0000-000000000000}"/>
          </ac:spMkLst>
        </pc:spChg>
        <pc:spChg chg="mod">
          <ac:chgData name="Stephanie Verganza" userId="ffc5f8f4-b46c-4eb7-ad0a-4bc869c58a2c" providerId="ADAL" clId="{7A3D8FD7-DF31-473D-9279-FEEC72DE29F4}" dt="2021-08-16T16:26:39.300" v="824" actId="20577"/>
          <ac:spMkLst>
            <pc:docMk/>
            <pc:sldMk cId="241458670" sldId="293"/>
            <ac:spMk id="6" creationId="{00000000-0000-0000-0000-000000000000}"/>
          </ac:spMkLst>
        </pc:spChg>
        <pc:spChg chg="mod">
          <ac:chgData name="Stephanie Verganza" userId="ffc5f8f4-b46c-4eb7-ad0a-4bc869c58a2c" providerId="ADAL" clId="{7A3D8FD7-DF31-473D-9279-FEEC72DE29F4}" dt="2021-08-16T16:27:22.557" v="832"/>
          <ac:spMkLst>
            <pc:docMk/>
            <pc:sldMk cId="241458670" sldId="293"/>
            <ac:spMk id="67" creationId="{00000000-0000-0000-0000-000000000000}"/>
          </ac:spMkLst>
        </pc:spChg>
      </pc:sldChg>
      <pc:sldChg chg="modSp add modNotesTx">
        <pc:chgData name="Stephanie Verganza" userId="ffc5f8f4-b46c-4eb7-ad0a-4bc869c58a2c" providerId="ADAL" clId="{7A3D8FD7-DF31-473D-9279-FEEC72DE29F4}" dt="2021-08-16T23:03:05.917" v="2185" actId="20577"/>
        <pc:sldMkLst>
          <pc:docMk/>
          <pc:sldMk cId="3381497375" sldId="295"/>
        </pc:sldMkLst>
        <pc:spChg chg="mod">
          <ac:chgData name="Stephanie Verganza" userId="ffc5f8f4-b46c-4eb7-ad0a-4bc869c58a2c" providerId="ADAL" clId="{7A3D8FD7-DF31-473D-9279-FEEC72DE29F4}" dt="2021-08-16T22:58:46.984" v="2143" actId="20577"/>
          <ac:spMkLst>
            <pc:docMk/>
            <pc:sldMk cId="3381497375" sldId="295"/>
            <ac:spMk id="5" creationId="{00000000-0000-0000-0000-000000000000}"/>
          </ac:spMkLst>
        </pc:spChg>
        <pc:spChg chg="mod">
          <ac:chgData name="Stephanie Verganza" userId="ffc5f8f4-b46c-4eb7-ad0a-4bc869c58a2c" providerId="ADAL" clId="{7A3D8FD7-DF31-473D-9279-FEEC72DE29F4}" dt="2021-08-16T22:48:36.050" v="1508" actId="20577"/>
          <ac:spMkLst>
            <pc:docMk/>
            <pc:sldMk cId="3381497375" sldId="295"/>
            <ac:spMk id="7" creationId="{00000000-0000-0000-0000-000000000000}"/>
          </ac:spMkLst>
        </pc:spChg>
        <pc:spChg chg="mod">
          <ac:chgData name="Stephanie Verganza" userId="ffc5f8f4-b46c-4eb7-ad0a-4bc869c58a2c" providerId="ADAL" clId="{7A3D8FD7-DF31-473D-9279-FEEC72DE29F4}" dt="2021-08-16T23:02:50.117" v="2179" actId="21"/>
          <ac:spMkLst>
            <pc:docMk/>
            <pc:sldMk cId="3381497375" sldId="295"/>
            <ac:spMk id="95" creationId="{00000000-0000-0000-0000-000000000000}"/>
          </ac:spMkLst>
        </pc:spChg>
      </pc:sldChg>
      <pc:sldChg chg="modSp add modNotesTx">
        <pc:chgData name="Stephanie Verganza" userId="ffc5f8f4-b46c-4eb7-ad0a-4bc869c58a2c" providerId="ADAL" clId="{7A3D8FD7-DF31-473D-9279-FEEC72DE29F4}" dt="2021-08-16T23:04:31.525" v="2195" actId="113"/>
        <pc:sldMkLst>
          <pc:docMk/>
          <pc:sldMk cId="394311324" sldId="296"/>
        </pc:sldMkLst>
        <pc:spChg chg="mod">
          <ac:chgData name="Stephanie Verganza" userId="ffc5f8f4-b46c-4eb7-ad0a-4bc869c58a2c" providerId="ADAL" clId="{7A3D8FD7-DF31-473D-9279-FEEC72DE29F4}" dt="2021-08-16T22:58:50.949" v="2145" actId="20577"/>
          <ac:spMkLst>
            <pc:docMk/>
            <pc:sldMk cId="394311324" sldId="296"/>
            <ac:spMk id="5" creationId="{00000000-0000-0000-0000-000000000000}"/>
          </ac:spMkLst>
        </pc:spChg>
        <pc:spChg chg="mod">
          <ac:chgData name="Stephanie Verganza" userId="ffc5f8f4-b46c-4eb7-ad0a-4bc869c58a2c" providerId="ADAL" clId="{7A3D8FD7-DF31-473D-9279-FEEC72DE29F4}" dt="2021-08-16T23:04:31.525" v="2195" actId="113"/>
          <ac:spMkLst>
            <pc:docMk/>
            <pc:sldMk cId="394311324" sldId="296"/>
            <ac:spMk id="95" creationId="{00000000-0000-0000-0000-000000000000}"/>
          </ac:spMkLst>
        </pc:spChg>
      </pc:sldChg>
      <pc:sldChg chg="addSp delSp modSp add ord modNotesTx">
        <pc:chgData name="Stephanie Verganza" userId="ffc5f8f4-b46c-4eb7-ad0a-4bc869c58a2c" providerId="ADAL" clId="{7A3D8FD7-DF31-473D-9279-FEEC72DE29F4}" dt="2021-08-16T23:14:42.280" v="2296" actId="20577"/>
        <pc:sldMkLst>
          <pc:docMk/>
          <pc:sldMk cId="2743023188" sldId="297"/>
        </pc:sldMkLst>
        <pc:spChg chg="add del mod">
          <ac:chgData name="Stephanie Verganza" userId="ffc5f8f4-b46c-4eb7-ad0a-4bc869c58a2c" providerId="ADAL" clId="{7A3D8FD7-DF31-473D-9279-FEEC72DE29F4}" dt="2021-08-16T23:11:01.358" v="2264" actId="478"/>
          <ac:spMkLst>
            <pc:docMk/>
            <pc:sldMk cId="2743023188" sldId="297"/>
            <ac:spMk id="3" creationId="{84BB6AC6-271B-47AD-9433-72EBC7B32395}"/>
          </ac:spMkLst>
        </pc:spChg>
        <pc:spChg chg="mod">
          <ac:chgData name="Stephanie Verganza" userId="ffc5f8f4-b46c-4eb7-ad0a-4bc869c58a2c" providerId="ADAL" clId="{7A3D8FD7-DF31-473D-9279-FEEC72DE29F4}" dt="2021-08-16T23:06:21.863" v="2252" actId="20577"/>
          <ac:spMkLst>
            <pc:docMk/>
            <pc:sldMk cId="2743023188" sldId="297"/>
            <ac:spMk id="6" creationId="{00000000-0000-0000-0000-000000000000}"/>
          </ac:spMkLst>
        </pc:spChg>
        <pc:spChg chg="mod">
          <ac:chgData name="Stephanie Verganza" userId="ffc5f8f4-b46c-4eb7-ad0a-4bc869c58a2c" providerId="ADAL" clId="{7A3D8FD7-DF31-473D-9279-FEEC72DE29F4}" dt="2021-08-16T23:07:56.233" v="2258" actId="207"/>
          <ac:spMkLst>
            <pc:docMk/>
            <pc:sldMk cId="2743023188" sldId="297"/>
            <ac:spMk id="7" creationId="{00000000-0000-0000-0000-000000000000}"/>
          </ac:spMkLst>
        </pc:spChg>
        <pc:spChg chg="add mod">
          <ac:chgData name="Stephanie Verganza" userId="ffc5f8f4-b46c-4eb7-ad0a-4bc869c58a2c" providerId="ADAL" clId="{7A3D8FD7-DF31-473D-9279-FEEC72DE29F4}" dt="2021-08-16T23:11:58.317" v="2275" actId="207"/>
          <ac:spMkLst>
            <pc:docMk/>
            <pc:sldMk cId="2743023188" sldId="297"/>
            <ac:spMk id="8" creationId="{6DE1FA37-C451-4D7A-923C-DE79E70C2821}"/>
          </ac:spMkLst>
        </pc:spChg>
        <pc:spChg chg="add mod">
          <ac:chgData name="Stephanie Verganza" userId="ffc5f8f4-b46c-4eb7-ad0a-4bc869c58a2c" providerId="ADAL" clId="{7A3D8FD7-DF31-473D-9279-FEEC72DE29F4}" dt="2021-08-16T23:12:02.365" v="2276" actId="207"/>
          <ac:spMkLst>
            <pc:docMk/>
            <pc:sldMk cId="2743023188" sldId="297"/>
            <ac:spMk id="9" creationId="{E68B9885-F7AA-4B4B-B4FF-A2D9076CC8EF}"/>
          </ac:spMkLst>
        </pc:spChg>
        <pc:spChg chg="add mod">
          <ac:chgData name="Stephanie Verganza" userId="ffc5f8f4-b46c-4eb7-ad0a-4bc869c58a2c" providerId="ADAL" clId="{7A3D8FD7-DF31-473D-9279-FEEC72DE29F4}" dt="2021-08-16T23:11:52.500" v="2274" actId="1076"/>
          <ac:spMkLst>
            <pc:docMk/>
            <pc:sldMk cId="2743023188" sldId="297"/>
            <ac:spMk id="10" creationId="{8BF99220-8DB3-4821-93EB-01466DC68747}"/>
          </ac:spMkLst>
        </pc:spChg>
        <pc:spChg chg="add mod">
          <ac:chgData name="Stephanie Verganza" userId="ffc5f8f4-b46c-4eb7-ad0a-4bc869c58a2c" providerId="ADAL" clId="{7A3D8FD7-DF31-473D-9279-FEEC72DE29F4}" dt="2021-08-16T23:12:05.349" v="2277" actId="207"/>
          <ac:spMkLst>
            <pc:docMk/>
            <pc:sldMk cId="2743023188" sldId="297"/>
            <ac:spMk id="11" creationId="{052B5B67-DF82-4C33-B79C-8BDB4B40A9BE}"/>
          </ac:spMkLst>
        </pc:spChg>
        <pc:spChg chg="del mod">
          <ac:chgData name="Stephanie Verganza" userId="ffc5f8f4-b46c-4eb7-ad0a-4bc869c58a2c" providerId="ADAL" clId="{7A3D8FD7-DF31-473D-9279-FEEC72DE29F4}" dt="2021-08-16T23:10:58.715" v="2263" actId="478"/>
          <ac:spMkLst>
            <pc:docMk/>
            <pc:sldMk cId="2743023188" sldId="297"/>
            <ac:spMk id="200" creationId="{00000000-0000-0000-0000-000000000000}"/>
          </ac:spMkLst>
        </pc:spChg>
      </pc:sldChg>
      <pc:sldChg chg="modSp add ord modNotesTx">
        <pc:chgData name="Stephanie Verganza" userId="ffc5f8f4-b46c-4eb7-ad0a-4bc869c58a2c" providerId="ADAL" clId="{7A3D8FD7-DF31-473D-9279-FEEC72DE29F4}" dt="2021-08-16T23:17:11.996" v="2300" actId="207"/>
        <pc:sldMkLst>
          <pc:docMk/>
          <pc:sldMk cId="1208532956" sldId="299"/>
        </pc:sldMkLst>
        <pc:spChg chg="mod">
          <ac:chgData name="Stephanie Verganza" userId="ffc5f8f4-b46c-4eb7-ad0a-4bc869c58a2c" providerId="ADAL" clId="{7A3D8FD7-DF31-473D-9279-FEEC72DE29F4}" dt="2021-08-16T23:17:11.996" v="2300" actId="207"/>
          <ac:spMkLst>
            <pc:docMk/>
            <pc:sldMk cId="1208532956" sldId="299"/>
            <ac:spMk id="200" creationId="{00000000-0000-0000-0000-000000000000}"/>
          </ac:spMkLst>
        </pc:spChg>
      </pc:sldChg>
      <pc:sldChg chg="modSp add">
        <pc:chgData name="Stephanie Verganza" userId="ffc5f8f4-b46c-4eb7-ad0a-4bc869c58a2c" providerId="ADAL" clId="{7A3D8FD7-DF31-473D-9279-FEEC72DE29F4}" dt="2021-08-18T16:47:50.074" v="4095" actId="20577"/>
        <pc:sldMkLst>
          <pc:docMk/>
          <pc:sldMk cId="2472928703" sldId="300"/>
        </pc:sldMkLst>
        <pc:spChg chg="mod">
          <ac:chgData name="Stephanie Verganza" userId="ffc5f8f4-b46c-4eb7-ad0a-4bc869c58a2c" providerId="ADAL" clId="{7A3D8FD7-DF31-473D-9279-FEEC72DE29F4}" dt="2021-08-18T16:47:50.074" v="4095" actId="20577"/>
          <ac:spMkLst>
            <pc:docMk/>
            <pc:sldMk cId="2472928703" sldId="300"/>
            <ac:spMk id="200" creationId="{00000000-0000-0000-0000-000000000000}"/>
          </ac:spMkLst>
        </pc:spChg>
      </pc:sldChg>
      <pc:sldChg chg="modSp add">
        <pc:chgData name="Stephanie Verganza" userId="ffc5f8f4-b46c-4eb7-ad0a-4bc869c58a2c" providerId="ADAL" clId="{7A3D8FD7-DF31-473D-9279-FEEC72DE29F4}" dt="2021-08-16T23:26:21.492" v="2492" actId="255"/>
        <pc:sldMkLst>
          <pc:docMk/>
          <pc:sldMk cId="789832549" sldId="302"/>
        </pc:sldMkLst>
        <pc:spChg chg="mod">
          <ac:chgData name="Stephanie Verganza" userId="ffc5f8f4-b46c-4eb7-ad0a-4bc869c58a2c" providerId="ADAL" clId="{7A3D8FD7-DF31-473D-9279-FEEC72DE29F4}" dt="2021-08-16T23:26:21.492" v="2492" actId="255"/>
          <ac:spMkLst>
            <pc:docMk/>
            <pc:sldMk cId="789832549" sldId="302"/>
            <ac:spMk id="200" creationId="{00000000-0000-0000-0000-000000000000}"/>
          </ac:spMkLst>
        </pc:spChg>
      </pc:sldChg>
      <pc:sldChg chg="modSp add modNotesTx">
        <pc:chgData name="Stephanie Verganza" userId="ffc5f8f4-b46c-4eb7-ad0a-4bc869c58a2c" providerId="ADAL" clId="{7A3D8FD7-DF31-473D-9279-FEEC72DE29F4}" dt="2021-08-19T17:55:42.728" v="4102" actId="207"/>
        <pc:sldMkLst>
          <pc:docMk/>
          <pc:sldMk cId="1512586690" sldId="303"/>
        </pc:sldMkLst>
        <pc:spChg chg="mod">
          <ac:chgData name="Stephanie Verganza" userId="ffc5f8f4-b46c-4eb7-ad0a-4bc869c58a2c" providerId="ADAL" clId="{7A3D8FD7-DF31-473D-9279-FEEC72DE29F4}" dt="2021-08-19T17:55:42.728" v="4102" actId="207"/>
          <ac:spMkLst>
            <pc:docMk/>
            <pc:sldMk cId="1512586690" sldId="303"/>
            <ac:spMk id="5" creationId="{00000000-0000-0000-0000-000000000000}"/>
          </ac:spMkLst>
        </pc:spChg>
        <pc:spChg chg="mod">
          <ac:chgData name="Stephanie Verganza" userId="ffc5f8f4-b46c-4eb7-ad0a-4bc869c58a2c" providerId="ADAL" clId="{7A3D8FD7-DF31-473D-9279-FEEC72DE29F4}" dt="2021-08-17T13:58:51.774" v="2527" actId="20577"/>
          <ac:spMkLst>
            <pc:docMk/>
            <pc:sldMk cId="1512586690" sldId="303"/>
            <ac:spMk id="6" creationId="{00000000-0000-0000-0000-000000000000}"/>
          </ac:spMkLst>
        </pc:spChg>
        <pc:spChg chg="mod">
          <ac:chgData name="Stephanie Verganza" userId="ffc5f8f4-b46c-4eb7-ad0a-4bc869c58a2c" providerId="ADAL" clId="{7A3D8FD7-DF31-473D-9279-FEEC72DE29F4}" dt="2021-08-17T17:35:21.378" v="3310" actId="404"/>
          <ac:spMkLst>
            <pc:docMk/>
            <pc:sldMk cId="1512586690" sldId="303"/>
            <ac:spMk id="67" creationId="{00000000-0000-0000-0000-000000000000}"/>
          </ac:spMkLst>
        </pc:spChg>
      </pc:sldChg>
      <pc:sldChg chg="modSp add modNotesTx">
        <pc:chgData name="Stephanie Verganza" userId="ffc5f8f4-b46c-4eb7-ad0a-4bc869c58a2c" providerId="ADAL" clId="{7A3D8FD7-DF31-473D-9279-FEEC72DE29F4}" dt="2021-08-19T17:55:54.308" v="4104" actId="20577"/>
        <pc:sldMkLst>
          <pc:docMk/>
          <pc:sldMk cId="1841640217" sldId="304"/>
        </pc:sldMkLst>
        <pc:spChg chg="mod">
          <ac:chgData name="Stephanie Verganza" userId="ffc5f8f4-b46c-4eb7-ad0a-4bc869c58a2c" providerId="ADAL" clId="{7A3D8FD7-DF31-473D-9279-FEEC72DE29F4}" dt="2021-08-19T17:55:54.308" v="4104" actId="20577"/>
          <ac:spMkLst>
            <pc:docMk/>
            <pc:sldMk cId="1841640217" sldId="304"/>
            <ac:spMk id="5" creationId="{00000000-0000-0000-0000-000000000000}"/>
          </ac:spMkLst>
        </pc:spChg>
        <pc:spChg chg="mod">
          <ac:chgData name="Stephanie Verganza" userId="ffc5f8f4-b46c-4eb7-ad0a-4bc869c58a2c" providerId="ADAL" clId="{7A3D8FD7-DF31-473D-9279-FEEC72DE29F4}" dt="2021-08-17T14:18:55.144" v="2727" actId="948"/>
          <ac:spMkLst>
            <pc:docMk/>
            <pc:sldMk cId="1841640217" sldId="304"/>
            <ac:spMk id="67" creationId="{00000000-0000-0000-0000-000000000000}"/>
          </ac:spMkLst>
        </pc:spChg>
      </pc:sldChg>
      <pc:sldChg chg="modSp add modNotesTx">
        <pc:chgData name="Stephanie Verganza" userId="ffc5f8f4-b46c-4eb7-ad0a-4bc869c58a2c" providerId="ADAL" clId="{7A3D8FD7-DF31-473D-9279-FEEC72DE29F4}" dt="2021-08-19T17:56:00.505" v="4108" actId="20577"/>
        <pc:sldMkLst>
          <pc:docMk/>
          <pc:sldMk cId="1068241505" sldId="305"/>
        </pc:sldMkLst>
        <pc:spChg chg="mod">
          <ac:chgData name="Stephanie Verganza" userId="ffc5f8f4-b46c-4eb7-ad0a-4bc869c58a2c" providerId="ADAL" clId="{7A3D8FD7-DF31-473D-9279-FEEC72DE29F4}" dt="2021-08-19T17:56:00.505" v="4108" actId="20577"/>
          <ac:spMkLst>
            <pc:docMk/>
            <pc:sldMk cId="1068241505" sldId="305"/>
            <ac:spMk id="5" creationId="{00000000-0000-0000-0000-000000000000}"/>
          </ac:spMkLst>
        </pc:spChg>
        <pc:spChg chg="mod">
          <ac:chgData name="Stephanie Verganza" userId="ffc5f8f4-b46c-4eb7-ad0a-4bc869c58a2c" providerId="ADAL" clId="{7A3D8FD7-DF31-473D-9279-FEEC72DE29F4}" dt="2021-08-17T14:22:59.751" v="2975"/>
          <ac:spMkLst>
            <pc:docMk/>
            <pc:sldMk cId="1068241505" sldId="305"/>
            <ac:spMk id="67" creationId="{00000000-0000-0000-0000-000000000000}"/>
          </ac:spMkLst>
        </pc:spChg>
      </pc:sldChg>
      <pc:sldChg chg="modSp add ord">
        <pc:chgData name="Stephanie Verganza" userId="ffc5f8f4-b46c-4eb7-ad0a-4bc869c58a2c" providerId="ADAL" clId="{7A3D8FD7-DF31-473D-9279-FEEC72DE29F4}" dt="2021-08-17T22:09:42.422" v="3865" actId="403"/>
        <pc:sldMkLst>
          <pc:docMk/>
          <pc:sldMk cId="3696477027" sldId="306"/>
        </pc:sldMkLst>
        <pc:spChg chg="mod">
          <ac:chgData name="Stephanie Verganza" userId="ffc5f8f4-b46c-4eb7-ad0a-4bc869c58a2c" providerId="ADAL" clId="{7A3D8FD7-DF31-473D-9279-FEEC72DE29F4}" dt="2021-08-17T17:58:20.291" v="3317" actId="207"/>
          <ac:spMkLst>
            <pc:docMk/>
            <pc:sldMk cId="3696477027" sldId="306"/>
            <ac:spMk id="5" creationId="{00000000-0000-0000-0000-000000000000}"/>
          </ac:spMkLst>
        </pc:spChg>
        <pc:spChg chg="mod">
          <ac:chgData name="Stephanie Verganza" userId="ffc5f8f4-b46c-4eb7-ad0a-4bc869c58a2c" providerId="ADAL" clId="{7A3D8FD7-DF31-473D-9279-FEEC72DE29F4}" dt="2021-08-17T14:28:56.928" v="2997" actId="20577"/>
          <ac:spMkLst>
            <pc:docMk/>
            <pc:sldMk cId="3696477027" sldId="306"/>
            <ac:spMk id="65" creationId="{00000000-0000-0000-0000-000000000000}"/>
          </ac:spMkLst>
        </pc:spChg>
        <pc:spChg chg="mod">
          <ac:chgData name="Stephanie Verganza" userId="ffc5f8f4-b46c-4eb7-ad0a-4bc869c58a2c" providerId="ADAL" clId="{7A3D8FD7-DF31-473D-9279-FEEC72DE29F4}" dt="2021-08-17T22:09:42.422" v="3865" actId="403"/>
          <ac:spMkLst>
            <pc:docMk/>
            <pc:sldMk cId="3696477027" sldId="306"/>
            <ac:spMk id="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203F82-69B2-4E0B-BA84-A107AD31EA49}" type="datetimeFigureOut">
              <a:rPr lang="en-US" smtClean="0"/>
              <a:t>3/22/2023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B1F323-6A80-4D1A-89AA-49486A57E67A}" type="slidenum">
              <a:rPr lang="en-US" smtClean="0"/>
              <a:t>‹#›</a:t>
            </a:fld>
            <a:endParaRPr lang="en-US" dirty="0"/>
          </a:p>
        </p:txBody>
      </p:sp>
    </p:spTree>
    <p:extLst>
      <p:ext uri="{BB962C8B-B14F-4D97-AF65-F5344CB8AC3E}">
        <p14:creationId xmlns:p14="http://schemas.microsoft.com/office/powerpoint/2010/main" val="2571036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8" Type="http://schemas.openxmlformats.org/officeDocument/2006/relationships/hyperlink" Target="https://www.law.cornell.edu/definitions/index.php?width=840&amp;height=800&amp;iframe=true&amp;def_id=ad77b9896dbb46f518dfb7afc8138363&amp;term_occur=999&amp;term_src=Title:2:Subtitle:A:Chapter:II:Part:200:Subpart:E:Subjgrp:42:200.430" TargetMode="External"/><Relationship Id="rId3" Type="http://schemas.openxmlformats.org/officeDocument/2006/relationships/hyperlink" Target="https://www.law.cornell.edu/definitions/index.php?width=840&amp;height=800&amp;iframe=true&amp;def_id=081a194046528468942c369470c2966a&amp;term_occur=999&amp;term_src=Title:2:Subtitle:A:Chapter:II:Part:200:Subpart:E:Subjgrp:42:200.430" TargetMode="External"/><Relationship Id="rId7" Type="http://schemas.openxmlformats.org/officeDocument/2006/relationships/hyperlink" Target="https://www.law.cornell.edu/definitions/index.php?width=840&amp;height=800&amp;iframe=true&amp;def_id=8297890e7a7b9233bd4beca3e3e2c967&amp;term_occur=999&amp;term_src=Title:2:Subtitle:A:Chapter:II:Part:200:Subpart:E:Subjgrp:42:200.430" TargetMode="External"/><Relationship Id="rId2" Type="http://schemas.openxmlformats.org/officeDocument/2006/relationships/slide" Target="../slides/slide35.xml"/><Relationship Id="rId1" Type="http://schemas.openxmlformats.org/officeDocument/2006/relationships/notesMaster" Target="../notesMasters/notesMaster1.xml"/><Relationship Id="rId6" Type="http://schemas.openxmlformats.org/officeDocument/2006/relationships/hyperlink" Target="https://www.law.cornell.edu/definitions/index.php?width=840&amp;height=800&amp;iframe=true&amp;def_id=d7d23b68f8d3d33cf76dc014dc176590&amp;term_occur=999&amp;term_src=Title:2:Subtitle:A:Chapter:II:Part:200:Subpart:E:Subjgrp:42:200.430" TargetMode="External"/><Relationship Id="rId5" Type="http://schemas.openxmlformats.org/officeDocument/2006/relationships/hyperlink" Target="https://www.law.cornell.edu/definitions/index.php?width=840&amp;height=800&amp;iframe=true&amp;def_id=42db8aa7497eb8b687aaf373293fcf8a&amp;term_occur=999&amp;term_src=Title:2:Subtitle:A:Chapter:II:Part:200:Subpart:E:Subjgrp:42:200.430" TargetMode="External"/><Relationship Id="rId4" Type="http://schemas.openxmlformats.org/officeDocument/2006/relationships/hyperlink" Target="https://www.law.cornell.edu/definitions/index.php?width=840&amp;height=800&amp;iframe=true&amp;def_id=de00dfd10f09071c905d0928428a197d&amp;term_occur=999&amp;term_src=Title:2:Subtitle:A:Chapter:II:Part:200:Subpart:E:Subjgrp:42:200.430" TargetMode="Externa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Finding can be added to a future past performance reference and can hurt future funding opportunities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Conduct these prior to issuing any payment to individual or entity  </a:t>
            </a:r>
          </a:p>
          <a:p>
            <a:pPr marL="342900" marR="0" lvl="2"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aseline="0" dirty="0">
                <a:latin typeface="Trade Gothic" panose="02000503020000020004" pitchFamily="2" charset="0"/>
              </a:rPr>
              <a:t>Suspended or debarred entities or individuals are excluded from receiving any new work or any additional U.S. Government funding for the duration of the exclusion period</a:t>
            </a:r>
          </a:p>
        </p:txBody>
      </p:sp>
    </p:spTree>
    <p:extLst>
      <p:ext uri="{BB962C8B-B14F-4D97-AF65-F5344CB8AC3E}">
        <p14:creationId xmlns:p14="http://schemas.microsoft.com/office/powerpoint/2010/main" val="3295997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If you are interested in advancing in your work in USG-funded international development activities, being familiar with 2 CFR 200 in general, and knowing the key terms to mention in an interview for example, can make you more competitive in the job market.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It’s always good to check the differences between requirements and best practices.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The main point to keep in mind here is document, document, document. </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rade Gothic" panose="02000503020000020004" pitchFamily="2" charset="0"/>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2000" dirty="0">
                <a:latin typeface="Trade Gothic" panose="02000503020000020004" pitchFamily="2" charset="0"/>
              </a:rPr>
              <a:t>Detailed record of procurement process:</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Rationale for method of procurement</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Selection of contract type</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Contractor selection or rejection</a:t>
            </a:r>
          </a:p>
          <a:p>
            <a:pPr marL="342900" marR="0" lvl="2" indent="-342900" algn="l" defTabSz="914400" rtl="0" eaLnBrk="1" fontAlgn="auto" latinLnBrk="0" hangingPunct="1">
              <a:lnSpc>
                <a:spcPct val="100000"/>
              </a:lnSpc>
              <a:spcBef>
                <a:spcPts val="0"/>
              </a:spcBef>
              <a:spcAft>
                <a:spcPts val="0"/>
              </a:spcAft>
              <a:buClrTx/>
              <a:buSzTx/>
              <a:buFontTx/>
              <a:buChar char="-"/>
              <a:tabLst/>
              <a:defRPr/>
            </a:pPr>
            <a:r>
              <a:rPr lang="en-US" sz="2000" baseline="0" dirty="0">
                <a:latin typeface="Trade Gothic" panose="02000503020000020004" pitchFamily="2" charset="0"/>
              </a:rPr>
              <a:t>Cost and price analysis to determine price</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highlight>
                  <a:srgbClr val="FFFF00"/>
                </a:highlight>
              </a:rPr>
              <a:t>*</a:t>
            </a:r>
            <a:r>
              <a:rPr lang="en-US" b="0" dirty="0">
                <a:highlight>
                  <a:srgbClr val="FFFF00"/>
                </a:highlight>
              </a:rPr>
              <a:t>These are the standard categories for methods of procurements. These dollar amounts/thresholds are set by the federal government.</a:t>
            </a:r>
          </a:p>
          <a:p>
            <a:endParaRPr lang="en-US" b="1" dirty="0"/>
          </a:p>
          <a:p>
            <a:r>
              <a:rPr lang="en-US" b="1" dirty="0"/>
              <a:t>Micro-purchases (up to $10k)- </a:t>
            </a:r>
            <a:r>
              <a:rPr lang="en-US" dirty="0"/>
              <a:t>Acquisition of supplies/ services, does not exceed the micro-purchase threshold.  May be awarded without soliciting competitive quotations if price is </a:t>
            </a:r>
            <a:r>
              <a:rPr lang="en-US" b="1" dirty="0"/>
              <a:t>reasonable</a:t>
            </a:r>
            <a:r>
              <a:rPr lang="en-US" dirty="0"/>
              <a:t>.</a:t>
            </a:r>
          </a:p>
          <a:p>
            <a:endParaRPr lang="en-US" dirty="0"/>
          </a:p>
          <a:p>
            <a:r>
              <a:rPr lang="en-US" b="1" dirty="0"/>
              <a:t>Small purchase ($10k-$250k) - </a:t>
            </a:r>
            <a:r>
              <a:rPr lang="en-US" dirty="0"/>
              <a:t>Relatively simple and </a:t>
            </a:r>
            <a:r>
              <a:rPr lang="en-US" b="1" dirty="0"/>
              <a:t>informal</a:t>
            </a:r>
            <a:r>
              <a:rPr lang="en-US" dirty="0"/>
              <a:t> procurement method.</a:t>
            </a:r>
            <a:r>
              <a:rPr lang="en-US" baseline="0" dirty="0"/>
              <a:t> </a:t>
            </a:r>
            <a:r>
              <a:rPr lang="en-US" sz="1200" b="0" i="0" kern="1200" dirty="0">
                <a:solidFill>
                  <a:schemeClr val="tx1"/>
                </a:solidFill>
                <a:effectLst/>
                <a:latin typeface="+mn-lt"/>
                <a:ea typeface="+mn-ea"/>
                <a:cs typeface="+mn-cs"/>
              </a:rPr>
              <a:t>Non-Federal entities adopt small purchase procedures in order to expedite the purchase of items costing less than the simplified acquisition threshold.</a:t>
            </a:r>
            <a:r>
              <a:rPr lang="en-US" dirty="0"/>
              <a:t> Seek offers from reasonable # of sources (3 generally used). Choose based off of own selection criteria</a:t>
            </a:r>
          </a:p>
          <a:p>
            <a:endParaRPr lang="en-US" dirty="0"/>
          </a:p>
          <a:p>
            <a:r>
              <a:rPr lang="en-US" b="1" dirty="0"/>
              <a:t>Sealed bids (above $250k - formal advertising)</a:t>
            </a:r>
            <a:r>
              <a:rPr lang="en-US" dirty="0"/>
              <a:t> - Publicly solicited and firm fixed price contract (lump sum or unit price) awarded to </a:t>
            </a:r>
            <a:r>
              <a:rPr lang="en-US" b="1" dirty="0"/>
              <a:t>lowest bid </a:t>
            </a:r>
            <a:r>
              <a:rPr lang="en-US" dirty="0"/>
              <a:t>(reasonable + responsive). Preferred method for procuring construction. Bids opened on specified time and place. </a:t>
            </a:r>
          </a:p>
          <a:p>
            <a:endParaRPr lang="en-US" dirty="0"/>
          </a:p>
          <a:p>
            <a:r>
              <a:rPr lang="en-US" b="1" dirty="0"/>
              <a:t>Competitive proposals (above $250k) - </a:t>
            </a:r>
            <a:r>
              <a:rPr lang="en-US" dirty="0"/>
              <a:t>More than one source submits an offer, and either a fixed price or cost-reimbursement type contract is awarded. Generally used when conditions are not appropriate for the use of sealed bids. Choose vendor based on own selection criteria.</a:t>
            </a:r>
          </a:p>
          <a:p>
            <a:endParaRPr lang="en-US" dirty="0"/>
          </a:p>
          <a:p>
            <a:r>
              <a:rPr lang="en-US" b="1" dirty="0"/>
              <a:t>Noncompetitive proposals (no limit) - </a:t>
            </a:r>
            <a:r>
              <a:rPr lang="en-US" dirty="0"/>
              <a:t>Solicitation of a proposal from only one source if:</a:t>
            </a:r>
          </a:p>
          <a:p>
            <a:r>
              <a:rPr lang="en-US" dirty="0"/>
              <a:t>-</a:t>
            </a:r>
            <a:r>
              <a:rPr lang="en-US" baseline="0" dirty="0"/>
              <a:t> T</a:t>
            </a:r>
            <a:r>
              <a:rPr lang="en-US" dirty="0"/>
              <a:t>he item is available only from a single source;</a:t>
            </a:r>
          </a:p>
          <a:p>
            <a:r>
              <a:rPr lang="en-US" dirty="0"/>
              <a:t>- The public exigency or emergency for the requirement will not permit a delay resulting from competitive solicitation;</a:t>
            </a:r>
          </a:p>
          <a:p>
            <a:r>
              <a:rPr lang="en-US" dirty="0"/>
              <a:t>- The Federal awarding agency or pass-through entity expressly authorizes noncompetitive proposals; or</a:t>
            </a:r>
          </a:p>
          <a:p>
            <a:r>
              <a:rPr lang="en-US" dirty="0"/>
              <a:t>- After solicitation of a number of sources, competition is determined inadequate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648448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06648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9592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6277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57947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Real property</a:t>
            </a:r>
            <a:r>
              <a:rPr lang="en-US" baseline="0" dirty="0"/>
              <a:t> may either be retained or sold and the federal agency must be compensated</a:t>
            </a:r>
          </a:p>
          <a:p>
            <a:r>
              <a:rPr lang="en-US" baseline="0" dirty="0"/>
              <a:t>(land, structures) does not include movable machinery and equipment</a:t>
            </a:r>
          </a:p>
          <a:p>
            <a:endParaRPr lang="en-US" dirty="0"/>
          </a:p>
          <a:p>
            <a:r>
              <a:rPr lang="en-US" dirty="0"/>
              <a:t>Equipment </a:t>
            </a:r>
            <a:r>
              <a:rPr lang="en-US" baseline="0" dirty="0"/>
              <a:t>usually stays with the non-fed entity, unless otherwise stated, if current market value is less than $5,000 (otherwise need to consult agency for further disposition instructions)</a:t>
            </a:r>
          </a:p>
          <a:p>
            <a:r>
              <a:rPr lang="en-US" baseline="0" dirty="0"/>
              <a:t>Must be included in inventory, property records kept, safeguard (insurance)</a:t>
            </a:r>
          </a:p>
          <a:p>
            <a:endParaRPr lang="en-US" baseline="0" dirty="0"/>
          </a:p>
          <a:p>
            <a:r>
              <a:rPr lang="en-US" baseline="0" dirty="0"/>
              <a:t>Intangibles—vest with recipient : “whoever creates it, owns it” but USG has right to obtain, reproduce, publish or otherwise use data produced under award and authorize others to for fed purposes</a:t>
            </a:r>
          </a:p>
          <a:p>
            <a:endParaRPr lang="en-US" baseline="0" dirty="0"/>
          </a:p>
          <a:p>
            <a:r>
              <a:rPr lang="en-US" baseline="0" dirty="0"/>
              <a:t>Inventory </a:t>
            </a:r>
            <a:r>
              <a:rPr lang="en-US" dirty="0"/>
              <a:t>of unused supplies exceeding $5,000 in total aggregate value upon termination or completion of the Federal program and not needed for any other Federal award</a:t>
            </a:r>
            <a:r>
              <a:rPr lang="en-US" baseline="0" dirty="0"/>
              <a:t>, recipient </a:t>
            </a:r>
            <a:r>
              <a:rPr lang="en-US" dirty="0"/>
              <a:t>must compensate the Federal government for its share. </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aseline="0" dirty="0"/>
              <a:t>Inventory </a:t>
            </a:r>
            <a:r>
              <a:rPr lang="en-US" dirty="0"/>
              <a:t>of unused supplies exceeding $5,000 in total aggregate value upon termination or completion of the Federal program and not needed for any other Federal award</a:t>
            </a:r>
            <a:r>
              <a:rPr lang="en-US" baseline="0" dirty="0"/>
              <a:t>, recipient </a:t>
            </a:r>
            <a:r>
              <a:rPr lang="en-US" dirty="0"/>
              <a:t>must compensate the Federal government for its share. </a:t>
            </a:r>
          </a:p>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413957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Linked to Power </a:t>
            </a:r>
          </a:p>
          <a:p>
            <a:r>
              <a:rPr lang="en-US" dirty="0"/>
              <a:t>- Failure to protect those whom these organizations are meant to protect and/or assist</a:t>
            </a:r>
          </a:p>
          <a:p>
            <a:pPr marL="0" indent="0">
              <a:buFontTx/>
              <a:buNone/>
            </a:pPr>
            <a:r>
              <a:rPr lang="en-US" dirty="0"/>
              <a:t>- Illustrates the vulnerability of these populations &amp; shortcomings or absence of systems to prevent and report these abuses</a:t>
            </a:r>
          </a:p>
          <a:p>
            <a:pPr marL="171450" indent="-171450">
              <a:buFontTx/>
              <a:buChar char="-"/>
            </a:pPr>
            <a:endParaRPr lang="en-US" dirty="0"/>
          </a:p>
          <a:p>
            <a:pPr marL="171450" indent="-171450">
              <a:buFontTx/>
              <a:buChar char="-"/>
            </a:pPr>
            <a:r>
              <a:rPr lang="en-US" dirty="0"/>
              <a:t>Child Trafficking</a:t>
            </a:r>
          </a:p>
          <a:p>
            <a:pPr marL="171450" indent="-171450">
              <a:buFontTx/>
              <a:buChar char="-"/>
            </a:pPr>
            <a:r>
              <a:rPr lang="en-US" dirty="0"/>
              <a:t>Forced Sex</a:t>
            </a:r>
          </a:p>
          <a:p>
            <a:pPr marL="171450" indent="-171450">
              <a:buFontTx/>
              <a:buChar char="-"/>
            </a:pPr>
            <a:r>
              <a:rPr lang="en-US" dirty="0"/>
              <a:t>Verbal Sexual Abuse</a:t>
            </a:r>
          </a:p>
          <a:p>
            <a:pPr marL="171450" indent="-171450">
              <a:buFontTx/>
              <a:buChar char="-"/>
            </a:pPr>
            <a:r>
              <a:rPr lang="en-US" dirty="0"/>
              <a:t>Child Prostitution</a:t>
            </a:r>
          </a:p>
          <a:p>
            <a:pPr marL="171450" indent="-171450">
              <a:buFontTx/>
              <a:buChar char="-"/>
            </a:pPr>
            <a:r>
              <a:rPr lang="en-US" dirty="0"/>
              <a:t>Child Pornography</a:t>
            </a:r>
          </a:p>
          <a:p>
            <a:pPr marL="171450" indent="-171450">
              <a:buFontTx/>
              <a:buChar char="-"/>
            </a:pPr>
            <a:r>
              <a:rPr lang="en-US" dirty="0"/>
              <a:t>Sexual Slavery</a:t>
            </a:r>
          </a:p>
          <a:p>
            <a:pPr marL="171450" indent="-171450">
              <a:buFontTx/>
              <a:buChar char="-"/>
            </a:pPr>
            <a:r>
              <a:rPr lang="en-US" dirty="0"/>
              <a:t>Indecent Sexual Assault</a:t>
            </a:r>
          </a:p>
          <a:p>
            <a:pPr marL="171450" indent="-171450">
              <a:buFontTx/>
              <a:buChar char="-"/>
            </a:pPr>
            <a:r>
              <a:rPr lang="en-US" dirty="0"/>
              <a:t>Trading Sex for food and other non-monetary items or services</a:t>
            </a:r>
          </a:p>
          <a:p>
            <a:pPr marL="171450" indent="-171450">
              <a:buFontTx/>
              <a:buChar char="-"/>
            </a:pPr>
            <a:endParaRPr lang="en-US" dirty="0"/>
          </a:p>
          <a:p>
            <a:endParaRPr lang="en-US" dirty="0"/>
          </a:p>
        </p:txBody>
      </p:sp>
    </p:spTree>
    <p:extLst>
      <p:ext uri="{BB962C8B-B14F-4D97-AF65-F5344CB8AC3E}">
        <p14:creationId xmlns:p14="http://schemas.microsoft.com/office/powerpoint/2010/main" val="3054401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Linked to Power </a:t>
            </a:r>
          </a:p>
          <a:p>
            <a:r>
              <a:rPr lang="en-US" dirty="0"/>
              <a:t>- Failure to protect those whom these organizations are meant to protect and/or assist</a:t>
            </a:r>
          </a:p>
          <a:p>
            <a:pPr marL="0" indent="0">
              <a:buFontTx/>
              <a:buNone/>
            </a:pPr>
            <a:r>
              <a:rPr lang="en-US" dirty="0"/>
              <a:t>- Illustrates the vulnerability of these populations &amp; shortcomings or absence of systems to prevent and report these abuses</a:t>
            </a:r>
          </a:p>
          <a:p>
            <a:pPr marL="171450" indent="-171450">
              <a:buFontTx/>
              <a:buChar char="-"/>
            </a:pPr>
            <a:endParaRPr lang="en-US" dirty="0"/>
          </a:p>
          <a:p>
            <a:pPr marL="171450" indent="-171450">
              <a:buFontTx/>
              <a:buChar char="-"/>
            </a:pPr>
            <a:r>
              <a:rPr lang="en-US" dirty="0"/>
              <a:t>Child Trafficking</a:t>
            </a:r>
          </a:p>
          <a:p>
            <a:pPr marL="171450" indent="-171450">
              <a:buFontTx/>
              <a:buChar char="-"/>
            </a:pPr>
            <a:r>
              <a:rPr lang="en-US" dirty="0"/>
              <a:t>Forced Sex</a:t>
            </a:r>
          </a:p>
          <a:p>
            <a:pPr marL="171450" indent="-171450">
              <a:buFontTx/>
              <a:buChar char="-"/>
            </a:pPr>
            <a:r>
              <a:rPr lang="en-US" dirty="0"/>
              <a:t>Verbal Sexual Abuse</a:t>
            </a:r>
          </a:p>
          <a:p>
            <a:pPr marL="171450" indent="-171450">
              <a:buFontTx/>
              <a:buChar char="-"/>
            </a:pPr>
            <a:r>
              <a:rPr lang="en-US" dirty="0"/>
              <a:t>Child Prostitution</a:t>
            </a:r>
          </a:p>
          <a:p>
            <a:pPr marL="171450" indent="-171450">
              <a:buFontTx/>
              <a:buChar char="-"/>
            </a:pPr>
            <a:r>
              <a:rPr lang="en-US" dirty="0"/>
              <a:t>Child Pornography</a:t>
            </a:r>
          </a:p>
          <a:p>
            <a:pPr marL="171450" indent="-171450">
              <a:buFontTx/>
              <a:buChar char="-"/>
            </a:pPr>
            <a:r>
              <a:rPr lang="en-US" dirty="0"/>
              <a:t>Sexual Slavery</a:t>
            </a:r>
          </a:p>
          <a:p>
            <a:pPr marL="171450" indent="-171450">
              <a:buFontTx/>
              <a:buChar char="-"/>
            </a:pPr>
            <a:r>
              <a:rPr lang="en-US" dirty="0"/>
              <a:t>Indecent Sexual Assault</a:t>
            </a:r>
          </a:p>
          <a:p>
            <a:pPr marL="171450" indent="-171450">
              <a:buFontTx/>
              <a:buChar char="-"/>
            </a:pPr>
            <a:r>
              <a:rPr lang="en-US" dirty="0"/>
              <a:t>Trading Sex for food and other non-monetary items or services</a:t>
            </a:r>
          </a:p>
          <a:p>
            <a:pPr marL="171450" indent="-171450">
              <a:buFontTx/>
              <a:buChar char="-"/>
            </a:pPr>
            <a:endParaRPr lang="en-US" dirty="0"/>
          </a:p>
          <a:p>
            <a:endParaRPr lang="en-US" dirty="0"/>
          </a:p>
        </p:txBody>
      </p:sp>
    </p:spTree>
    <p:extLst>
      <p:ext uri="{BB962C8B-B14F-4D97-AF65-F5344CB8AC3E}">
        <p14:creationId xmlns:p14="http://schemas.microsoft.com/office/powerpoint/2010/main" val="34757704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Linked to Power </a:t>
            </a:r>
          </a:p>
          <a:p>
            <a:r>
              <a:rPr lang="en-US" dirty="0"/>
              <a:t>- Failure to protect those whom these organizations are meant to protect and/or assist</a:t>
            </a:r>
          </a:p>
          <a:p>
            <a:pPr marL="0" indent="0">
              <a:buFontTx/>
              <a:buNone/>
            </a:pPr>
            <a:r>
              <a:rPr lang="en-US" dirty="0"/>
              <a:t>- Illustrates the vulnerability of these populations &amp; shortcomings or absence of systems to prevent and report these abuses</a:t>
            </a:r>
          </a:p>
          <a:p>
            <a:pPr marL="171450" indent="-171450">
              <a:buFontTx/>
              <a:buChar char="-"/>
            </a:pPr>
            <a:endParaRPr lang="en-US" dirty="0"/>
          </a:p>
          <a:p>
            <a:pPr marL="171450" indent="-171450">
              <a:buFontTx/>
              <a:buChar char="-"/>
            </a:pPr>
            <a:r>
              <a:rPr lang="en-US" dirty="0"/>
              <a:t>Child Trafficking</a:t>
            </a:r>
          </a:p>
          <a:p>
            <a:pPr marL="171450" indent="-171450">
              <a:buFontTx/>
              <a:buChar char="-"/>
            </a:pPr>
            <a:r>
              <a:rPr lang="en-US" dirty="0"/>
              <a:t>Forced Sex</a:t>
            </a:r>
          </a:p>
          <a:p>
            <a:pPr marL="171450" indent="-171450">
              <a:buFontTx/>
              <a:buChar char="-"/>
            </a:pPr>
            <a:r>
              <a:rPr lang="en-US" dirty="0"/>
              <a:t>Verbal Sexual Abuse</a:t>
            </a:r>
          </a:p>
          <a:p>
            <a:pPr marL="171450" indent="-171450">
              <a:buFontTx/>
              <a:buChar char="-"/>
            </a:pPr>
            <a:r>
              <a:rPr lang="en-US" dirty="0"/>
              <a:t>Child Prostitution</a:t>
            </a:r>
          </a:p>
          <a:p>
            <a:pPr marL="171450" indent="-171450">
              <a:buFontTx/>
              <a:buChar char="-"/>
            </a:pPr>
            <a:r>
              <a:rPr lang="en-US" dirty="0"/>
              <a:t>Child Pornography</a:t>
            </a:r>
          </a:p>
          <a:p>
            <a:pPr marL="171450" indent="-171450">
              <a:buFontTx/>
              <a:buChar char="-"/>
            </a:pPr>
            <a:r>
              <a:rPr lang="en-US" dirty="0"/>
              <a:t>Sexual Slavery</a:t>
            </a:r>
          </a:p>
          <a:p>
            <a:pPr marL="171450" indent="-171450">
              <a:buFontTx/>
              <a:buChar char="-"/>
            </a:pPr>
            <a:r>
              <a:rPr lang="en-US" dirty="0"/>
              <a:t>Indecent Sexual Assault</a:t>
            </a:r>
          </a:p>
          <a:p>
            <a:pPr marL="171450" indent="-171450">
              <a:buFontTx/>
              <a:buChar char="-"/>
            </a:pPr>
            <a:r>
              <a:rPr lang="en-US" dirty="0"/>
              <a:t>Trading Sex for food and other non-monetary items or services</a:t>
            </a:r>
          </a:p>
          <a:p>
            <a:pPr marL="171450" indent="-171450">
              <a:buFontTx/>
              <a:buChar char="-"/>
            </a:pPr>
            <a:endParaRPr lang="en-US" dirty="0"/>
          </a:p>
          <a:p>
            <a:endParaRPr lang="en-US" dirty="0"/>
          </a:p>
        </p:txBody>
      </p:sp>
    </p:spTree>
    <p:extLst>
      <p:ext uri="{BB962C8B-B14F-4D97-AF65-F5344CB8AC3E}">
        <p14:creationId xmlns:p14="http://schemas.microsoft.com/office/powerpoint/2010/main" val="35524669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en-US" sz="1200" kern="1200" dirty="0">
                <a:solidFill>
                  <a:schemeClr val="tx1"/>
                </a:solidFill>
                <a:effectLst/>
                <a:latin typeface="+mn-lt"/>
                <a:ea typeface="+mn-ea"/>
                <a:cs typeface="+mn-cs"/>
              </a:rPr>
              <a:t>Child abuse, exploitation, or neglect: Constitutes any form of physical abuse; emotional ill-treatment; sexual abuse; neglect or insufficient supervision; trafficking; or commercial, transactional, labor, or other exploitation resulting in actual or potential harm to the child’s health, well-being, survival, development, or dignity. It includes, but is not limited to: any act or failure to act which results in death, serious physical or emotional harm to a child, or an act or failure to act which presents an imminent risk of serious harm to a child. </a:t>
            </a:r>
          </a:p>
          <a:p>
            <a:pPr rtl="0"/>
            <a:endParaRPr lang="en-US" sz="1200" kern="1200" dirty="0">
              <a:solidFill>
                <a:schemeClr val="tx1"/>
              </a:solidFill>
              <a:effectLst/>
              <a:latin typeface="+mn-lt"/>
              <a:ea typeface="+mn-ea"/>
              <a:cs typeface="+mn-cs"/>
            </a:endParaRPr>
          </a:p>
          <a:p>
            <a:pPr rtl="0"/>
            <a:r>
              <a:rPr lang="en-US" sz="1200" kern="1200" dirty="0">
                <a:solidFill>
                  <a:schemeClr val="tx1"/>
                </a:solidFill>
                <a:effectLst/>
                <a:latin typeface="+mn-lt"/>
                <a:ea typeface="+mn-ea"/>
                <a:cs typeface="+mn-cs"/>
              </a:rPr>
              <a:t>Physical abuse: Constitutes acts or failures to act resulting in injury (not necessarily visible), unnecessary or unjustified pain or suffering without causing injury, harm or risk of harm to a child’s health or welfare, or death. Such acts may include, but are not limited to: punching, beating, kicking, biting, shaking, throwing, stabbing, choking, or hitting (regardless of object used), or burning. These acts are considered abuse regardless of whether they were intended to hurt the child.</a:t>
            </a:r>
          </a:p>
          <a:p>
            <a:pPr rtl="0"/>
            <a:endParaRPr lang="en-US" sz="1200" kern="1200" dirty="0">
              <a:solidFill>
                <a:schemeClr val="tx1"/>
              </a:solidFill>
              <a:effectLst/>
              <a:latin typeface="+mn-lt"/>
              <a:ea typeface="+mn-ea"/>
              <a:cs typeface="+mn-cs"/>
            </a:endParaRPr>
          </a:p>
          <a:p>
            <a:pPr rtl="0"/>
            <a:r>
              <a:rPr lang="en-US" sz="1200" kern="1200" dirty="0">
                <a:solidFill>
                  <a:schemeClr val="tx1"/>
                </a:solidFill>
                <a:effectLst/>
                <a:latin typeface="+mn-lt"/>
                <a:ea typeface="+mn-ea"/>
                <a:cs typeface="+mn-cs"/>
              </a:rPr>
              <a:t>Sexual Abuse: Constitutes fondling a child's genitals, penetration, incest, rape, sodomy, indecent exposure, and exploitation through prostitution or the production of pornographic materials.</a:t>
            </a:r>
          </a:p>
          <a:p>
            <a:pPr rtl="0"/>
            <a:endParaRPr lang="en-US" sz="120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Emotional abuse or ill treatment: Constitutes injury to the psychological capacity or emotional stability of the child caused by acts, threats of acts, or coercive tactics. Emotional abuse may include, but is not limited to: humiliation, control, isolation, withholding of information, or any other deliberate activity that makes the child feel diminished or embarrassed.</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Exploitation: Constitutes the abuse of a child where some form of remuneration is involved or whereby the perpetrators benefit in some manner. Exploitation represents a form of coercion and violence that is detrimental to the child’s physical or mental health, development, education, or well-being.</a:t>
            </a:r>
          </a:p>
          <a:p>
            <a:pPr rtl="0"/>
            <a:endParaRPr lang="en-US" sz="1200" b="0" i="0" kern="1200" dirty="0">
              <a:solidFill>
                <a:schemeClr val="tx1"/>
              </a:solidFill>
              <a:effectLst/>
              <a:latin typeface="+mn-lt"/>
              <a:ea typeface="+mn-ea"/>
              <a:cs typeface="+mn-cs"/>
            </a:endParaRPr>
          </a:p>
          <a:p>
            <a:pPr rtl="0"/>
            <a:r>
              <a:rPr lang="en-US" sz="1200" b="0" i="0" kern="1200" dirty="0">
                <a:solidFill>
                  <a:schemeClr val="tx1"/>
                </a:solidFill>
                <a:effectLst/>
                <a:latin typeface="+mn-lt"/>
                <a:ea typeface="+mn-ea"/>
                <a:cs typeface="+mn-cs"/>
              </a:rPr>
              <a:t>Neglect: Constitutes failure to provide for a child's basic needs within USAID-funded activities that are responsible for the care of a child in the absence of the child's parent or guardian</a:t>
            </a:r>
            <a:endParaRPr lang="en-US" sz="1600" dirty="0">
              <a:effectLst/>
            </a:endParaRPr>
          </a:p>
          <a:p>
            <a:br>
              <a:rPr lang="en-US" sz="1200" b="0" i="0" kern="1200" dirty="0">
                <a:solidFill>
                  <a:schemeClr val="tx1"/>
                </a:solidFill>
                <a:effectLst/>
                <a:latin typeface="+mn-lt"/>
                <a:ea typeface="+mn-ea"/>
                <a:cs typeface="+mn-cs"/>
              </a:rPr>
            </a:br>
            <a:endPar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821414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rPr>
              <a:t>**including, but not limited to, limiting unsupervised interactions with children; prohibiting exposure to pornography; and complying with applicable laws, regulations, or customs regarding the photographing, filming, or other image-generating activities of children;</a:t>
            </a:r>
          </a:p>
          <a:p>
            <a:pPr>
              <a:buClrTx/>
              <a:buFont typeface="Arial" panose="020B0604020202020204" pitchFamily="34" charset="0"/>
              <a:buNone/>
            </a:pPr>
            <a:endParaRPr lang="en-US" sz="12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454443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"Trafficking in persons" shall mean the recruitment, transportation, transfer, harboring or receipt of persons, by means of the threat or use of force or other forms of coercion, of abduction, of fraud, of deception, of the abuse of power or of a position of vulnerability or of the giving or receiving of payments or benefits to achieve the consent of a person having control over another person, for the purpose of exploitation. Exploitation shall include, at a minimum, the exploitation of the prostitution of others or other forms of sexual exploitation, forced labor or services, slavery or practices similar to slavery, servitude or the removal of organs</a:t>
            </a:r>
          </a:p>
          <a:p>
            <a:endParaRPr lang="en-US" dirty="0"/>
          </a:p>
          <a:p>
            <a:r>
              <a:rPr lang="en-US" dirty="0"/>
              <a:t>https://www.ohchr.org/en/professionalinterest/pages/protocoltraffickinginpersons.aspx </a:t>
            </a:r>
          </a:p>
        </p:txBody>
      </p:sp>
    </p:spTree>
    <p:extLst>
      <p:ext uri="{BB962C8B-B14F-4D97-AF65-F5344CB8AC3E}">
        <p14:creationId xmlns:p14="http://schemas.microsoft.com/office/powerpoint/2010/main" val="3651184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23902144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unless:</a:t>
            </a:r>
          </a:p>
          <a:p>
            <a:r>
              <a:rPr lang="en-US" dirty="0"/>
              <a:t>a)exempted from the requirement to provide or pay for such return transportation by USAID under this award; or</a:t>
            </a:r>
          </a:p>
          <a:p>
            <a:r>
              <a:rPr lang="en-US" dirty="0"/>
              <a:t>b)the employee is a victim of human trafficking seeking victim services or legal redress in the country of employment or a witness in a human trafficking enforcement action;</a:t>
            </a:r>
          </a:p>
        </p:txBody>
      </p:sp>
    </p:spTree>
    <p:extLst>
      <p:ext uri="{BB962C8B-B14F-4D97-AF65-F5344CB8AC3E}">
        <p14:creationId xmlns:p14="http://schemas.microsoft.com/office/powerpoint/2010/main" val="1618347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2 CFR 200, subpart E</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sz="1200" dirty="0">
                <a:latin typeface="Trade Gothic" panose="02000503020000020004" pitchFamily="2" charset="0"/>
              </a:rPr>
              <a:t>Generally Accepted Accounting Principles (GAAP)</a:t>
            </a:r>
          </a:p>
          <a:p>
            <a:endParaRPr lang="en-US" dirty="0"/>
          </a:p>
          <a:p>
            <a:r>
              <a:rPr lang="en-US" dirty="0"/>
              <a:t>Must be NECESSARY,</a:t>
            </a:r>
            <a:r>
              <a:rPr lang="en-US" baseline="0" dirty="0"/>
              <a:t> REASONABLE, ALLOCABLE, and CONFORMS to grant terms &amp; conditions </a:t>
            </a:r>
          </a:p>
          <a:p>
            <a:endParaRPr lang="en-US" baseline="0" dirty="0"/>
          </a:p>
          <a:p>
            <a:r>
              <a:rPr lang="en-US" baseline="0" dirty="0"/>
              <a:t>Consistency in proposing, charging, and reporting costs: </a:t>
            </a:r>
          </a:p>
          <a:p>
            <a:endParaRPr lang="en-US" baseline="0" dirty="0"/>
          </a:p>
          <a:p>
            <a:r>
              <a:rPr lang="en-US" dirty="0"/>
              <a:t>§200.403 (d) states: "A cost may not be assigned to a Federal award as a direct cost if any other cost incurred for the same purpose in like circumstances has been allocated to the Federal award as an indirect cost."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latin typeface="Trade Gothic" panose="02000503020000020004" pitchFamily="2" charset="0"/>
              </a:rPr>
              <a:t>(chargeable or assignable)</a:t>
            </a:r>
            <a:endParaRPr lang="en-US" sz="2400" b="1" dirty="0">
              <a:latin typeface="Trade Gothic" panose="02000503020000020004" pitchFamily="2" charset="0"/>
            </a:endParaRPr>
          </a:p>
          <a:p>
            <a:pPr marL="0" lvl="0" indent="0" algn="l" rtl="0">
              <a:spcBef>
                <a:spcPts val="0"/>
              </a:spcBef>
              <a:spcAft>
                <a:spcPts val="0"/>
              </a:spcAft>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41766647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786404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n-US" b="1" i="0" dirty="0">
                <a:solidFill>
                  <a:srgbClr val="333333"/>
                </a:solidFill>
                <a:effectLst/>
                <a:latin typeface="Verdana" panose="020B0604030504040204" pitchFamily="34" charset="0"/>
              </a:rPr>
              <a:t>(i)</a:t>
            </a:r>
            <a:r>
              <a:rPr lang="en-US" b="0" i="0" dirty="0">
                <a:solidFill>
                  <a:srgbClr val="333333"/>
                </a:solidFill>
                <a:effectLst/>
                <a:latin typeface="Verdana" panose="020B0604030504040204" pitchFamily="34" charset="0"/>
              </a:rPr>
              <a:t> </a:t>
            </a:r>
            <a:r>
              <a:rPr lang="en-US" b="1" i="1" dirty="0">
                <a:solidFill>
                  <a:srgbClr val="333333"/>
                </a:solidFill>
                <a:effectLst/>
                <a:latin typeface="Verdana" panose="020B0604030504040204" pitchFamily="34" charset="0"/>
              </a:rPr>
              <a:t>Standards for Documentation of Personnel Expenses</a:t>
            </a:r>
            <a:r>
              <a:rPr lang="en-US" b="0" i="0" dirty="0">
                <a:solidFill>
                  <a:srgbClr val="333333"/>
                </a:solidFill>
                <a:effectLst/>
                <a:latin typeface="Verdana" panose="020B0604030504040204" pitchFamily="34" charset="0"/>
              </a:rPr>
              <a:t> (1) Charges to </a:t>
            </a:r>
            <a:r>
              <a:rPr lang="en-US" b="0" i="0" u="none" strike="noStrike" dirty="0">
                <a:solidFill>
                  <a:srgbClr val="0068AC"/>
                </a:solidFill>
                <a:effectLst/>
                <a:latin typeface="Verdana" panose="020B0604030504040204" pitchFamily="34" charset="0"/>
                <a:hlinkClick r:id="rId3"/>
              </a:rPr>
              <a:t>Federal awards</a:t>
            </a:r>
            <a:r>
              <a:rPr lang="en-US" b="0" i="0" dirty="0">
                <a:solidFill>
                  <a:srgbClr val="333333"/>
                </a:solidFill>
                <a:effectLst/>
                <a:latin typeface="Verdana" panose="020B0604030504040204" pitchFamily="34" charset="0"/>
              </a:rPr>
              <a:t> for salaries and wages must be based on records that accurately reflect the work performed. These records must:</a:t>
            </a:r>
          </a:p>
          <a:p>
            <a:pPr algn="l"/>
            <a:r>
              <a:rPr lang="en-US" b="1" i="0" dirty="0">
                <a:solidFill>
                  <a:srgbClr val="333333"/>
                </a:solidFill>
                <a:effectLst/>
                <a:latin typeface="Verdana" panose="020B0604030504040204" pitchFamily="34" charset="0"/>
              </a:rPr>
              <a:t>(i)</a:t>
            </a:r>
            <a:r>
              <a:rPr lang="en-US" b="0" i="0" dirty="0">
                <a:solidFill>
                  <a:srgbClr val="333333"/>
                </a:solidFill>
                <a:effectLst/>
                <a:latin typeface="Verdana" panose="020B0604030504040204" pitchFamily="34" charset="0"/>
              </a:rPr>
              <a:t> Be supported by a system of internal control which provides reasonable assurance that the charges are accurate, allowable, and properly allocated;</a:t>
            </a:r>
          </a:p>
          <a:p>
            <a:pPr algn="l"/>
            <a:r>
              <a:rPr lang="en-US" b="1" i="0" dirty="0">
                <a:solidFill>
                  <a:srgbClr val="333333"/>
                </a:solidFill>
                <a:effectLst/>
                <a:latin typeface="Verdana" panose="020B0604030504040204" pitchFamily="34" charset="0"/>
              </a:rPr>
              <a:t>(ii)</a:t>
            </a:r>
            <a:r>
              <a:rPr lang="en-US" b="0" i="0" dirty="0">
                <a:solidFill>
                  <a:srgbClr val="333333"/>
                </a:solidFill>
                <a:effectLst/>
                <a:latin typeface="Verdana" panose="020B0604030504040204" pitchFamily="34" charset="0"/>
              </a:rPr>
              <a:t> Be incorporated into the official records of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a:t>
            </a:r>
          </a:p>
          <a:p>
            <a:pPr algn="l"/>
            <a:r>
              <a:rPr lang="en-US" b="1" i="0" dirty="0">
                <a:solidFill>
                  <a:srgbClr val="333333"/>
                </a:solidFill>
                <a:effectLst/>
                <a:latin typeface="Verdana" panose="020B0604030504040204" pitchFamily="34" charset="0"/>
              </a:rPr>
              <a:t>(iii)</a:t>
            </a:r>
            <a:r>
              <a:rPr lang="en-US" b="0" i="0" dirty="0">
                <a:solidFill>
                  <a:srgbClr val="333333"/>
                </a:solidFill>
                <a:effectLst/>
                <a:latin typeface="Verdana" panose="020B0604030504040204" pitchFamily="34" charset="0"/>
              </a:rPr>
              <a:t> Reasonably reflect the total activity for which the employee is compensated by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not exceeding 100% of compensated activities (for IHE, this per the IHE's definition of IBS);</a:t>
            </a:r>
          </a:p>
          <a:p>
            <a:pPr algn="l"/>
            <a:r>
              <a:rPr lang="en-US" b="1" i="0" dirty="0">
                <a:solidFill>
                  <a:srgbClr val="333333"/>
                </a:solidFill>
                <a:effectLst/>
                <a:latin typeface="Verdana" panose="020B0604030504040204" pitchFamily="34" charset="0"/>
              </a:rPr>
              <a:t>(iv)</a:t>
            </a:r>
            <a:r>
              <a:rPr lang="en-US" b="0" i="0" dirty="0">
                <a:solidFill>
                  <a:srgbClr val="333333"/>
                </a:solidFill>
                <a:effectLst/>
                <a:latin typeface="Verdana" panose="020B0604030504040204" pitchFamily="34" charset="0"/>
              </a:rPr>
              <a:t> Encompass federally-assisted and all other activities compensated by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on an integrated basis, but may include the use of </a:t>
            </a:r>
            <a:r>
              <a:rPr lang="en-US" b="0" i="0" u="none" strike="noStrike" dirty="0">
                <a:solidFill>
                  <a:srgbClr val="0068AC"/>
                </a:solidFill>
                <a:effectLst/>
                <a:latin typeface="Verdana" panose="020B0604030504040204" pitchFamily="34" charset="0"/>
                <a:hlinkClick r:id="rId5"/>
              </a:rPr>
              <a:t>subsidiary</a:t>
            </a:r>
            <a:r>
              <a:rPr lang="en-US" b="0" i="0" dirty="0">
                <a:solidFill>
                  <a:srgbClr val="333333"/>
                </a:solidFill>
                <a:effectLst/>
                <a:latin typeface="Verdana" panose="020B0604030504040204" pitchFamily="34" charset="0"/>
              </a:rPr>
              <a:t> records as defined in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's written </a:t>
            </a:r>
            <a:r>
              <a:rPr lang="en-US" b="0" i="0" u="none" strike="noStrike" dirty="0">
                <a:solidFill>
                  <a:srgbClr val="0068AC"/>
                </a:solidFill>
                <a:effectLst/>
                <a:latin typeface="Verdana" panose="020B0604030504040204" pitchFamily="34" charset="0"/>
                <a:hlinkClick r:id="rId6"/>
              </a:rPr>
              <a:t>policy</a:t>
            </a:r>
            <a:r>
              <a:rPr lang="en-US" b="0" i="0" dirty="0">
                <a:solidFill>
                  <a:srgbClr val="333333"/>
                </a:solidFill>
                <a:effectLst/>
                <a:latin typeface="Verdana" panose="020B0604030504040204" pitchFamily="34" charset="0"/>
              </a:rPr>
              <a:t>;</a:t>
            </a:r>
          </a:p>
          <a:p>
            <a:pPr algn="l"/>
            <a:r>
              <a:rPr lang="en-US" b="1" i="0" dirty="0">
                <a:solidFill>
                  <a:srgbClr val="333333"/>
                </a:solidFill>
                <a:effectLst/>
                <a:latin typeface="Verdana" panose="020B0604030504040204" pitchFamily="34" charset="0"/>
              </a:rPr>
              <a:t>(v)</a:t>
            </a:r>
            <a:r>
              <a:rPr lang="en-US" b="0" i="0" dirty="0">
                <a:solidFill>
                  <a:srgbClr val="333333"/>
                </a:solidFill>
                <a:effectLst/>
                <a:latin typeface="Verdana" panose="020B0604030504040204" pitchFamily="34" charset="0"/>
              </a:rPr>
              <a:t> Comply with the established accounting policies and practices of the </a:t>
            </a:r>
            <a:r>
              <a:rPr lang="en-US" b="0" i="0" u="none" strike="noStrike" dirty="0">
                <a:solidFill>
                  <a:srgbClr val="0068AC"/>
                </a:solidFill>
                <a:effectLst/>
                <a:latin typeface="Verdana" panose="020B0604030504040204" pitchFamily="34" charset="0"/>
                <a:hlinkClick r:id="rId4"/>
              </a:rPr>
              <a:t>non-Federal entity</a:t>
            </a:r>
            <a:r>
              <a:rPr lang="en-US" b="0" i="0" dirty="0">
                <a:solidFill>
                  <a:srgbClr val="333333"/>
                </a:solidFill>
                <a:effectLst/>
                <a:latin typeface="Verdana" panose="020B0604030504040204" pitchFamily="34" charset="0"/>
              </a:rPr>
              <a:t> (See paragraph (h)(1)(ii) above for treatment of incidental work for IHEs.); and</a:t>
            </a:r>
          </a:p>
          <a:p>
            <a:pPr algn="l"/>
            <a:r>
              <a:rPr lang="en-US" b="1" i="0" dirty="0">
                <a:solidFill>
                  <a:srgbClr val="333333"/>
                </a:solidFill>
                <a:effectLst/>
                <a:latin typeface="Verdana" panose="020B0604030504040204" pitchFamily="34" charset="0"/>
              </a:rPr>
              <a:t>(vi)</a:t>
            </a:r>
            <a:r>
              <a:rPr lang="en-US" b="0" i="0" dirty="0">
                <a:solidFill>
                  <a:srgbClr val="333333"/>
                </a:solidFill>
                <a:effectLst/>
                <a:latin typeface="Verdana" panose="020B0604030504040204" pitchFamily="34" charset="0"/>
              </a:rPr>
              <a:t> [Reserved]</a:t>
            </a:r>
          </a:p>
          <a:p>
            <a:pPr algn="l"/>
            <a:r>
              <a:rPr lang="en-US" b="1" i="0" dirty="0">
                <a:solidFill>
                  <a:srgbClr val="333333"/>
                </a:solidFill>
                <a:effectLst/>
                <a:latin typeface="Verdana" panose="020B0604030504040204" pitchFamily="34" charset="0"/>
              </a:rPr>
              <a:t>(vii)</a:t>
            </a:r>
            <a:r>
              <a:rPr lang="en-US" b="0" i="0" dirty="0">
                <a:solidFill>
                  <a:srgbClr val="333333"/>
                </a:solidFill>
                <a:effectLst/>
                <a:latin typeface="Verdana" panose="020B0604030504040204" pitchFamily="34" charset="0"/>
              </a:rPr>
              <a:t> Support the distribution of the employee's salary or wages among specific activities or </a:t>
            </a:r>
            <a:r>
              <a:rPr lang="en-US" b="0" i="0" u="none" strike="noStrike" dirty="0">
                <a:solidFill>
                  <a:srgbClr val="0068AC"/>
                </a:solidFill>
                <a:effectLst/>
                <a:latin typeface="Verdana" panose="020B0604030504040204" pitchFamily="34" charset="0"/>
                <a:hlinkClick r:id="rId7"/>
              </a:rPr>
              <a:t>cost objectives</a:t>
            </a:r>
            <a:r>
              <a:rPr lang="en-US" b="0" i="0" dirty="0">
                <a:solidFill>
                  <a:srgbClr val="333333"/>
                </a:solidFill>
                <a:effectLst/>
                <a:latin typeface="Verdana" panose="020B0604030504040204" pitchFamily="34" charset="0"/>
              </a:rPr>
              <a:t> if the employee works on more than one </a:t>
            </a:r>
            <a:r>
              <a:rPr lang="en-US" b="0" i="0" u="none" strike="noStrike" dirty="0">
                <a:solidFill>
                  <a:srgbClr val="0068AC"/>
                </a:solidFill>
                <a:effectLst/>
                <a:latin typeface="Verdana" panose="020B0604030504040204" pitchFamily="34" charset="0"/>
                <a:hlinkClick r:id="rId3"/>
              </a:rPr>
              <a:t>Federal award</a:t>
            </a:r>
            <a:r>
              <a:rPr lang="en-US" b="0" i="0" dirty="0">
                <a:solidFill>
                  <a:srgbClr val="333333"/>
                </a:solidFill>
                <a:effectLst/>
                <a:latin typeface="Verdana" panose="020B0604030504040204" pitchFamily="34" charset="0"/>
              </a:rPr>
              <a:t>; a </a:t>
            </a:r>
            <a:r>
              <a:rPr lang="en-US" b="0" i="0" u="none" strike="noStrike" dirty="0">
                <a:solidFill>
                  <a:srgbClr val="0068AC"/>
                </a:solidFill>
                <a:effectLst/>
                <a:latin typeface="Verdana" panose="020B0604030504040204" pitchFamily="34" charset="0"/>
                <a:hlinkClick r:id="rId3"/>
              </a:rPr>
              <a:t>Federal award</a:t>
            </a:r>
            <a:r>
              <a:rPr lang="en-US" b="0" i="0" dirty="0">
                <a:solidFill>
                  <a:srgbClr val="333333"/>
                </a:solidFill>
                <a:effectLst/>
                <a:latin typeface="Verdana" panose="020B0604030504040204" pitchFamily="34" charset="0"/>
              </a:rPr>
              <a:t> and non-Federal award; an indirect cost activity and a direct cost activity; two or more indirect activities which are allocated using different </a:t>
            </a:r>
            <a:r>
              <a:rPr lang="en-US" b="0" i="0" u="none" strike="noStrike" dirty="0">
                <a:solidFill>
                  <a:srgbClr val="0068AC"/>
                </a:solidFill>
                <a:effectLst/>
                <a:latin typeface="Verdana" panose="020B0604030504040204" pitchFamily="34" charset="0"/>
                <a:hlinkClick r:id="rId8"/>
              </a:rPr>
              <a:t>allocation</a:t>
            </a:r>
            <a:r>
              <a:rPr lang="en-US" b="0" i="0" dirty="0">
                <a:solidFill>
                  <a:srgbClr val="333333"/>
                </a:solidFill>
                <a:effectLst/>
                <a:latin typeface="Verdana" panose="020B0604030504040204" pitchFamily="34" charset="0"/>
              </a:rPr>
              <a:t> bases; or an unallowable activity and a direct or indirect cost activity.</a:t>
            </a:r>
          </a:p>
        </p:txBody>
      </p:sp>
    </p:spTree>
    <p:extLst>
      <p:ext uri="{BB962C8B-B14F-4D97-AF65-F5344CB8AC3E}">
        <p14:creationId xmlns:p14="http://schemas.microsoft.com/office/powerpoint/2010/main" val="3592110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307299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25345271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42642286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8926348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6182334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25183009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87182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7375726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30906008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200150" lvl="2" indent="-285750" algn="just" fontAlgn="base">
              <a:lnSpc>
                <a:spcPct val="150000"/>
              </a:lnSpc>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Use Google Maps to calculate the miles driven on route (include screenshot) and multiply by 62.5 cents each mile  </a:t>
            </a:r>
          </a:p>
          <a:p>
            <a:pPr algn="l"/>
            <a:endParaRPr lang="en-US" b="0" i="0" dirty="0">
              <a:solidFill>
                <a:srgbClr val="333333"/>
              </a:solidFill>
              <a:effectLst/>
              <a:latin typeface="Verdana" panose="020B0604030504040204" pitchFamily="34" charset="0"/>
            </a:endParaRPr>
          </a:p>
        </p:txBody>
      </p:sp>
    </p:spTree>
    <p:extLst>
      <p:ext uri="{BB962C8B-B14F-4D97-AF65-F5344CB8AC3E}">
        <p14:creationId xmlns:p14="http://schemas.microsoft.com/office/powerpoint/2010/main" val="12656563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17463966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20528905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42144841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21642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444933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1"/>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183364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63334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7"/>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7"/>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237346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078863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322918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1966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1063271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552958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8"/>
            <a:ext cx="2057400" cy="43886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8"/>
            <a:ext cx="6019800" cy="43886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B3C591-59DC-4018-8F9B-DC064D3F1B80}" type="datetimeFigureOut">
              <a:rPr lang="en-US" smtClean="0"/>
              <a:t>3/22/2023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F9F2E89-3652-49D8-B08D-2B87096A2995}" type="slidenum">
              <a:rPr lang="en-US" smtClean="0"/>
              <a:t>‹#›</a:t>
            </a:fld>
            <a:endParaRPr lang="en-US" dirty="0"/>
          </a:p>
        </p:txBody>
      </p:sp>
    </p:spTree>
    <p:extLst>
      <p:ext uri="{BB962C8B-B14F-4D97-AF65-F5344CB8AC3E}">
        <p14:creationId xmlns:p14="http://schemas.microsoft.com/office/powerpoint/2010/main" val="3757687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5" y="1"/>
            <a:ext cx="4095677" cy="5143500"/>
          </a:xfrm>
          <a:prstGeom prst="rect">
            <a:avLst/>
          </a:prstGeom>
          <a:noFill/>
          <a:ln>
            <a:noFill/>
          </a:ln>
        </p:spPr>
      </p:pic>
      <p:sp>
        <p:nvSpPr>
          <p:cNvPr id="11" name="Google Shape;11;p2"/>
          <p:cNvSpPr txBox="1">
            <a:spLocks noGrp="1"/>
          </p:cNvSpPr>
          <p:nvPr>
            <p:ph type="ctrTitle"/>
          </p:nvPr>
        </p:nvSpPr>
        <p:spPr>
          <a:xfrm>
            <a:off x="3208125" y="3287226"/>
            <a:ext cx="5250300" cy="1159801"/>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4157233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2683976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35433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834229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104682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536083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0811092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pic>
        <p:nvPicPr>
          <p:cNvPr id="10" name="Google Shape;10;p2" descr="paint_transparent1.png"/>
          <p:cNvPicPr preferRelativeResize="0"/>
          <p:nvPr/>
        </p:nvPicPr>
        <p:blipFill rotWithShape="1">
          <a:blip r:embed="rId3">
            <a:alphaModFix/>
          </a:blip>
          <a:srcRect l="55211"/>
          <a:stretch/>
        </p:blipFill>
        <p:spPr>
          <a:xfrm>
            <a:off x="3" y="0"/>
            <a:ext cx="4095677" cy="5143500"/>
          </a:xfrm>
          <a:prstGeom prst="rect">
            <a:avLst/>
          </a:prstGeom>
          <a:noFill/>
          <a:ln>
            <a:noFill/>
          </a:ln>
        </p:spPr>
      </p:pic>
      <p:sp>
        <p:nvSpPr>
          <p:cNvPr id="11" name="Google Shape;11;p2"/>
          <p:cNvSpPr txBox="1">
            <a:spLocks noGrp="1"/>
          </p:cNvSpPr>
          <p:nvPr>
            <p:ph type="ctrTitle"/>
          </p:nvPr>
        </p:nvSpPr>
        <p:spPr>
          <a:xfrm>
            <a:off x="3208125" y="3287225"/>
            <a:ext cx="5250300" cy="11598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1pPr>
            <a:lvl2pPr lvl="1"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2pPr>
            <a:lvl3pPr lvl="2"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3pPr>
            <a:lvl4pPr lvl="3"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4pPr>
            <a:lvl5pPr lvl="4"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5pPr>
            <a:lvl6pPr lvl="5"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6pPr>
            <a:lvl7pPr lvl="6"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7pPr>
            <a:lvl8pPr lvl="7"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8pPr>
            <a:lvl9pPr lvl="8" algn="r">
              <a:spcBef>
                <a:spcPts val="0"/>
              </a:spcBef>
              <a:spcAft>
                <a:spcPts val="0"/>
              </a:spcAft>
              <a:buClr>
                <a:srgbClr val="FFFFFF"/>
              </a:buClr>
              <a:buSzPts val="5000"/>
              <a:buFont typeface="Lato Light"/>
              <a:buNone/>
              <a:defRPr sz="5000">
                <a:solidFill>
                  <a:srgbClr val="FFFFFF"/>
                </a:solidFill>
                <a:latin typeface="Lato Light"/>
                <a:ea typeface="Lato Light"/>
                <a:cs typeface="Lato Light"/>
                <a:sym typeface="Lato Light"/>
              </a:defRPr>
            </a:lvl9pPr>
          </a:lstStyle>
          <a:p>
            <a:endParaRPr/>
          </a:p>
        </p:txBody>
      </p:sp>
    </p:spTree>
    <p:extLst>
      <p:ext uri="{BB962C8B-B14F-4D97-AF65-F5344CB8AC3E}">
        <p14:creationId xmlns:p14="http://schemas.microsoft.com/office/powerpoint/2010/main" val="535816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4" descr="paint_transparent4.png"/>
          <p:cNvPicPr preferRelativeResize="0"/>
          <p:nvPr/>
        </p:nvPicPr>
        <p:blipFill>
          <a:blip r:embed="rId3">
            <a:alphaModFix/>
          </a:blip>
          <a:stretch>
            <a:fillRect/>
          </a:stretch>
        </p:blipFill>
        <p:spPr>
          <a:xfrm>
            <a:off x="0" y="-11"/>
            <a:ext cx="9144000" cy="5143513"/>
          </a:xfrm>
          <a:prstGeom prst="rect">
            <a:avLst/>
          </a:prstGeom>
          <a:noFill/>
          <a:ln>
            <a:noFill/>
          </a:ln>
        </p:spPr>
      </p:pic>
      <p:sp>
        <p:nvSpPr>
          <p:cNvPr id="19" name="Google Shape;19;p4"/>
          <p:cNvSpPr txBox="1">
            <a:spLocks noGrp="1"/>
          </p:cNvSpPr>
          <p:nvPr>
            <p:ph type="body" idx="1"/>
          </p:nvPr>
        </p:nvSpPr>
        <p:spPr>
          <a:xfrm>
            <a:off x="2483350" y="836125"/>
            <a:ext cx="4177200" cy="3471300"/>
          </a:xfrm>
          <a:prstGeom prst="rect">
            <a:avLst/>
          </a:prstGeom>
        </p:spPr>
        <p:txBody>
          <a:bodyPr spcFirstLastPara="1" wrap="square" lIns="91425" tIns="91425" rIns="91425" bIns="91425" anchor="ctr" anchorCtr="0"/>
          <a:lstStyle>
            <a:lvl1pPr marL="457200" lvl="0" indent="-381000" algn="ctr" rtl="0">
              <a:spcBef>
                <a:spcPts val="600"/>
              </a:spcBef>
              <a:spcAft>
                <a:spcPts val="0"/>
              </a:spcAft>
              <a:buClr>
                <a:srgbClr val="FFFFFF"/>
              </a:buClr>
              <a:buSzPts val="2400"/>
              <a:buChar char="×"/>
              <a:defRPr sz="2400" i="1">
                <a:solidFill>
                  <a:srgbClr val="FFFFFF"/>
                </a:solidFill>
              </a:defRPr>
            </a:lvl1pPr>
            <a:lvl2pPr marL="914400" lvl="1" indent="-381000" algn="ctr" rtl="0">
              <a:spcBef>
                <a:spcPts val="0"/>
              </a:spcBef>
              <a:spcAft>
                <a:spcPts val="0"/>
              </a:spcAft>
              <a:buClr>
                <a:srgbClr val="FFFFFF"/>
              </a:buClr>
              <a:buSzPts val="2400"/>
              <a:buChar char="×"/>
              <a:defRPr sz="2400" i="1">
                <a:solidFill>
                  <a:srgbClr val="FFFFFF"/>
                </a:solidFill>
              </a:defRPr>
            </a:lvl2pPr>
            <a:lvl3pPr marL="1371600" lvl="2" indent="-381000" algn="ctr" rtl="0">
              <a:spcBef>
                <a:spcPts val="0"/>
              </a:spcBef>
              <a:spcAft>
                <a:spcPts val="0"/>
              </a:spcAft>
              <a:buClr>
                <a:srgbClr val="FFFFFF"/>
              </a:buClr>
              <a:buSzPts val="2400"/>
              <a:buChar char="×"/>
              <a:defRPr sz="2400" i="1">
                <a:solidFill>
                  <a:srgbClr val="FFFFFF"/>
                </a:solidFill>
              </a:defRPr>
            </a:lvl3pPr>
            <a:lvl4pPr marL="1828800" lvl="3" indent="-381000" algn="ctr" rtl="0">
              <a:spcBef>
                <a:spcPts val="0"/>
              </a:spcBef>
              <a:spcAft>
                <a:spcPts val="0"/>
              </a:spcAft>
              <a:buClr>
                <a:srgbClr val="FFFFFF"/>
              </a:buClr>
              <a:buSzPts val="2400"/>
              <a:buChar char="×"/>
              <a:defRPr sz="2400" i="1">
                <a:solidFill>
                  <a:srgbClr val="FFFFFF"/>
                </a:solidFill>
              </a:defRPr>
            </a:lvl4pPr>
            <a:lvl5pPr marL="2286000" lvl="4" indent="-381000" algn="ctr" rtl="0">
              <a:spcBef>
                <a:spcPts val="0"/>
              </a:spcBef>
              <a:spcAft>
                <a:spcPts val="0"/>
              </a:spcAft>
              <a:buClr>
                <a:srgbClr val="FFFFFF"/>
              </a:buClr>
              <a:buSzPts val="2400"/>
              <a:buChar char="○"/>
              <a:defRPr sz="2400" i="1">
                <a:solidFill>
                  <a:srgbClr val="FFFFFF"/>
                </a:solidFill>
              </a:defRPr>
            </a:lvl5pPr>
            <a:lvl6pPr marL="2743200" lvl="5" indent="-381000" algn="ctr" rtl="0">
              <a:spcBef>
                <a:spcPts val="0"/>
              </a:spcBef>
              <a:spcAft>
                <a:spcPts val="0"/>
              </a:spcAft>
              <a:buClr>
                <a:srgbClr val="FFFFFF"/>
              </a:buClr>
              <a:buSzPts val="2400"/>
              <a:buChar char="■"/>
              <a:defRPr sz="2400" i="1">
                <a:solidFill>
                  <a:srgbClr val="FFFFFF"/>
                </a:solidFill>
              </a:defRPr>
            </a:lvl6pPr>
            <a:lvl7pPr marL="3200400" lvl="6" indent="-381000" algn="ctr" rtl="0">
              <a:spcBef>
                <a:spcPts val="0"/>
              </a:spcBef>
              <a:spcAft>
                <a:spcPts val="0"/>
              </a:spcAft>
              <a:buClr>
                <a:srgbClr val="FFFFFF"/>
              </a:buClr>
              <a:buSzPts val="2400"/>
              <a:buChar char="●"/>
              <a:defRPr sz="2400" i="1">
                <a:solidFill>
                  <a:srgbClr val="FFFFFF"/>
                </a:solidFill>
              </a:defRPr>
            </a:lvl7pPr>
            <a:lvl8pPr marL="3657600" lvl="7" indent="-381000" algn="ctr" rtl="0">
              <a:spcBef>
                <a:spcPts val="0"/>
              </a:spcBef>
              <a:spcAft>
                <a:spcPts val="0"/>
              </a:spcAft>
              <a:buClr>
                <a:srgbClr val="FFFFFF"/>
              </a:buClr>
              <a:buSzPts val="2400"/>
              <a:buChar char="○"/>
              <a:defRPr sz="2400" i="1">
                <a:solidFill>
                  <a:srgbClr val="FFFFFF"/>
                </a:solidFill>
              </a:defRPr>
            </a:lvl8pPr>
            <a:lvl9pPr marL="4114800" lvl="8" indent="-381000" algn="ctr">
              <a:spcBef>
                <a:spcPts val="0"/>
              </a:spcBef>
              <a:spcAft>
                <a:spcPts val="0"/>
              </a:spcAft>
              <a:buClr>
                <a:srgbClr val="FFFFFF"/>
              </a:buClr>
              <a:buSzPts val="2400"/>
              <a:buChar char="■"/>
              <a:defRPr sz="2400" i="1">
                <a:solidFill>
                  <a:srgbClr val="FFFFFF"/>
                </a:solidFill>
              </a:defRPr>
            </a:lvl9pPr>
          </a:lstStyle>
          <a:p>
            <a:endParaRPr/>
          </a:p>
        </p:txBody>
      </p:sp>
      <p:sp>
        <p:nvSpPr>
          <p:cNvPr id="20" name="Google Shape;20;p4"/>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2600558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1 column" type="tx">
  <p:cSld name="Title + 1 column">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5"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 name="Google Shape;23;p5"/>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Font typeface="Lato Hairline"/>
              <a:buNone/>
              <a:defRPr>
                <a:latin typeface="Lato Hairline"/>
                <a:ea typeface="Lato Hairline"/>
                <a:cs typeface="Lato Hairline"/>
                <a:sym typeface="Lato Hairline"/>
              </a:defRPr>
            </a:lvl1pPr>
            <a:lvl2pPr lvl="1">
              <a:spcBef>
                <a:spcPts val="0"/>
              </a:spcBef>
              <a:spcAft>
                <a:spcPts val="0"/>
              </a:spcAft>
              <a:buSzPts val="4800"/>
              <a:buFont typeface="Lato Hairline"/>
              <a:buNone/>
              <a:defRPr>
                <a:latin typeface="Lato Hairline"/>
                <a:ea typeface="Lato Hairline"/>
                <a:cs typeface="Lato Hairline"/>
                <a:sym typeface="Lato Hairline"/>
              </a:defRPr>
            </a:lvl2pPr>
            <a:lvl3pPr lvl="2">
              <a:spcBef>
                <a:spcPts val="0"/>
              </a:spcBef>
              <a:spcAft>
                <a:spcPts val="0"/>
              </a:spcAft>
              <a:buSzPts val="4800"/>
              <a:buFont typeface="Lato Hairline"/>
              <a:buNone/>
              <a:defRPr>
                <a:latin typeface="Lato Hairline"/>
                <a:ea typeface="Lato Hairline"/>
                <a:cs typeface="Lato Hairline"/>
                <a:sym typeface="Lato Hairline"/>
              </a:defRPr>
            </a:lvl3pPr>
            <a:lvl4pPr lvl="3">
              <a:spcBef>
                <a:spcPts val="0"/>
              </a:spcBef>
              <a:spcAft>
                <a:spcPts val="0"/>
              </a:spcAft>
              <a:buSzPts val="4800"/>
              <a:buFont typeface="Lato Hairline"/>
              <a:buNone/>
              <a:defRPr>
                <a:latin typeface="Lato Hairline"/>
                <a:ea typeface="Lato Hairline"/>
                <a:cs typeface="Lato Hairline"/>
                <a:sym typeface="Lato Hairline"/>
              </a:defRPr>
            </a:lvl4pPr>
            <a:lvl5pPr lvl="4">
              <a:spcBef>
                <a:spcPts val="0"/>
              </a:spcBef>
              <a:spcAft>
                <a:spcPts val="0"/>
              </a:spcAft>
              <a:buSzPts val="4800"/>
              <a:buFont typeface="Lato Hairline"/>
              <a:buNone/>
              <a:defRPr>
                <a:latin typeface="Lato Hairline"/>
                <a:ea typeface="Lato Hairline"/>
                <a:cs typeface="Lato Hairline"/>
                <a:sym typeface="Lato Hairline"/>
              </a:defRPr>
            </a:lvl5pPr>
            <a:lvl6pPr lvl="5">
              <a:spcBef>
                <a:spcPts val="0"/>
              </a:spcBef>
              <a:spcAft>
                <a:spcPts val="0"/>
              </a:spcAft>
              <a:buSzPts val="4800"/>
              <a:buFont typeface="Lato Hairline"/>
              <a:buNone/>
              <a:defRPr>
                <a:latin typeface="Lato Hairline"/>
                <a:ea typeface="Lato Hairline"/>
                <a:cs typeface="Lato Hairline"/>
                <a:sym typeface="Lato Hairline"/>
              </a:defRPr>
            </a:lvl6pPr>
            <a:lvl7pPr lvl="6">
              <a:spcBef>
                <a:spcPts val="0"/>
              </a:spcBef>
              <a:spcAft>
                <a:spcPts val="0"/>
              </a:spcAft>
              <a:buSzPts val="4800"/>
              <a:buFont typeface="Lato Hairline"/>
              <a:buNone/>
              <a:defRPr>
                <a:latin typeface="Lato Hairline"/>
                <a:ea typeface="Lato Hairline"/>
                <a:cs typeface="Lato Hairline"/>
                <a:sym typeface="Lato Hairline"/>
              </a:defRPr>
            </a:lvl7pPr>
            <a:lvl8pPr lvl="7">
              <a:spcBef>
                <a:spcPts val="0"/>
              </a:spcBef>
              <a:spcAft>
                <a:spcPts val="0"/>
              </a:spcAft>
              <a:buSzPts val="4800"/>
              <a:buFont typeface="Lato Hairline"/>
              <a:buNone/>
              <a:defRPr>
                <a:latin typeface="Lato Hairline"/>
                <a:ea typeface="Lato Hairline"/>
                <a:cs typeface="Lato Hairline"/>
                <a:sym typeface="Lato Hairline"/>
              </a:defRPr>
            </a:lvl8pPr>
            <a:lvl9pPr lvl="8">
              <a:spcBef>
                <a:spcPts val="0"/>
              </a:spcBef>
              <a:spcAft>
                <a:spcPts val="0"/>
              </a:spcAft>
              <a:buSzPts val="4800"/>
              <a:buFont typeface="Lato Hairline"/>
              <a:buNone/>
              <a:defRPr>
                <a:latin typeface="Lato Hairline"/>
                <a:ea typeface="Lato Hairline"/>
                <a:cs typeface="Lato Hairline"/>
                <a:sym typeface="Lato Hairline"/>
              </a:defRPr>
            </a:lvl9pPr>
          </a:lstStyle>
          <a:p>
            <a:endParaRPr/>
          </a:p>
        </p:txBody>
      </p:sp>
      <p:sp>
        <p:nvSpPr>
          <p:cNvPr id="24" name="Google Shape;24;p5"/>
          <p:cNvSpPr txBox="1">
            <a:spLocks noGrp="1"/>
          </p:cNvSpPr>
          <p:nvPr>
            <p:ph type="body" idx="1"/>
          </p:nvPr>
        </p:nvSpPr>
        <p:spPr>
          <a:xfrm>
            <a:off x="457200" y="2244400"/>
            <a:ext cx="5511300" cy="26052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25" name="Google Shape;25;p5"/>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7391259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bg>
      <p:bgPr>
        <a:blipFill>
          <a:blip r:embed="rId2">
            <a:alphaModFix/>
          </a:blip>
          <a:stretch>
            <a:fillRect/>
          </a:stretch>
        </a:blipFill>
        <a:effectLst/>
      </p:bgPr>
    </p:bg>
    <p:spTree>
      <p:nvGrpSpPr>
        <p:cNvPr id="1" name="Shape 26"/>
        <p:cNvGrpSpPr/>
        <p:nvPr/>
      </p:nvGrpSpPr>
      <p:grpSpPr>
        <a:xfrm>
          <a:off x="0" y="0"/>
          <a:ext cx="0" cy="0"/>
          <a:chOff x="0" y="0"/>
          <a:chExt cx="0" cy="0"/>
        </a:xfrm>
      </p:grpSpPr>
      <p:pic>
        <p:nvPicPr>
          <p:cNvPr id="27" name="Google Shape;27;p6"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 name="Google Shape;28;p6"/>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9" name="Google Shape;29;p6"/>
          <p:cNvSpPr txBox="1">
            <a:spLocks noGrp="1"/>
          </p:cNvSpPr>
          <p:nvPr>
            <p:ph type="body" idx="1"/>
          </p:nvPr>
        </p:nvSpPr>
        <p:spPr>
          <a:xfrm>
            <a:off x="457200"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6"/>
          <p:cNvSpPr txBox="1">
            <a:spLocks noGrp="1"/>
          </p:cNvSpPr>
          <p:nvPr>
            <p:ph type="body" idx="2"/>
          </p:nvPr>
        </p:nvSpPr>
        <p:spPr>
          <a:xfrm>
            <a:off x="3293406" y="2211825"/>
            <a:ext cx="2675100" cy="2637900"/>
          </a:xfrm>
          <a:prstGeom prst="rect">
            <a:avLst/>
          </a:prstGeom>
        </p:spPr>
        <p:txBody>
          <a:bodyPr spcFirstLastPara="1" wrap="square" lIns="91425" tIns="91425" rIns="91425" bIns="91425" anchor="t" anchorCtr="0"/>
          <a:lstStyle>
            <a:lvl1pPr marL="457200" lvl="0" indent="-330200">
              <a:spcBef>
                <a:spcPts val="60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6"/>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1012378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7" descr="paint_transparent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 name="Google Shape;34;p7"/>
          <p:cNvSpPr txBox="1">
            <a:spLocks noGrp="1"/>
          </p:cNvSpPr>
          <p:nvPr>
            <p:ph type="title"/>
          </p:nvPr>
        </p:nvSpPr>
        <p:spPr>
          <a:xfrm>
            <a:off x="457200" y="1348975"/>
            <a:ext cx="5511300" cy="857400"/>
          </a:xfrm>
          <a:prstGeom prst="rect">
            <a:avLst/>
          </a:prstGeom>
        </p:spPr>
        <p:txBody>
          <a:bodyPr spcFirstLastPara="1" wrap="square" lIns="91425" tIns="91425" rIns="91425" bIns="91425" anchor="b" anchorCtr="0"/>
          <a:lstStyle>
            <a:lvl1pPr lvl="0" rtl="0">
              <a:spcBef>
                <a:spcPts val="0"/>
              </a:spcBef>
              <a:spcAft>
                <a:spcPts val="0"/>
              </a:spcAft>
              <a:buSzPts val="4800"/>
              <a:buNone/>
              <a:defRPr/>
            </a:lvl1pPr>
            <a:lvl2pPr lvl="1" rtl="0">
              <a:spcBef>
                <a:spcPts val="0"/>
              </a:spcBef>
              <a:spcAft>
                <a:spcPts val="0"/>
              </a:spcAft>
              <a:buSzPts val="4800"/>
              <a:buNone/>
              <a:defRPr/>
            </a:lvl2pPr>
            <a:lvl3pPr lvl="2" rtl="0">
              <a:spcBef>
                <a:spcPts val="0"/>
              </a:spcBef>
              <a:spcAft>
                <a:spcPts val="0"/>
              </a:spcAft>
              <a:buSzPts val="4800"/>
              <a:buNone/>
              <a:defRPr/>
            </a:lvl3pPr>
            <a:lvl4pPr lvl="3" rtl="0">
              <a:spcBef>
                <a:spcPts val="0"/>
              </a:spcBef>
              <a:spcAft>
                <a:spcPts val="0"/>
              </a:spcAft>
              <a:buSzPts val="4800"/>
              <a:buNone/>
              <a:defRPr/>
            </a:lvl4pPr>
            <a:lvl5pPr lvl="4" rtl="0">
              <a:spcBef>
                <a:spcPts val="0"/>
              </a:spcBef>
              <a:spcAft>
                <a:spcPts val="0"/>
              </a:spcAft>
              <a:buSzPts val="4800"/>
              <a:buNone/>
              <a:defRPr/>
            </a:lvl5pPr>
            <a:lvl6pPr lvl="5" rtl="0">
              <a:spcBef>
                <a:spcPts val="0"/>
              </a:spcBef>
              <a:spcAft>
                <a:spcPts val="0"/>
              </a:spcAft>
              <a:buSzPts val="4800"/>
              <a:buNone/>
              <a:defRPr/>
            </a:lvl6pPr>
            <a:lvl7pPr lvl="6" rtl="0">
              <a:spcBef>
                <a:spcPts val="0"/>
              </a:spcBef>
              <a:spcAft>
                <a:spcPts val="0"/>
              </a:spcAft>
              <a:buSzPts val="4800"/>
              <a:buNone/>
              <a:defRPr/>
            </a:lvl7pPr>
            <a:lvl8pPr lvl="7" rtl="0">
              <a:spcBef>
                <a:spcPts val="0"/>
              </a:spcBef>
              <a:spcAft>
                <a:spcPts val="0"/>
              </a:spcAft>
              <a:buSzPts val="4800"/>
              <a:buNone/>
              <a:defRPr/>
            </a:lvl8pPr>
            <a:lvl9pPr lvl="8" rtl="0">
              <a:spcBef>
                <a:spcPts val="0"/>
              </a:spcBef>
              <a:spcAft>
                <a:spcPts val="0"/>
              </a:spcAft>
              <a:buSzPts val="4800"/>
              <a:buNone/>
              <a:defRPr/>
            </a:lvl9pPr>
          </a:lstStyle>
          <a:p>
            <a:endParaRPr/>
          </a:p>
        </p:txBody>
      </p:sp>
      <p:sp>
        <p:nvSpPr>
          <p:cNvPr id="35" name="Google Shape;35;p7"/>
          <p:cNvSpPr txBox="1">
            <a:spLocks noGrp="1"/>
          </p:cNvSpPr>
          <p:nvPr>
            <p:ph type="body" idx="1"/>
          </p:nvPr>
        </p:nvSpPr>
        <p:spPr>
          <a:xfrm>
            <a:off x="489775"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6" name="Google Shape;36;p7"/>
          <p:cNvSpPr txBox="1">
            <a:spLocks noGrp="1"/>
          </p:cNvSpPr>
          <p:nvPr>
            <p:ph type="body" idx="2"/>
          </p:nvPr>
        </p:nvSpPr>
        <p:spPr>
          <a:xfrm>
            <a:off x="2415136"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7" name="Google Shape;37;p7"/>
          <p:cNvSpPr txBox="1">
            <a:spLocks noGrp="1"/>
          </p:cNvSpPr>
          <p:nvPr>
            <p:ph type="body" idx="3"/>
          </p:nvPr>
        </p:nvSpPr>
        <p:spPr>
          <a:xfrm>
            <a:off x="4340497" y="2312475"/>
            <a:ext cx="1831500" cy="2613300"/>
          </a:xfrm>
          <a:prstGeom prst="rect">
            <a:avLst/>
          </a:prstGeom>
        </p:spPr>
        <p:txBody>
          <a:bodyPr spcFirstLastPara="1" wrap="square" lIns="91425" tIns="91425" rIns="91425" bIns="91425" anchor="t" anchorCtr="0"/>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480584" y="46736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840972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circle" type="blank">
  <p:cSld name="Blank circle">
    <p:bg>
      <p:bgPr>
        <a:blipFill>
          <a:blip r:embed="rId2">
            <a:alphaModFix/>
          </a:blip>
          <a:stretch>
            <a:fillRect/>
          </a:stretch>
        </a:blipFill>
        <a:effectLst/>
      </p:bgPr>
    </p:bg>
    <p:spTree>
      <p:nvGrpSpPr>
        <p:cNvPr id="1" name="Shape 47"/>
        <p:cNvGrpSpPr/>
        <p:nvPr/>
      </p:nvGrpSpPr>
      <p:grpSpPr>
        <a:xfrm>
          <a:off x="0" y="0"/>
          <a:ext cx="0" cy="0"/>
          <a:chOff x="0" y="0"/>
          <a:chExt cx="0" cy="0"/>
        </a:xfrm>
      </p:grpSpPr>
      <p:pic>
        <p:nvPicPr>
          <p:cNvPr id="48" name="Google Shape;48;p10" descr="paint_transparent4.png"/>
          <p:cNvPicPr preferRelativeResize="0"/>
          <p:nvPr/>
        </p:nvPicPr>
        <p:blipFill>
          <a:blip r:embed="rId3">
            <a:alphaModFix/>
          </a:blip>
          <a:stretch>
            <a:fillRect/>
          </a:stretch>
        </p:blipFill>
        <p:spPr>
          <a:xfrm>
            <a:off x="0" y="0"/>
            <a:ext cx="9144000" cy="5143513"/>
          </a:xfrm>
          <a:prstGeom prst="rect">
            <a:avLst/>
          </a:prstGeom>
          <a:noFill/>
          <a:ln>
            <a:noFill/>
          </a:ln>
        </p:spPr>
      </p:pic>
      <p:sp>
        <p:nvSpPr>
          <p:cNvPr id="49" name="Google Shape;49;p10"/>
          <p:cNvSpPr txBox="1">
            <a:spLocks noGrp="1"/>
          </p:cNvSpPr>
          <p:nvPr>
            <p:ph type="sldNum" idx="12"/>
          </p:nvPr>
        </p:nvSpPr>
        <p:spPr>
          <a:xfrm>
            <a:off x="4297650" y="4673651"/>
            <a:ext cx="548700" cy="393600"/>
          </a:xfrm>
          <a:prstGeom prst="rect">
            <a:avLst/>
          </a:prstGeom>
        </p:spPr>
        <p:txBody>
          <a:bodyPr spcFirstLastPara="1" wrap="square" lIns="91425" tIns="91425" rIns="91425" bIns="91425" anchor="ctr"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a:pPr/>
              <a:t>‹#›</a:t>
            </a:fld>
            <a:endParaRPr dirty="0"/>
          </a:p>
        </p:txBody>
      </p:sp>
    </p:spTree>
    <p:extLst>
      <p:ext uri="{BB962C8B-B14F-4D97-AF65-F5344CB8AC3E}">
        <p14:creationId xmlns:p14="http://schemas.microsoft.com/office/powerpoint/2010/main" val="31436214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rectangle">
  <p:cSld name="Blank rectangle">
    <p:bg>
      <p:bgPr>
        <a:blipFill>
          <a:blip r:embed="rId2">
            <a:alphaModFix/>
          </a:blip>
          <a:stretch>
            <a:fillRect/>
          </a:stretch>
        </a:blipFill>
        <a:effectLst/>
      </p:bgPr>
    </p:bg>
    <p:spTree>
      <p:nvGrpSpPr>
        <p:cNvPr id="1" name="Shape 50"/>
        <p:cNvGrpSpPr/>
        <p:nvPr/>
      </p:nvGrpSpPr>
      <p:grpSpPr>
        <a:xfrm>
          <a:off x="0" y="0"/>
          <a:ext cx="0" cy="0"/>
          <a:chOff x="0" y="0"/>
          <a:chExt cx="0" cy="0"/>
        </a:xfrm>
      </p:grpSpPr>
      <p:pic>
        <p:nvPicPr>
          <p:cNvPr id="51" name="Google Shape;51;p11" descr="paint_transparent3.png"/>
          <p:cNvPicPr preferRelativeResize="0"/>
          <p:nvPr/>
        </p:nvPicPr>
        <p:blipFill>
          <a:blip r:embed="rId3">
            <a:alphaModFix/>
          </a:blip>
          <a:stretch>
            <a:fillRect/>
          </a:stretch>
        </p:blipFill>
        <p:spPr>
          <a:xfrm>
            <a:off x="0" y="1"/>
            <a:ext cx="9144000" cy="5143503"/>
          </a:xfrm>
          <a:prstGeom prst="rect">
            <a:avLst/>
          </a:prstGeom>
          <a:noFill/>
          <a:ln>
            <a:noFill/>
          </a:ln>
        </p:spPr>
      </p:pic>
      <p:sp>
        <p:nvSpPr>
          <p:cNvPr id="52" name="Google Shape;52;p11"/>
          <p:cNvSpPr txBox="1">
            <a:spLocks noGrp="1"/>
          </p:cNvSpPr>
          <p:nvPr>
            <p:ph type="sldNum" idx="12"/>
          </p:nvPr>
        </p:nvSpPr>
        <p:spPr>
          <a:xfrm>
            <a:off x="4297650" y="4447973"/>
            <a:ext cx="548700" cy="393600"/>
          </a:xfrm>
          <a:prstGeom prst="rect">
            <a:avLst/>
          </a:prstGeom>
        </p:spPr>
        <p:txBody>
          <a:bodyPr spcFirstLastPara="1" wrap="square" lIns="91425" tIns="91425" rIns="91425" bIns="91425" anchor="ctr" anchorCtr="0">
            <a:noAutofit/>
          </a:bodyPr>
          <a:lstStyle>
            <a:lvl1pPr lvl="0" algn="ctr" rtl="0">
              <a:buNone/>
              <a:defRPr>
                <a:solidFill>
                  <a:srgbClr val="999999"/>
                </a:solidFill>
              </a:defRPr>
            </a:lvl1pPr>
            <a:lvl2pPr lvl="1" algn="ctr" rtl="0">
              <a:buNone/>
              <a:defRPr>
                <a:solidFill>
                  <a:srgbClr val="999999"/>
                </a:solidFill>
              </a:defRPr>
            </a:lvl2pPr>
            <a:lvl3pPr lvl="2" algn="ctr" rtl="0">
              <a:buNone/>
              <a:defRPr>
                <a:solidFill>
                  <a:srgbClr val="999999"/>
                </a:solidFill>
              </a:defRPr>
            </a:lvl3pPr>
            <a:lvl4pPr lvl="3" algn="ctr" rtl="0">
              <a:buNone/>
              <a:defRPr>
                <a:solidFill>
                  <a:srgbClr val="999999"/>
                </a:solidFill>
              </a:defRPr>
            </a:lvl4pPr>
            <a:lvl5pPr lvl="4" algn="ctr" rtl="0">
              <a:buNone/>
              <a:defRPr>
                <a:solidFill>
                  <a:srgbClr val="999999"/>
                </a:solidFill>
              </a:defRPr>
            </a:lvl5pPr>
            <a:lvl6pPr lvl="5" algn="ctr" rtl="0">
              <a:buNone/>
              <a:defRPr>
                <a:solidFill>
                  <a:srgbClr val="999999"/>
                </a:solidFill>
              </a:defRPr>
            </a:lvl6pPr>
            <a:lvl7pPr lvl="6" algn="ctr" rtl="0">
              <a:buNone/>
              <a:defRPr>
                <a:solidFill>
                  <a:srgbClr val="999999"/>
                </a:solidFill>
              </a:defRPr>
            </a:lvl7pPr>
            <a:lvl8pPr lvl="7" algn="ctr" rtl="0">
              <a:buNone/>
              <a:defRPr>
                <a:solidFill>
                  <a:srgbClr val="999999"/>
                </a:solidFill>
              </a:defRPr>
            </a:lvl8pPr>
            <a:lvl9pPr lvl="8" algn="ctr" rtl="0">
              <a:buNone/>
              <a:defRPr>
                <a:solidFill>
                  <a:srgbClr val="999999"/>
                </a:solidFill>
              </a:defRPr>
            </a:lvl9pPr>
          </a:lstStyle>
          <a:p>
            <a:fld id="{00000000-1234-1234-1234-123412341234}" type="slidenum">
              <a:rPr lang="en"/>
              <a:pPr/>
              <a:t>‹#›</a:t>
            </a:fld>
            <a:endParaRPr dirty="0"/>
          </a:p>
        </p:txBody>
      </p:sp>
    </p:spTree>
    <p:extLst>
      <p:ext uri="{BB962C8B-B14F-4D97-AF65-F5344CB8AC3E}">
        <p14:creationId xmlns:p14="http://schemas.microsoft.com/office/powerpoint/2010/main" val="365262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7B3C591-59DC-4018-8F9B-DC064D3F1B80}" type="datetimeFigureOut">
              <a:rPr lang="en-US" smtClean="0"/>
              <a:t>3/22/2023</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F9F2E89-3652-49D8-B08D-2B87096A2995}" type="slidenum">
              <a:rPr lang="en-US" smtClean="0"/>
              <a:t>‹#›</a:t>
            </a:fld>
            <a:endParaRPr lang="en-US" dirty="0"/>
          </a:p>
        </p:txBody>
      </p:sp>
    </p:spTree>
    <p:extLst>
      <p:ext uri="{BB962C8B-B14F-4D97-AF65-F5344CB8AC3E}">
        <p14:creationId xmlns:p14="http://schemas.microsoft.com/office/powerpoint/2010/main" val="1109330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3454364568"/>
      </p:ext>
    </p:extLst>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CC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1348975"/>
            <a:ext cx="5511300" cy="857400"/>
          </a:xfrm>
          <a:prstGeom prst="rect">
            <a:avLst/>
          </a:prstGeom>
          <a:noFill/>
          <a:ln>
            <a:noFill/>
          </a:ln>
        </p:spPr>
        <p:txBody>
          <a:bodyPr spcFirstLastPara="1" wrap="square" lIns="91425" tIns="91425" rIns="91425" bIns="91425" anchor="b" anchorCtr="0"/>
          <a:lstStyle>
            <a:lvl1pPr lvl="0">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1pPr>
            <a:lvl2pPr lvl="1">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2pPr>
            <a:lvl3pPr lvl="2">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3pPr>
            <a:lvl4pPr lvl="3">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4pPr>
            <a:lvl5pPr lvl="4">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5pPr>
            <a:lvl6pPr lvl="5">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6pPr>
            <a:lvl7pPr lvl="6">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7pPr>
            <a:lvl8pPr lvl="7">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8pPr>
            <a:lvl9pPr lvl="8">
              <a:spcBef>
                <a:spcPts val="0"/>
              </a:spcBef>
              <a:spcAft>
                <a:spcPts val="0"/>
              </a:spcAft>
              <a:buClr>
                <a:srgbClr val="434343"/>
              </a:buClr>
              <a:buSzPts val="4800"/>
              <a:buFont typeface="Lato Hairline"/>
              <a:buNone/>
              <a:defRPr sz="4800">
                <a:solidFill>
                  <a:srgbClr val="434343"/>
                </a:solidFill>
                <a:latin typeface="Lato Hairline"/>
                <a:ea typeface="Lato Hairline"/>
                <a:cs typeface="Lato Hairline"/>
                <a:sym typeface="Lato Hairline"/>
              </a:defRPr>
            </a:lvl9pPr>
          </a:lstStyle>
          <a:p>
            <a:endParaRPr/>
          </a:p>
        </p:txBody>
      </p:sp>
      <p:sp>
        <p:nvSpPr>
          <p:cNvPr id="7" name="Google Shape;7;p1"/>
          <p:cNvSpPr txBox="1">
            <a:spLocks noGrp="1"/>
          </p:cNvSpPr>
          <p:nvPr>
            <p:ph type="body" idx="1"/>
          </p:nvPr>
        </p:nvSpPr>
        <p:spPr>
          <a:xfrm>
            <a:off x="457200" y="2244400"/>
            <a:ext cx="5511300" cy="2605200"/>
          </a:xfrm>
          <a:prstGeom prst="rect">
            <a:avLst/>
          </a:prstGeom>
          <a:noFill/>
          <a:ln>
            <a:noFill/>
          </a:ln>
        </p:spPr>
        <p:txBody>
          <a:bodyPr spcFirstLastPara="1" wrap="square" lIns="91425" tIns="91425" rIns="91425" bIns="91425" anchor="t" anchorCtr="0"/>
          <a:lstStyle>
            <a:lvl1pPr marL="457200" lvl="0" indent="-342900">
              <a:spcBef>
                <a:spcPts val="60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1pPr>
            <a:lvl2pPr marL="914400" lvl="1"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2pPr>
            <a:lvl3pPr marL="1371600" lvl="2"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3pPr>
            <a:lvl4pPr marL="1828800" lvl="3"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4pPr>
            <a:lvl5pPr marL="2286000" lvl="4"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5pPr>
            <a:lvl6pPr marL="2743200" lvl="5"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6pPr>
            <a:lvl7pPr marL="3200400" lvl="6"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7pPr>
            <a:lvl8pPr marL="3657600" lvl="7"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8pPr>
            <a:lvl9pPr marL="4114800" lvl="8" indent="-342900">
              <a:spcBef>
                <a:spcPts val="0"/>
              </a:spcBef>
              <a:spcAft>
                <a:spcPts val="0"/>
              </a:spcAft>
              <a:buClr>
                <a:srgbClr val="B7B7B7"/>
              </a:buClr>
              <a:buSzPts val="1800"/>
              <a:buFont typeface="Lato Light"/>
              <a:buChar char="■"/>
              <a:defRPr sz="1800">
                <a:solidFill>
                  <a:srgbClr val="666666"/>
                </a:solidFill>
                <a:latin typeface="Lato Light"/>
                <a:ea typeface="Lato Light"/>
                <a:cs typeface="Lato Light"/>
                <a:sym typeface="Lato Light"/>
              </a:defRPr>
            </a:lvl9pPr>
          </a:lstStyle>
          <a:p>
            <a:endParaRPr/>
          </a:p>
        </p:txBody>
      </p:sp>
      <p:sp>
        <p:nvSpPr>
          <p:cNvPr id="8" name="Google Shape;8;p1"/>
          <p:cNvSpPr txBox="1">
            <a:spLocks noGrp="1"/>
          </p:cNvSpPr>
          <p:nvPr>
            <p:ph type="sldNum" idx="12"/>
          </p:nvPr>
        </p:nvSpPr>
        <p:spPr>
          <a:xfrm>
            <a:off x="8480584" y="4673651"/>
            <a:ext cx="548700" cy="393600"/>
          </a:xfrm>
          <a:prstGeom prst="rect">
            <a:avLst/>
          </a:prstGeom>
          <a:noFill/>
          <a:ln>
            <a:noFill/>
          </a:ln>
        </p:spPr>
        <p:txBody>
          <a:bodyPr spcFirstLastPara="1" wrap="square" lIns="91425" tIns="91425" rIns="91425" bIns="91425" anchor="ctr" anchorCtr="0">
            <a:noAutofit/>
          </a:bodyPr>
          <a:lstStyle>
            <a:lvl1pPr lvl="0" algn="r">
              <a:buNone/>
              <a:defRPr sz="1800">
                <a:solidFill>
                  <a:srgbClr val="FFFFFF"/>
                </a:solidFill>
                <a:latin typeface="Lato Light"/>
                <a:ea typeface="Lato Light"/>
                <a:cs typeface="Lato Light"/>
                <a:sym typeface="Lato Light"/>
              </a:defRPr>
            </a:lvl1pPr>
            <a:lvl2pPr lvl="1" algn="r">
              <a:buNone/>
              <a:defRPr sz="1800">
                <a:solidFill>
                  <a:srgbClr val="FFFFFF"/>
                </a:solidFill>
                <a:latin typeface="Lato Light"/>
                <a:ea typeface="Lato Light"/>
                <a:cs typeface="Lato Light"/>
                <a:sym typeface="Lato Light"/>
              </a:defRPr>
            </a:lvl2pPr>
            <a:lvl3pPr lvl="2" algn="r">
              <a:buNone/>
              <a:defRPr sz="1800">
                <a:solidFill>
                  <a:srgbClr val="FFFFFF"/>
                </a:solidFill>
                <a:latin typeface="Lato Light"/>
                <a:ea typeface="Lato Light"/>
                <a:cs typeface="Lato Light"/>
                <a:sym typeface="Lato Light"/>
              </a:defRPr>
            </a:lvl3pPr>
            <a:lvl4pPr lvl="3" algn="r">
              <a:buNone/>
              <a:defRPr sz="1800">
                <a:solidFill>
                  <a:srgbClr val="FFFFFF"/>
                </a:solidFill>
                <a:latin typeface="Lato Light"/>
                <a:ea typeface="Lato Light"/>
                <a:cs typeface="Lato Light"/>
                <a:sym typeface="Lato Light"/>
              </a:defRPr>
            </a:lvl4pPr>
            <a:lvl5pPr lvl="4" algn="r">
              <a:buNone/>
              <a:defRPr sz="1800">
                <a:solidFill>
                  <a:srgbClr val="FFFFFF"/>
                </a:solidFill>
                <a:latin typeface="Lato Light"/>
                <a:ea typeface="Lato Light"/>
                <a:cs typeface="Lato Light"/>
                <a:sym typeface="Lato Light"/>
              </a:defRPr>
            </a:lvl5pPr>
            <a:lvl6pPr lvl="5" algn="r">
              <a:buNone/>
              <a:defRPr sz="1800">
                <a:solidFill>
                  <a:srgbClr val="FFFFFF"/>
                </a:solidFill>
                <a:latin typeface="Lato Light"/>
                <a:ea typeface="Lato Light"/>
                <a:cs typeface="Lato Light"/>
                <a:sym typeface="Lato Light"/>
              </a:defRPr>
            </a:lvl6pPr>
            <a:lvl7pPr lvl="6" algn="r">
              <a:buNone/>
              <a:defRPr sz="1800">
                <a:solidFill>
                  <a:srgbClr val="FFFFFF"/>
                </a:solidFill>
                <a:latin typeface="Lato Light"/>
                <a:ea typeface="Lato Light"/>
                <a:cs typeface="Lato Light"/>
                <a:sym typeface="Lato Light"/>
              </a:defRPr>
            </a:lvl7pPr>
            <a:lvl8pPr lvl="7" algn="r">
              <a:buNone/>
              <a:defRPr sz="1800">
                <a:solidFill>
                  <a:srgbClr val="FFFFFF"/>
                </a:solidFill>
                <a:latin typeface="Lato Light"/>
                <a:ea typeface="Lato Light"/>
                <a:cs typeface="Lato Light"/>
                <a:sym typeface="Lato Light"/>
              </a:defRPr>
            </a:lvl8pPr>
            <a:lvl9pPr lvl="8" algn="r">
              <a:buNone/>
              <a:defRPr sz="1800">
                <a:solidFill>
                  <a:srgbClr val="FFFFFF"/>
                </a:solidFill>
                <a:latin typeface="Lato Light"/>
                <a:ea typeface="Lato Light"/>
                <a:cs typeface="Lato Light"/>
                <a:sym typeface="Lato Light"/>
              </a:defRPr>
            </a:lvl9pPr>
          </a:lstStyle>
          <a:p>
            <a:pPr>
              <a:buClr>
                <a:srgbClr val="000000"/>
              </a:buClr>
              <a:buFont typeface="Arial"/>
              <a:buNone/>
            </a:pPr>
            <a:fld id="{00000000-1234-1234-1234-123412341234}" type="slidenum">
              <a:rPr lang="en" kern="0"/>
              <a:pPr>
                <a:buClr>
                  <a:srgbClr val="000000"/>
                </a:buClr>
                <a:buFont typeface="Arial"/>
                <a:buNone/>
              </a:pPr>
              <a:t>‹#›</a:t>
            </a:fld>
            <a:endParaRPr kern="0" dirty="0"/>
          </a:p>
        </p:txBody>
      </p:sp>
    </p:spTree>
    <p:extLst>
      <p:ext uri="{BB962C8B-B14F-4D97-AF65-F5344CB8AC3E}">
        <p14:creationId xmlns:p14="http://schemas.microsoft.com/office/powerpoint/2010/main" val="95317590"/>
      </p:ext>
    </p:extLst>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hyperlink" Target="https://www.govinfo.gov/app/details/CFR-2014-title2-vol1/CFR-2014-title2-vol1-sec200-302"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hyperlink" Target="http://www.un.org/sc/committees/1267/aq_sanctions_list.shtml" TargetMode="External"/><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hyperlink" Target="http://www.treasury.gov/resource-center/sanctions/SDN-%20List/Pages/default.aspx" TargetMode="External"/><Relationship Id="rId5" Type="http://schemas.openxmlformats.org/officeDocument/2006/relationships/hyperlink" Target="http://www.sam.gov/" TargetMode="External"/><Relationship Id="rId4" Type="http://schemas.microsoft.com/office/2007/relationships/hdphoto" Target="../media/hdphoto1.wdp"/><Relationship Id="rId9" Type="http://schemas.openxmlformats.org/officeDocument/2006/relationships/hyperlink" Target="https://www.govinfo.gov/app/details/CFR-2016-title2-vol1/CFR-2016-title2-vol1-sec200-213"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18.pdf"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hyperlink" Target="https://www.govinfo.gov/content/pkg/CFR-2014-title2-vol1/pdf/CFR-2014-title2-vol1-sec200-320.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D/subject-group-ECFR45ddd4419ad436d/section-200.32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hyperlink" Target="https://www.ecfr.gov/cgi-bin/text-idx?SID=2312b40f5181614169488e0699a25e61&amp;mc=true&amp;node=se2.1.200_1216&amp;rgn=div8"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6.xml"/><Relationship Id="rId4" Type="http://schemas.openxmlformats.org/officeDocument/2006/relationships/hyperlink" Target="https://www.usaid.gov/sites/default/files/documents/312.pdf"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hyperlink" Target="https://www.usaid.gov/sites/default/files/documents/312.pdf"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pdf.usaid.gov/pdf_docs/PBAAE881.pdf" TargetMode="External"/><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hyperlink" Target="https://pdf.usaid.gov/pdf_docs/PDACQ310.pdf" TargetMode="External"/><Relationship Id="rId5" Type="http://schemas.openxmlformats.org/officeDocument/2006/relationships/image" Target="../media/image9.png"/><Relationship Id="rId4" Type="http://schemas.openxmlformats.org/officeDocument/2006/relationships/hyperlink" Target="https://www.usaid.gov/sites/default/files/2022-05/310mac.pd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hyperlink" Target="https://www.govinfo.gov/content/pkg/CFR-2014-title2-vol1/pdf/CFR-2014-title2-vol1-sec200-12.pdf"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sec200-313.pdf"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sec200-333.pdf"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hyperlink" Target="https://undocs.org/ST/SGB/2003/13" TargetMode="External"/><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hyperlink" Target="https://www.govinfo.gov/content/pkg/CFR-2014-title2-vol1/pdf/CFR-2014-title2-vol1-sec200-303.pdf" TargetMode="Externa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17.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1.xml"/><Relationship Id="rId1" Type="http://schemas.openxmlformats.org/officeDocument/2006/relationships/slideLayout" Target="../slideLayouts/slideLayout17.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hyperlink" Target="https://www.usaid.gov/sites/default/agency-policy/303mab.pdf" TargetMode="Externa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6.xml"/><Relationship Id="rId4" Type="http://schemas.openxmlformats.org/officeDocument/2006/relationships/hyperlink" Target="https://www.usaid.gov/sites/default/agency-policy/303mab.pdf"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30"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17.xml"/><Relationship Id="rId6" Type="http://schemas.openxmlformats.org/officeDocument/2006/relationships/hyperlink" Target="https://partnersnet107.sharepoint.com/:x:/s/FA/EeYmUVEUIxJKq4M8oEWoE-QBybmNQhAE9Sta0KHQ7b5tYw?e=5jQQgW" TargetMode="External"/><Relationship Id="rId5" Type="http://schemas.openxmlformats.org/officeDocument/2006/relationships/hyperlink" Target="https://partnersnet107.sharepoint.com/:x:/s/FA/ETkfDqCPsLtHu_C1rHpzOLABVzrxVK8ISxm6rctd1hprXQ?e=6tP0DH" TargetMode="External"/><Relationship Id="rId4" Type="http://schemas.openxmlformats.org/officeDocument/2006/relationships/hyperlink" Target="https://www.ecfr.gov/current/title-2/subtitle-A/chapter-II/part-200/subpart-E/subject-group-ECFRed1f39f9b3d4e72/section-200.430"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1"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1"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59"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6.xml"/><Relationship Id="rId4" Type="http://schemas.openxmlformats.org/officeDocument/2006/relationships/hyperlink" Target="https://www.ecfr.gov/current/title-2/subtitle-A/chapter-II/part-200/subpart-E/subject-group-ECFRed1f39f9b3d4e72/section-200.459"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17.xml"/><Relationship Id="rId4" Type="http://schemas.openxmlformats.org/officeDocument/2006/relationships/hyperlink" Target="https://www.ecfr.gov/current/title-2/subtitle-A/chapter-II/part-200/subpart-E/subject-group-ECFRed1f39f9b3d4e72/section-200.475"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17.xml"/><Relationship Id="rId6" Type="http://schemas.openxmlformats.org/officeDocument/2006/relationships/hyperlink" Target="https://partnersnet107.sharepoint.com/:w:/s/FA/EaaAgomY611KuMtN5vx7ZNYBATj-9BMyhqRmNL5UFWZwsg?e=FUXO8S" TargetMode="External"/><Relationship Id="rId5" Type="http://schemas.openxmlformats.org/officeDocument/2006/relationships/hyperlink" Target="https://www.gsa.gov/policy-regulations/policy/travel-management-policy/fly-america-act"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3.xml"/><Relationship Id="rId1" Type="http://schemas.openxmlformats.org/officeDocument/2006/relationships/slideLayout" Target="../slideLayouts/slideLayout17.xml"/><Relationship Id="rId5" Type="http://schemas.openxmlformats.org/officeDocument/2006/relationships/hyperlink" Target="https://www.gsa.gov/policy-regulations/policy/travel-management-policy/fly-america-act#OSA" TargetMode="External"/><Relationship Id="rId4" Type="http://schemas.openxmlformats.org/officeDocument/2006/relationships/hyperlink" Target="https://www.gsa.gov/policy-regulations/policy/travel-management-policy/fly-america-act"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17.xml"/><Relationship Id="rId6" Type="http://schemas.openxmlformats.org/officeDocument/2006/relationships/hyperlink" Target="https://www.gsa.gov/travel/plan-book/per-diem-rates" TargetMode="External"/><Relationship Id="rId5" Type="http://schemas.openxmlformats.org/officeDocument/2006/relationships/hyperlink" Target="https://aoprals.state.gov/web920/per_diem.asp"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17.xml"/><Relationship Id="rId5" Type="http://schemas.openxmlformats.org/officeDocument/2006/relationships/hyperlink" Target="https://www.irs.gov/newsroom/irs-issues-standard-mileage-rates-for-2023-business-use-increases-3-cents-per-mile" TargetMode="External"/><Relationship Id="rId4" Type="http://schemas.openxmlformats.org/officeDocument/2006/relationships/hyperlink" Target="https://www.ecfr.gov/current/title-2/subtitle-A/chapter-II/part-200/subpart-E/subject-group-ECFRed1f39f9b3d4e72/section-200.475"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2"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7.xml"/><Relationship Id="rId1" Type="http://schemas.openxmlformats.org/officeDocument/2006/relationships/slideLayout" Target="../slideLayouts/slideLayout15.xml"/><Relationship Id="rId4" Type="http://schemas.openxmlformats.org/officeDocument/2006/relationships/hyperlink" Target="https://www.ecfr.gov/current/title-2/subtitle-A/chapter-II/part-200/subpart-E/subject-group-ECFRed1f39f9b3d4e72/section-200.432"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16.xml"/><Relationship Id="rId4" Type="http://schemas.openxmlformats.org/officeDocument/2006/relationships/hyperlink" Target="https://www.govinfo.gov/content/pkg/CFR-2014-title2-vol1/pdf/CFR-2014-title2-vol1-part200.pdf"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9.xml"/><Relationship Id="rId1" Type="http://schemas.openxmlformats.org/officeDocument/2006/relationships/slideLayout" Target="../slideLayouts/slideLayout25.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2667456" y="1159329"/>
            <a:ext cx="6159173" cy="2435323"/>
          </a:xfrm>
          <a:prstGeom prst="rect">
            <a:avLst/>
          </a:prstGeom>
        </p:spPr>
        <p:txBody>
          <a:bodyPr spcFirstLastPara="1" wrap="square" lIns="91425" tIns="91425" rIns="91425" bIns="91425" anchor="b" anchorCtr="0">
            <a:noAutofit/>
          </a:bodyPr>
          <a:lstStyle/>
          <a:p>
            <a:r>
              <a:rPr lang="en-US" sz="4800" dirty="0">
                <a:solidFill>
                  <a:schemeClr val="bg1"/>
                </a:solidFill>
                <a:latin typeface="Segoe UI" pitchFamily="34" charset="0"/>
                <a:ea typeface="Segoe UI" pitchFamily="34" charset="0"/>
                <a:cs typeface="Segoe UI" pitchFamily="34" charset="0"/>
              </a:rPr>
              <a:t>Federal Rules and Regulations:</a:t>
            </a:r>
            <a:br>
              <a:rPr lang="en-US" sz="4800" dirty="0">
                <a:solidFill>
                  <a:schemeClr val="bg1"/>
                </a:solidFill>
                <a:latin typeface="Segoe UI" pitchFamily="34" charset="0"/>
                <a:ea typeface="Segoe UI" pitchFamily="34" charset="0"/>
                <a:cs typeface="Segoe UI" pitchFamily="34" charset="0"/>
              </a:rPr>
            </a:br>
            <a:endParaRPr dirty="0"/>
          </a:p>
        </p:txBody>
      </p:sp>
      <p:cxnSp>
        <p:nvCxnSpPr>
          <p:cNvPr id="4" name="Straight Connector 3"/>
          <p:cNvCxnSpPr/>
          <p:nvPr/>
        </p:nvCxnSpPr>
        <p:spPr>
          <a:xfrm>
            <a:off x="5854826" y="4262520"/>
            <a:ext cx="29718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59952" y="4347705"/>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a:spLocks noChangeAspect="1"/>
          </p:cNvSpPr>
          <p:nvPr/>
        </p:nvSpPr>
        <p:spPr>
          <a:xfrm>
            <a:off x="4498376" y="191141"/>
            <a:ext cx="3970254" cy="411397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2959226" y="2971800"/>
            <a:ext cx="5867400" cy="707886"/>
          </a:xfrm>
          <a:prstGeom prst="rect">
            <a:avLst/>
          </a:prstGeom>
        </p:spPr>
        <p:txBody>
          <a:bodyPr wrap="square">
            <a:spAutoFit/>
          </a:bodyPr>
          <a:lstStyle/>
          <a:p>
            <a:pPr algn="r"/>
            <a:r>
              <a:rPr lang="en-US" sz="2000" dirty="0">
                <a:solidFill>
                  <a:schemeClr val="bg1"/>
                </a:solidFill>
                <a:latin typeface="Segoe UI" panose="020B0502040204020203" pitchFamily="34" charset="0"/>
                <a:ea typeface="Segoe UI" panose="020B0502040204020203" pitchFamily="34" charset="0"/>
                <a:cs typeface="Segoe UI" panose="020B0502040204020203" pitchFamily="34" charset="0"/>
              </a:rPr>
              <a:t>Code of Federal Regulations (2 CFR 200)</a:t>
            </a:r>
          </a:p>
          <a:p>
            <a:pPr algn="r"/>
            <a:r>
              <a:rPr lang="en-US" sz="2000" dirty="0">
                <a:solidFill>
                  <a:schemeClr val="bg1"/>
                </a:solidFill>
                <a:latin typeface="Segoe UI" panose="020B0502040204020203" pitchFamily="34" charset="0"/>
                <a:ea typeface="Segoe UI" panose="020B0502040204020203" pitchFamily="34" charset="0"/>
                <a:cs typeface="Segoe UI" panose="020B0502040204020203" pitchFamily="34" charset="0"/>
              </a:rPr>
              <a:t>For Grameen Foundation</a:t>
            </a:r>
          </a:p>
        </p:txBody>
      </p:sp>
    </p:spTree>
    <p:extLst>
      <p:ext uri="{BB962C8B-B14F-4D97-AF65-F5344CB8AC3E}">
        <p14:creationId xmlns:p14="http://schemas.microsoft.com/office/powerpoint/2010/main" val="396357166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4"/>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Administrative Requirements</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1244445394"/>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457200" y="500063"/>
            <a:ext cx="582433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Grantee System Standards</a:t>
            </a:r>
            <a:endParaRPr sz="3600" dirty="0">
              <a:solidFill>
                <a:schemeClr val="tx1"/>
              </a:solidFill>
            </a:endParaRPr>
          </a:p>
        </p:txBody>
      </p:sp>
      <p:sp>
        <p:nvSpPr>
          <p:cNvPr id="95" name="Google Shape;95;p18"/>
          <p:cNvSpPr txBox="1">
            <a:spLocks noGrp="1"/>
          </p:cNvSpPr>
          <p:nvPr>
            <p:ph type="body" idx="1"/>
          </p:nvPr>
        </p:nvSpPr>
        <p:spPr>
          <a:xfrm>
            <a:off x="304800" y="1519803"/>
            <a:ext cx="5511300" cy="2802032"/>
          </a:xfrm>
          <a:prstGeom prst="rect">
            <a:avLst/>
          </a:prstGeom>
        </p:spPr>
        <p:txBody>
          <a:bodyPr spcFirstLastPara="1" wrap="square" lIns="91425" tIns="91425" rIns="91425" bIns="91425" anchor="t" anchorCtr="0">
            <a:noAutofit/>
          </a:bodyPr>
          <a:lstStyle/>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Recipient can use own financial management system and procurement standards, as long as they meet minimum USG standards</a:t>
            </a:r>
          </a:p>
          <a:p>
            <a:pPr marL="114300" indent="0">
              <a:lnSpc>
                <a:spcPts val="2300"/>
              </a:lnSpc>
              <a:spcBef>
                <a:spcPts val="0"/>
              </a:spcBef>
              <a:buClrTx/>
              <a:buNone/>
            </a:pPr>
            <a:endParaRPr lang="en-US" sz="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ts val="23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be consistent and uniform throughout organization</a:t>
            </a:r>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549403"/>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Financial Management System</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Identification, in accounts, of all Federal awards received &amp; expended and the Fed programs under which they were received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accurate, current, and complete disclosure of financial results of each federal award or program</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Maintain records documenting the source and application of funds for federally-funded activities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Ensure effective internal controls and accountability </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Provide comparison of expenditures with budget amounts for each federal award</a:t>
            </a:r>
            <a:endParaRPr lang="en-US" sz="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spcBef>
                <a:spcPts val="0"/>
              </a:spcBef>
              <a:spcAft>
                <a:spcPts val="1200"/>
              </a:spcAft>
              <a:buClrTx/>
              <a:buSzPct val="106000"/>
              <a:buFont typeface="Arial" panose="020B0604020202020204"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Include written procedures: (1) to implement payment requirements; (2) determining allowability of costs </a:t>
            </a:r>
          </a:p>
          <a:p>
            <a:pPr marL="0" indent="0">
              <a:spcBef>
                <a:spcPts val="400"/>
              </a:spcBef>
              <a:buClr>
                <a:schemeClr val="dk1"/>
              </a:buClr>
              <a:buSzPts val="1100"/>
              <a:buNone/>
            </a:pPr>
            <a:endParaRPr lang="en" sz="1400" b="1" dirty="0"/>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200.302-2</a:t>
            </a:r>
            <a:endParaRPr lang="en-US" dirty="0">
              <a:solidFill>
                <a:schemeClr val="bg1"/>
              </a:solidFill>
            </a:endParaRPr>
          </a:p>
        </p:txBody>
      </p:sp>
    </p:spTree>
    <p:extLst>
      <p:ext uri="{BB962C8B-B14F-4D97-AF65-F5344CB8AC3E}">
        <p14:creationId xmlns:p14="http://schemas.microsoft.com/office/powerpoint/2010/main" val="2429378618"/>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extLst>
              <a:ext uri="{BEBA8EAE-BF5A-486C-A8C5-ECC9F3942E4B}">
                <a14:imgProps xmlns:a14="http://schemas.microsoft.com/office/drawing/2010/main">
                  <a14:imgLayer r:embed="rId4">
                    <a14:imgEffect>
                      <a14:saturation sat="0"/>
                    </a14:imgEffect>
                  </a14:imgLayer>
                </a14:imgProps>
              </a:ext>
            </a:extLst>
          </a:blip>
          <a:stretch>
            <a:fillRect/>
          </a:stretch>
        </a:blipFill>
        <a:effectLst/>
      </p:bgPr>
    </p:bg>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Suspension &amp; Debarment </a:t>
            </a:r>
            <a:endParaRPr sz="3600" dirty="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must not transact or conduct business under award with any individual or entity that has an active exclusion on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System for Award Management</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 List contains those individuals and entities that the U.S. Government has suspended or debarred based on misconduct or determination by the U.S. Government that the person or entity cannot be trusted to safeguard U.S. Government funds</a:t>
            </a:r>
          </a:p>
          <a:p>
            <a:pPr marL="0" lvl="0" indent="0">
              <a:spcBef>
                <a:spcPts val="0"/>
              </a:spcBef>
              <a:buClrTx/>
              <a:buSzPct val="106000"/>
              <a:buNone/>
            </a:pPr>
            <a:endPar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must not engage in transactions with, or provide resources or support to, individuals and organizations associated with terrorism including those individuals or entities that appear on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Specially Designated Nationals and Blocked Persons List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maintained by the U.S. Treasury or the </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hlinkClick r:id="rId7">
                  <a:extLst>
                    <a:ext uri="{A12FA001-AC4F-418D-AE19-62706E023703}">
                      <ahyp:hlinkClr xmlns:ahyp="http://schemas.microsoft.com/office/drawing/2018/hyperlinkcolor" val="tx"/>
                    </a:ext>
                  </a:extLst>
                </a:hlinkClick>
              </a:rPr>
              <a:t>United Nations Security designation list</a:t>
            </a: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 </a:t>
            </a:r>
          </a:p>
          <a:p>
            <a:pPr marL="342900" lvl="0" indent="-342900">
              <a:spcBef>
                <a:spcPts val="0"/>
              </a:spcBef>
              <a:buClrTx/>
              <a:buSzPct val="106000"/>
              <a:buFont typeface="Arial" panose="020B0604020202020204" pitchFamily="34" charset="0"/>
              <a:buChar char="•"/>
            </a:pPr>
            <a:endPar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endParaRPr>
          </a:p>
          <a:p>
            <a:pPr marL="342900" lvl="0" indent="-342900">
              <a:spcBef>
                <a:spcPts val="0"/>
              </a:spcBef>
              <a:buClrTx/>
              <a:buSzPct val="106000"/>
              <a:buFont typeface="Arial" panose="020B0604020202020204" pitchFamily="34" charset="0"/>
              <a:buChar char="•"/>
            </a:pPr>
            <a:r>
              <a:rPr lang="en-US" sz="1400" kern="1200" dirty="0">
                <a:solidFill>
                  <a:prstClr val="black"/>
                </a:solidFill>
                <a:latin typeface="Segoe UI" panose="020B0502040204020203" pitchFamily="34" charset="0"/>
                <a:ea typeface="Segoe UI" panose="020B0502040204020203" pitchFamily="34" charset="0"/>
                <a:cs typeface="Segoe UI" panose="020B0502040204020203" pitchFamily="34" charset="0"/>
              </a:rPr>
              <a:t>Recipient should conduct screenings on any person or entity receiving federal funding to ensure compliance with the above – follow internal policy and database</a:t>
            </a: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bg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9">
                  <a:extLst>
                    <a:ext uri="{A12FA001-AC4F-418D-AE19-62706E023703}">
                      <ahyp:hlinkClr xmlns:ahyp="http://schemas.microsoft.com/office/drawing/2018/hyperlinkcolor" val="tx"/>
                    </a:ext>
                  </a:extLst>
                </a:hlinkClick>
              </a:rPr>
              <a:t>2 CFR 200.213</a:t>
            </a:r>
            <a:endParaRPr lang="en-US" dirty="0">
              <a:solidFill>
                <a:schemeClr val="bg1"/>
              </a:solidFill>
            </a:endParaRPr>
          </a:p>
        </p:txBody>
      </p:sp>
    </p:spTree>
    <p:extLst>
      <p:ext uri="{BB962C8B-B14F-4D97-AF65-F5344CB8AC3E}">
        <p14:creationId xmlns:p14="http://schemas.microsoft.com/office/powerpoint/2010/main" val="192273026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155449" y="102870"/>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Procurement</a:t>
            </a:r>
            <a:endParaRPr sz="3600" dirty="0">
              <a:solidFill>
                <a:schemeClr val="tx1"/>
              </a:solidFill>
            </a:endParaRPr>
          </a:p>
        </p:txBody>
      </p:sp>
      <p:sp>
        <p:nvSpPr>
          <p:cNvPr id="200" name="Google Shape;200;p30"/>
          <p:cNvSpPr txBox="1">
            <a:spLocks noGrp="1"/>
          </p:cNvSpPr>
          <p:nvPr>
            <p:ph type="body" idx="1"/>
          </p:nvPr>
        </p:nvSpPr>
        <p:spPr>
          <a:xfrm>
            <a:off x="228600" y="1354455"/>
            <a:ext cx="6019800" cy="3244340"/>
          </a:xfrm>
          <a:prstGeom prst="rect">
            <a:avLst/>
          </a:prstGeom>
        </p:spPr>
        <p:txBody>
          <a:bodyPr spcFirstLastPara="1" wrap="square" lIns="91425" tIns="91425" rIns="91425" bIns="91425" anchor="t" anchorCtr="0">
            <a:noAutofit/>
          </a:bodyPr>
          <a:lstStyle/>
          <a:p>
            <a:pPr marL="0" indent="0">
              <a:lnSpc>
                <a:spcPct val="150000"/>
              </a:lnSpc>
              <a:buNone/>
            </a:pPr>
            <a:r>
              <a:rPr lang="en-US" sz="1800" b="1"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 </a:t>
            </a: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The process of obtaining goods, supplies, and services in a way that prevents conflict of interest and facilitates open and free competition</a:t>
            </a:r>
          </a:p>
          <a:p>
            <a:pPr marL="0" indent="0">
              <a:lnSpc>
                <a:spcPct val="150000"/>
              </a:lnSpc>
              <a:buNone/>
            </a:pPr>
            <a:endPar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indent="0">
              <a:lnSpc>
                <a:spcPct val="150000"/>
              </a:lnSpc>
              <a:buNone/>
            </a:pPr>
            <a:r>
              <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rPr>
              <a:t>Procurement cannot be split into multiple transactions to avoid open procurement </a:t>
            </a:r>
          </a:p>
          <a:p>
            <a:pPr marL="0" indent="0">
              <a:lnSpc>
                <a:spcPct val="150000"/>
              </a:lnSpc>
              <a:buNone/>
            </a:pPr>
            <a:endParaRPr lang="en-US" sz="18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indent="0">
              <a:lnSpc>
                <a:spcPct val="150000"/>
              </a:lnSpc>
              <a:buNone/>
            </a:pPr>
            <a:endParaRPr lang="en-US" sz="1000" b="1"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solidFill>
                <a:schemeClr val="bg1"/>
              </a:solidFill>
            </a:endParaRPr>
          </a:p>
        </p:txBody>
      </p:sp>
    </p:spTree>
    <p:extLst>
      <p:ext uri="{BB962C8B-B14F-4D97-AF65-F5344CB8AC3E}">
        <p14:creationId xmlns:p14="http://schemas.microsoft.com/office/powerpoint/2010/main" val="3368432275"/>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155448" y="1354455"/>
            <a:ext cx="6702552" cy="3429000"/>
          </a:xfrm>
          <a:prstGeom prst="rect">
            <a:avLst/>
          </a:prstGeom>
        </p:spPr>
        <p:txBody>
          <a:bodyPr spcFirstLastPara="1" wrap="square" lIns="91425" tIns="91425" rIns="91425" bIns="91425" anchor="t" anchorCtr="0">
            <a:noAutofit/>
          </a:bodyPr>
          <a:lstStyle/>
          <a:p>
            <a:pPr marL="0" indent="0">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Basic</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Requirements:</a:t>
            </a:r>
          </a:p>
          <a:p>
            <a:pPr marL="742950" lvl="1" indent="-285750">
              <a:spcAft>
                <a:spcPts val="6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Detailed record of history of procurement</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Rationale for procurement method</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Contract type selection</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Contractor selection/rejection </a:t>
            </a:r>
          </a:p>
          <a:p>
            <a:pPr marL="1200150" lvl="2" indent="-285750">
              <a:spcAft>
                <a:spcPts val="600"/>
              </a:spcAft>
              <a:buClrTx/>
              <a:buSzPct val="106000"/>
              <a:buFont typeface="Arial" panose="020B0604020202020204" pitchFamily="34" charset="0"/>
              <a:buChar char="•"/>
            </a:pPr>
            <a:r>
              <a:rPr lang="en-US" sz="1400" dirty="0">
                <a:solidFill>
                  <a:schemeClr val="accent6">
                    <a:lumMod val="75000"/>
                  </a:schemeClr>
                </a:solidFill>
                <a:latin typeface="Segoe UI" panose="020B0502040204020203" pitchFamily="34" charset="0"/>
                <a:cs typeface="Segoe UI" panose="020B0502040204020203" pitchFamily="34" charset="0"/>
              </a:rPr>
              <a:t>Cost and price analysis to determine price </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Oversight of contractors to ensure compliance</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Avoid unnecessary or duplicative purchases</a:t>
            </a:r>
          </a:p>
          <a:p>
            <a:pPr marL="742950" lvl="1" indent="-285750">
              <a:spcAft>
                <a:spcPts val="12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Written standards of conduct to avoid conflicts of interest</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Procurement</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p>
        </p:txBody>
      </p:sp>
    </p:spTree>
    <p:extLst>
      <p:ext uri="{BB962C8B-B14F-4D97-AF65-F5344CB8AC3E}">
        <p14:creationId xmlns:p14="http://schemas.microsoft.com/office/powerpoint/2010/main" val="2502525383"/>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91440" y="1285875"/>
            <a:ext cx="6521570" cy="3597593"/>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Full and open competition without any unfair advantage</a:t>
            </a:r>
          </a:p>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Written procedures for procurement transactions</a:t>
            </a:r>
          </a:p>
          <a:p>
            <a:pPr>
              <a:spcBef>
                <a:spcPts val="0"/>
              </a:spcBef>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Situations considered to be restrictive of competition:</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Unreasonable requirements on firms to qualify</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Requiring unnecessary experience or bonding</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Noncompetitive pricing practices </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Noncompetitive contracts to consultants on retainers</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Organizational conflicts of interest</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Specifying only a “brand name” product </a:t>
            </a:r>
          </a:p>
          <a:p>
            <a:pPr lvl="1">
              <a:lnSpc>
                <a:spcPct val="150000"/>
              </a:lnSpc>
              <a:buClrTx/>
              <a:buFont typeface="Lao UI" panose="020B0502040204020203"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Any arbitrary action in the procurement process</a:t>
            </a:r>
          </a:p>
          <a:p>
            <a:pPr marL="0" lvl="0" indent="0" algn="l" rtl="0">
              <a:spcBef>
                <a:spcPts val="600"/>
              </a:spcBef>
              <a:spcAft>
                <a:spcPts val="0"/>
              </a:spcAft>
              <a:buNone/>
            </a:pPr>
            <a:endParaRPr lang="en-US" sz="1400" b="1" dirty="0"/>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200.317-25</a:t>
            </a:r>
            <a:endParaRPr lang="en-US" dirty="0"/>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Competition</a:t>
            </a:r>
            <a:endParaRPr lang="en-US" sz="3600" kern="0" dirty="0">
              <a:solidFill>
                <a:schemeClr val="tx1"/>
              </a:solidFill>
            </a:endParaRPr>
          </a:p>
        </p:txBody>
      </p:sp>
    </p:spTree>
    <p:extLst>
      <p:ext uri="{BB962C8B-B14F-4D97-AF65-F5344CB8AC3E}">
        <p14:creationId xmlns:p14="http://schemas.microsoft.com/office/powerpoint/2010/main" val="973098032"/>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77724" y="1354455"/>
            <a:ext cx="6178561" cy="3714750"/>
          </a:xfrm>
          <a:prstGeom prst="rect">
            <a:avLst/>
          </a:prstGeom>
        </p:spPr>
        <p:txBody>
          <a:bodyPr spcFirstLastPara="1" wrap="square" lIns="91425" tIns="91425" rIns="91425" bIns="91425" anchor="t" anchorCtr="0">
            <a:noAutofit/>
          </a:bodyPr>
          <a:lstStyle/>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Micro-purchase threshold </a:t>
            </a:r>
            <a:r>
              <a:rPr lang="en-US" sz="1500" dirty="0">
                <a:solidFill>
                  <a:schemeClr val="accent6">
                    <a:lumMod val="75000"/>
                  </a:schemeClr>
                </a:solidFill>
                <a:latin typeface="Segoe UI" panose="020B0502040204020203" pitchFamily="34" charset="0"/>
                <a:cs typeface="Segoe UI" panose="020B0502040204020203" pitchFamily="34" charset="0"/>
              </a:rPr>
              <a:t>(2 CFR 200.67)</a:t>
            </a: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Small purchase procedures contracts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sym typeface="Wingdings" panose="05000000000000000000" pitchFamily="2" charset="2"/>
              </a:rPr>
              <a:t> </a:t>
            </a:r>
            <a:r>
              <a:rPr lang="en-US" sz="1500" dirty="0">
                <a:solidFill>
                  <a:schemeClr val="accent6">
                    <a:lumMod val="75000"/>
                  </a:schemeClr>
                </a:solidFill>
                <a:latin typeface="Segoe UI" panose="020B0502040204020203" pitchFamily="34" charset="0"/>
                <a:cs typeface="Segoe UI" panose="020B0502040204020203" pitchFamily="34" charset="0"/>
                <a:sym typeface="Wingdings" panose="05000000000000000000" pitchFamily="2" charset="2"/>
              </a:rPr>
              <a:t>(generally 3 bids) </a:t>
            </a:r>
            <a:endParaRPr lang="en-US" sz="1500" dirty="0">
              <a:solidFill>
                <a:schemeClr val="accent6">
                  <a:lumMod val="75000"/>
                </a:schemeClr>
              </a:solidFill>
              <a:latin typeface="Segoe UI" panose="020B0502040204020203" pitchFamily="34" charset="0"/>
              <a:cs typeface="Segoe UI" panose="020B0502040204020203" pitchFamily="34" charset="0"/>
            </a:endParaRP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Sealed Bids </a:t>
            </a:r>
            <a:r>
              <a:rPr lang="en-US" sz="1500" dirty="0">
                <a:solidFill>
                  <a:schemeClr val="accent6">
                    <a:lumMod val="75000"/>
                  </a:schemeClr>
                </a:solidFill>
                <a:latin typeface="Segoe UI" panose="020B0502040204020203" pitchFamily="34" charset="0"/>
                <a:cs typeface="Segoe UI" panose="020B0502040204020203" pitchFamily="34" charset="0"/>
              </a:rPr>
              <a:t>(firm fixed price contract)</a:t>
            </a:r>
          </a:p>
          <a:p>
            <a:pPr>
              <a:lnSpc>
                <a:spcPct val="200000"/>
              </a:lnSpc>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Competitive Proposals </a:t>
            </a:r>
            <a:r>
              <a:rPr lang="en-US" sz="1500" dirty="0">
                <a:solidFill>
                  <a:schemeClr val="accent6">
                    <a:lumMod val="75000"/>
                  </a:schemeClr>
                </a:solidFill>
                <a:latin typeface="Segoe UI" panose="020B0502040204020203" pitchFamily="34" charset="0"/>
                <a:cs typeface="Segoe UI" panose="020B0502040204020203" pitchFamily="34" charset="0"/>
              </a:rPr>
              <a:t>(fixed price or cost-reimbursement)</a:t>
            </a:r>
          </a:p>
          <a:p>
            <a:pPr>
              <a:lnSpc>
                <a:spcPct val="200000"/>
              </a:lnSpc>
              <a:spcBef>
                <a:spcPts val="0"/>
              </a:spcBef>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Non-competitive Proposals </a:t>
            </a:r>
            <a:r>
              <a:rPr lang="en-US" sz="1500" dirty="0">
                <a:solidFill>
                  <a:schemeClr val="accent6">
                    <a:lumMod val="75000"/>
                  </a:schemeClr>
                </a:solidFill>
                <a:latin typeface="Segoe UI" panose="020B0502040204020203" pitchFamily="34" charset="0"/>
                <a:cs typeface="Segoe UI" panose="020B0502040204020203" pitchFamily="34" charset="0"/>
              </a:rPr>
              <a:t>(need to justify no competition)</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Methods of Procurement</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200.320</a:t>
            </a:r>
            <a:endParaRPr lang="en-US" dirty="0">
              <a:solidFill>
                <a:schemeClr val="bg1"/>
              </a:solidFill>
            </a:endParaRPr>
          </a:p>
        </p:txBody>
      </p:sp>
    </p:spTree>
    <p:extLst>
      <p:ext uri="{BB962C8B-B14F-4D97-AF65-F5344CB8AC3E}">
        <p14:creationId xmlns:p14="http://schemas.microsoft.com/office/powerpoint/2010/main" val="64403297"/>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0"/>
          <p:cNvSpPr txBox="1">
            <a:spLocks noGrp="1"/>
          </p:cNvSpPr>
          <p:nvPr>
            <p:ph type="body" idx="1"/>
          </p:nvPr>
        </p:nvSpPr>
        <p:spPr>
          <a:xfrm>
            <a:off x="-56283" y="1074617"/>
            <a:ext cx="6577854" cy="3714750"/>
          </a:xfrm>
          <a:prstGeom prst="rect">
            <a:avLst/>
          </a:prstGeom>
        </p:spPr>
        <p:txBody>
          <a:bodyPr spcFirstLastPara="1" wrap="square" lIns="91425" tIns="91425" rIns="91425" bIns="91425" anchor="t" anchorCtr="0">
            <a:noAutofit/>
          </a:bodyPr>
          <a:lstStyle/>
          <a:p>
            <a:pPr marL="152400" indent="0">
              <a:spcBef>
                <a:spcPts val="0"/>
              </a:spcBef>
              <a:spcAft>
                <a:spcPts val="1000"/>
              </a:spcAft>
              <a:buClrTx/>
              <a:buSzPct val="106000"/>
              <a:buNone/>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Procurement by noncompetitive proposals. Procurement by noncompetitive proposals is procurement through solicitation of a proposal from only one source and may be used only when one or more of the following circumstances apply:</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(1) The acquisition of property or services, the aggregate dollar amount of which does not exceed the micro-purchase threshold;</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(2) The item is available only from a single source;</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(3) The public exigency or emergency for the requirement will not permit a delay resulting from competitive solicitation;</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(4) The Federal awarding agency or pass-through entity expressly authorizes noncompetitive proposals in response to a written request from the non-Federal entity; or</a:t>
            </a:r>
          </a:p>
          <a:p>
            <a:pPr lvl="1">
              <a:spcAft>
                <a:spcPts val="1000"/>
              </a:spcAft>
              <a:buClrTx/>
              <a:buSzPct val="106000"/>
              <a:buFont typeface="Arial" panose="020B0604020202020204" pitchFamily="34" charset="0"/>
              <a:buChar char="•"/>
            </a:pPr>
            <a:r>
              <a:rPr lang="en-US" sz="15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(5) After solicitation of a number of sources, competition is determined inadequate.</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47567" y="-145882"/>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Sole Source</a:t>
            </a:r>
            <a:endParaRPr lang="en-US" sz="3600" kern="0" dirty="0">
              <a:solidFill>
                <a:schemeClr val="tx1"/>
              </a:solidFill>
            </a:endParaRPr>
          </a:p>
        </p:txBody>
      </p:sp>
      <p:sp>
        <p:nvSpPr>
          <p:cNvPr id="7" name="Rectangle 6"/>
          <p:cNvSpPr/>
          <p:nvPr/>
        </p:nvSpPr>
        <p:spPr>
          <a:xfrm>
            <a:off x="-216776" y="645992"/>
            <a:ext cx="27432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hlinkClick r:id="rId4"/>
              </a:rPr>
              <a:t>     </a:t>
            </a:r>
            <a:r>
              <a:rPr lang="en-US" sz="1600" dirty="0">
                <a:solidFill>
                  <a:schemeClr val="bg1"/>
                </a:solidFill>
                <a:hlinkClick r:id="rId4"/>
              </a:rPr>
              <a:t>2 CFR 200.320(f)</a:t>
            </a:r>
            <a:endParaRPr lang="en-US" sz="1600" dirty="0">
              <a:solidFill>
                <a:schemeClr val="bg1"/>
              </a:solidFill>
            </a:endParaRPr>
          </a:p>
        </p:txBody>
      </p:sp>
    </p:spTree>
    <p:extLst>
      <p:ext uri="{BB962C8B-B14F-4D97-AF65-F5344CB8AC3E}">
        <p14:creationId xmlns:p14="http://schemas.microsoft.com/office/powerpoint/2010/main" val="3559867105"/>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Telecommunications</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Telecommunications includes mobile phones, land lines, and internet</a:t>
            </a:r>
          </a:p>
          <a:p>
            <a:pPr marL="285750" indent="-285750">
              <a:spcBef>
                <a:spcPts val="400"/>
              </a:spcBef>
              <a:buClr>
                <a:schemeClr val="dk1"/>
              </a:buClr>
              <a:buSzPts val="11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Restricts use of federal funds for:</a:t>
            </a:r>
          </a:p>
          <a:p>
            <a:pPr marL="742950" lvl="1" indent="-285750">
              <a:spcBef>
                <a:spcPts val="400"/>
              </a:spcBef>
              <a:buClr>
                <a:schemeClr val="dk1"/>
              </a:buClr>
              <a:buSzPts val="1100"/>
              <a:buFont typeface="Arial" panose="020B0604020202020204" pitchFamily="34" charset="0"/>
              <a:buChar char="•"/>
            </a:pPr>
            <a:r>
              <a:rPr lang="en-US" dirty="0">
                <a:solidFill>
                  <a:schemeClr val="accent2">
                    <a:lumMod val="75000"/>
                  </a:schemeClr>
                </a:solidFill>
                <a:latin typeface="Segoe UI" panose="020B0502040204020203" pitchFamily="34" charset="0"/>
                <a:cs typeface="Segoe UI" panose="020B0502040204020203" pitchFamily="34" charset="0"/>
              </a:rPr>
              <a:t>Telecommunications equipment, services or systems produced by Huawei Technologies or ZTE or their subsidiaries or affiliates</a:t>
            </a:r>
          </a:p>
          <a:p>
            <a:pPr marL="742950" lvl="1" indent="-285750">
              <a:spcBef>
                <a:spcPts val="400"/>
              </a:spcBef>
              <a:buClr>
                <a:schemeClr val="dk1"/>
              </a:buClr>
              <a:buSzPts val="1100"/>
              <a:buFont typeface="Arial" panose="020B0604020202020204" pitchFamily="34" charset="0"/>
              <a:buChar char="•"/>
            </a:pPr>
            <a:r>
              <a:rPr lang="en-US" dirty="0">
                <a:solidFill>
                  <a:schemeClr val="accent2">
                    <a:lumMod val="75000"/>
                  </a:schemeClr>
                </a:solidFill>
                <a:latin typeface="Segoe UI" panose="020B0502040204020203" pitchFamily="34" charset="0"/>
                <a:cs typeface="Segoe UI" panose="020B0502040204020203" pitchFamily="34" charset="0"/>
              </a:rPr>
              <a:t>Video surveillance and telecommunications equipment produced by Hytera Communications, Hangzhou Hikvision Digital Technology, or Dahua Technology, or their subsidiaries or affiliates</a:t>
            </a:r>
            <a:endParaRPr lang="en" dirty="0">
              <a:solidFill>
                <a:schemeClr val="accent2">
                  <a:lumMod val="75000"/>
                </a:schemeClr>
              </a:solidFill>
              <a:latin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   </a:t>
            </a:r>
            <a:r>
              <a:rPr lang="en-US" dirty="0">
                <a:solidFill>
                  <a:schemeClr val="bg1"/>
                </a:solidFill>
                <a:hlinkClick r:id="rId4">
                  <a:extLst>
                    <a:ext uri="{A12FA001-AC4F-418D-AE19-62706E023703}">
                      <ahyp:hlinkClr xmlns:ahyp="http://schemas.microsoft.com/office/drawing/2018/hyperlinkcolor" val="tx"/>
                    </a:ext>
                  </a:extLst>
                </a:hlinkClick>
              </a:rPr>
              <a:t>2 CFR 200.216</a:t>
            </a:r>
            <a:endParaRPr lang="en-US" dirty="0">
              <a:solidFill>
                <a:schemeClr val="bg1"/>
              </a:solidFill>
            </a:endParaRPr>
          </a:p>
        </p:txBody>
      </p:sp>
    </p:spTree>
    <p:extLst>
      <p:ext uri="{BB962C8B-B14F-4D97-AF65-F5344CB8AC3E}">
        <p14:creationId xmlns:p14="http://schemas.microsoft.com/office/powerpoint/2010/main" val="3696477027"/>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Ineligible Commodities</a:t>
            </a:r>
            <a:endParaRPr sz="3600" dirty="0">
              <a:solidFill>
                <a:schemeClr val="tx1"/>
              </a:solidFill>
            </a:endParaRPr>
          </a:p>
        </p:txBody>
      </p:sp>
      <p:sp>
        <p:nvSpPr>
          <p:cNvPr id="67" name="Google Shape;67;p14"/>
          <p:cNvSpPr txBox="1">
            <a:spLocks noGrp="1"/>
          </p:cNvSpPr>
          <p:nvPr>
            <p:ph type="body" idx="1"/>
          </p:nvPr>
        </p:nvSpPr>
        <p:spPr>
          <a:xfrm>
            <a:off x="152400" y="1357313"/>
            <a:ext cx="6239776" cy="3559248"/>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The following goods are prohibited under USAID regulations and cannot be purchases under any circumstances</a:t>
            </a:r>
          </a:p>
          <a:p>
            <a:pPr marL="285750" indent="-285750">
              <a:spcBef>
                <a:spcPts val="400"/>
              </a:spcBef>
              <a:buClr>
                <a:schemeClr val="dk1"/>
              </a:buClr>
              <a:buSzPts val="11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Military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Surveillance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Commodities and services for support of police or other law enforcement activities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Abortion equipment and services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Luxury goods</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Gambling equipment</a:t>
            </a:r>
          </a:p>
          <a:p>
            <a:pPr marL="742950" lvl="1" indent="-285750">
              <a:spcBef>
                <a:spcPts val="400"/>
              </a:spcBef>
              <a:buClr>
                <a:schemeClr val="dk1"/>
              </a:buClr>
              <a:buSzPts val="1100"/>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Weather modification equipment</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ADS Chapter 312.3.4</a:t>
            </a:r>
            <a:endParaRPr lang="en-US" dirty="0">
              <a:solidFill>
                <a:schemeClr val="bg1"/>
              </a:solidFill>
            </a:endParaRPr>
          </a:p>
        </p:txBody>
      </p:sp>
    </p:spTree>
    <p:extLst>
      <p:ext uri="{BB962C8B-B14F-4D97-AF65-F5344CB8AC3E}">
        <p14:creationId xmlns:p14="http://schemas.microsoft.com/office/powerpoint/2010/main" val="3488990735"/>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Restricted Commodities</a:t>
            </a:r>
            <a:endParaRPr lang="en-US" sz="3600" dirty="0">
              <a:solidFill>
                <a:schemeClr val="tx1"/>
              </a:solidFill>
            </a:endParaRPr>
          </a:p>
        </p:txBody>
      </p:sp>
      <p:sp>
        <p:nvSpPr>
          <p:cNvPr id="67" name="Google Shape;67;p14"/>
          <p:cNvSpPr txBox="1">
            <a:spLocks noGrp="1"/>
          </p:cNvSpPr>
          <p:nvPr>
            <p:ph type="body" idx="1"/>
          </p:nvPr>
        </p:nvSpPr>
        <p:spPr>
          <a:xfrm>
            <a:off x="152400" y="1357313"/>
            <a:ext cx="6239776" cy="3531740"/>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Restricted goods, these cannot be purchased without PRIOR approval by USAID or comply with required procedures under an applicable waiver:</a:t>
            </a:r>
          </a:p>
          <a:p>
            <a:pPr marL="285750" indent="-285750">
              <a:spcBef>
                <a:spcPts val="400"/>
              </a:spcBef>
              <a:buClr>
                <a:schemeClr val="dk1"/>
              </a:buClr>
              <a:buSzPts val="1100"/>
              <a:buFont typeface="Arial" panose="020B0604020202020204" pitchFamily="34" charset="0"/>
              <a:buChar char="•"/>
            </a:pPr>
            <a:endParaRPr lang="en-US" sz="1500"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Agricultural commodities,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Motor vehicles (defined as highway trucks, passenger cars and buses, motorcycles, scooters, motorized bicycles, All Terrain Vehicles (ATVs), and utility vehicles),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Pharmaceuticals,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Pesticides,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Used equipment (includes used vehicles),</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 Government-owned excess property, or</a:t>
            </a:r>
          </a:p>
          <a:p>
            <a:pPr marL="742950" lvl="1" indent="-285750">
              <a:spcBef>
                <a:spcPts val="400"/>
              </a:spcBef>
              <a:buClr>
                <a:schemeClr val="dk1"/>
              </a:buClr>
              <a:buSzPts val="1100"/>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Fertilizer</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ADS Chapter 312.3.3</a:t>
            </a:r>
            <a:endParaRPr lang="en-US" dirty="0">
              <a:solidFill>
                <a:schemeClr val="bg1"/>
              </a:solidFill>
            </a:endParaRPr>
          </a:p>
        </p:txBody>
      </p:sp>
    </p:spTree>
    <p:extLst>
      <p:ext uri="{BB962C8B-B14F-4D97-AF65-F5344CB8AC3E}">
        <p14:creationId xmlns:p14="http://schemas.microsoft.com/office/powerpoint/2010/main" val="1505485396"/>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152400" y="102720"/>
            <a:ext cx="6553200"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Geographic Code</a:t>
            </a:r>
            <a:endParaRPr lang="en-US" sz="3600" dirty="0">
              <a:solidFill>
                <a:schemeClr val="tx1"/>
              </a:solidFill>
            </a:endParaRPr>
          </a:p>
        </p:txBody>
      </p:sp>
      <p:sp>
        <p:nvSpPr>
          <p:cNvPr id="67" name="Google Shape;67;p14"/>
          <p:cNvSpPr txBox="1">
            <a:spLocks noGrp="1"/>
          </p:cNvSpPr>
          <p:nvPr>
            <p:ph type="body" idx="1"/>
          </p:nvPr>
        </p:nvSpPr>
        <p:spPr>
          <a:xfrm>
            <a:off x="152400" y="1357313"/>
            <a:ext cx="6239776" cy="3531740"/>
          </a:xfrm>
          <a:prstGeom prst="rect">
            <a:avLst/>
          </a:prstGeom>
        </p:spPr>
        <p:txBody>
          <a:bodyPr spcFirstLastPara="1" wrap="square" lIns="91425" tIns="91425" rIns="91425" bIns="91425" anchor="t" anchorCtr="0">
            <a:noAutofit/>
          </a:bodyPr>
          <a:lstStyle/>
          <a:p>
            <a:pPr marL="285750"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A three-digit code which designates a country, a group of countries, or an otherwise defined area.</a:t>
            </a:r>
          </a:p>
          <a:p>
            <a:pPr marL="285750" indent="-285750">
              <a:spcBef>
                <a:spcPts val="400"/>
              </a:spcBef>
              <a:buClr>
                <a:schemeClr val="dk1"/>
              </a:buClr>
              <a:buSzPts val="1100"/>
              <a:buFont typeface="Arial" panose="020B0604020202020204" pitchFamily="34" charset="0"/>
              <a:buChar char="•"/>
            </a:pPr>
            <a:endParaRPr lang="en-US" dirty="0">
              <a:solidFill>
                <a:schemeClr val="tx1"/>
              </a:solidFill>
              <a:latin typeface="Segoe UI" panose="020B0502040204020203" pitchFamily="34" charset="0"/>
              <a:cs typeface="Segoe UI" panose="020B0502040204020203" pitchFamily="34" charset="0"/>
            </a:endParaRP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937 (the United States, the recipient country, and developing countries other than </a:t>
            </a:r>
            <a:r>
              <a:rPr lang="en-US" dirty="0">
                <a:solidFill>
                  <a:schemeClr val="tx1"/>
                </a:solidFill>
                <a:latin typeface="Segoe UI" panose="020B0502040204020203" pitchFamily="34" charset="0"/>
                <a:cs typeface="Segoe UI" panose="020B0502040204020203" pitchFamily="34" charset="0"/>
                <a:hlinkClick r:id="rId3"/>
              </a:rPr>
              <a:t>advanced developing countries</a:t>
            </a:r>
            <a:r>
              <a:rPr lang="en-US" dirty="0">
                <a:solidFill>
                  <a:schemeClr val="tx1"/>
                </a:solidFill>
                <a:latin typeface="Segoe UI" panose="020B0502040204020203" pitchFamily="34" charset="0"/>
                <a:cs typeface="Segoe UI" panose="020B0502040204020203" pitchFamily="34" charset="0"/>
              </a:rPr>
              <a:t>, but excluding any country that is a </a:t>
            </a:r>
            <a:r>
              <a:rPr lang="en-US" dirty="0">
                <a:solidFill>
                  <a:schemeClr val="tx1"/>
                </a:solidFill>
                <a:latin typeface="Segoe UI" panose="020B0502040204020203" pitchFamily="34" charset="0"/>
                <a:cs typeface="Segoe UI" panose="020B0502040204020203" pitchFamily="34" charset="0"/>
                <a:hlinkClick r:id="rId4"/>
              </a:rPr>
              <a:t>prohibited source</a:t>
            </a:r>
            <a:r>
              <a:rPr lang="en-US" dirty="0">
                <a:solidFill>
                  <a:schemeClr val="tx1"/>
                </a:solidFill>
                <a:latin typeface="Segoe UI" panose="020B0502040204020203" pitchFamily="34" charset="0"/>
                <a:cs typeface="Segoe UI" panose="020B0502040204020203" pitchFamily="34" charset="0"/>
              </a:rPr>
              <a:t>) </a:t>
            </a: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110 (the United States, the independent states of the former Soviet Union, or a developing country, but excluding any country that is a </a:t>
            </a:r>
            <a:r>
              <a:rPr lang="en-US" dirty="0">
                <a:solidFill>
                  <a:schemeClr val="tx1"/>
                </a:solidFill>
                <a:latin typeface="Segoe UI" panose="020B0502040204020203" pitchFamily="34" charset="0"/>
                <a:cs typeface="Segoe UI" panose="020B0502040204020203" pitchFamily="34" charset="0"/>
                <a:hlinkClick r:id="rId4"/>
              </a:rPr>
              <a:t>prohibited source</a:t>
            </a:r>
            <a:r>
              <a:rPr lang="en-US" dirty="0">
                <a:solidFill>
                  <a:schemeClr val="tx1"/>
                </a:solidFill>
                <a:latin typeface="Segoe UI" panose="020B0502040204020203" pitchFamily="34" charset="0"/>
                <a:cs typeface="Segoe UI" panose="020B0502040204020203" pitchFamily="34" charset="0"/>
              </a:rPr>
              <a:t>)</a:t>
            </a:r>
          </a:p>
          <a:p>
            <a:pPr marL="742950" lvl="1" indent="-285750">
              <a:spcBef>
                <a:spcPts val="400"/>
              </a:spcBef>
              <a:buClr>
                <a:schemeClr val="dk1"/>
              </a:buClr>
              <a:buSzPts val="1100"/>
              <a:buFont typeface="Arial" panose="020B0604020202020204" pitchFamily="34" charset="0"/>
              <a:buChar char="•"/>
            </a:pPr>
            <a:r>
              <a:rPr lang="en-US" dirty="0">
                <a:solidFill>
                  <a:schemeClr val="tx1"/>
                </a:solidFill>
                <a:latin typeface="Segoe UI" panose="020B0502040204020203" pitchFamily="34" charset="0"/>
                <a:cs typeface="Segoe UI" panose="020B0502040204020203" pitchFamily="34" charset="0"/>
              </a:rPr>
              <a:t>Code 935 (any area or country including the recipient country, but excluding any country that is a </a:t>
            </a:r>
            <a:r>
              <a:rPr lang="en-US" dirty="0">
                <a:solidFill>
                  <a:schemeClr val="tx1"/>
                </a:solidFill>
                <a:latin typeface="Segoe UI" panose="020B0502040204020203" pitchFamily="34" charset="0"/>
                <a:cs typeface="Segoe UI" panose="020B0502040204020203" pitchFamily="34" charset="0"/>
                <a:hlinkClick r:id="rId4"/>
              </a:rPr>
              <a:t>prohibited source</a:t>
            </a:r>
            <a:r>
              <a:rPr lang="en-US" dirty="0">
                <a:solidFill>
                  <a:schemeClr val="tx1"/>
                </a:solidFill>
                <a:latin typeface="Segoe UI" panose="020B0502040204020203" pitchFamily="34" charset="0"/>
                <a:cs typeface="Segoe UI" panose="020B0502040204020203" pitchFamily="34" charset="0"/>
              </a:rPr>
              <a:t>) </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1648" y="928688"/>
            <a:ext cx="2593848" cy="428625"/>
          </a:xfrm>
          <a:prstGeom prst="rect">
            <a:avLst/>
          </a:prstGeom>
          <a:solidFill>
            <a:srgbClr val="F8A15A">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6">
                  <a:extLst>
                    <a:ext uri="{A12FA001-AC4F-418D-AE19-62706E023703}">
                      <ahyp:hlinkClr xmlns:ahyp="http://schemas.microsoft.com/office/drawing/2018/hyperlinkcolor" val="tx"/>
                    </a:ext>
                  </a:extLst>
                </a:hlinkClick>
              </a:rPr>
              <a:t>ADS Chapter 310.5.1</a:t>
            </a:r>
            <a:endParaRPr lang="en-US" dirty="0">
              <a:solidFill>
                <a:schemeClr val="bg1"/>
              </a:solidFill>
            </a:endParaRPr>
          </a:p>
        </p:txBody>
      </p:sp>
    </p:spTree>
    <p:extLst>
      <p:ext uri="{BB962C8B-B14F-4D97-AF65-F5344CB8AC3E}">
        <p14:creationId xmlns:p14="http://schemas.microsoft.com/office/powerpoint/2010/main" val="1849950853"/>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Tangible or intangible assets used in operations having a useful life of more than one year which are capitalized in accordance with Generally Accepted Accounting Principles (GAAP)</a:t>
            </a:r>
          </a:p>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Includes: </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Real property:</a:t>
            </a:r>
            <a:r>
              <a:rPr lang="en-US" sz="1500" dirty="0">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land, buildings, structures (not movable machinery or equipment)</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Equipment:</a:t>
            </a:r>
            <a:r>
              <a:rPr lang="en-US" sz="1500" dirty="0">
                <a:latin typeface="Segoe UI" panose="020B0502040204020203" pitchFamily="34" charset="0"/>
                <a:ea typeface="Segoe UI" panose="020B0502040204020203" pitchFamily="34" charset="0"/>
                <a:cs typeface="Segoe UI" panose="020B0502040204020203" pitchFamily="34" charset="0"/>
              </a:rPr>
              <a:t>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tangible personal property (including IT systems) having a useful life of more than one year &amp; per unit price of $5,000 USD or more</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Intangible Property: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no physical existence (trademarks, copyrights, patents, etc.)</a:t>
            </a:r>
          </a:p>
          <a:p>
            <a:pPr marL="742950" lvl="1" indent="-285750">
              <a:buClrTx/>
              <a:buFont typeface="Segoe UI" panose="020B0502040204020203" pitchFamily="34" charset="0"/>
              <a:buChar char="−"/>
            </a:pPr>
            <a:r>
              <a:rPr lang="en-US" sz="1500" dirty="0">
                <a:solidFill>
                  <a:schemeClr val="tx1"/>
                </a:solidFill>
                <a:latin typeface="Segoe UI" panose="020B0502040204020203" pitchFamily="34" charset="0"/>
                <a:ea typeface="Segoe UI" panose="020B0502040204020203" pitchFamily="34" charset="0"/>
                <a:cs typeface="Segoe UI" panose="020B0502040204020203" pitchFamily="34" charset="0"/>
              </a:rPr>
              <a:t>Others: </a:t>
            </a:r>
            <a:r>
              <a:rPr lang="en-US" sz="1500" dirty="0">
                <a:solidFill>
                  <a:schemeClr val="accent4">
                    <a:lumMod val="50000"/>
                  </a:schemeClr>
                </a:solidFill>
                <a:latin typeface="Segoe UI" panose="020B0502040204020203" pitchFamily="34" charset="0"/>
                <a:ea typeface="Segoe UI" panose="020B0502040204020203" pitchFamily="34" charset="0"/>
                <a:cs typeface="Segoe UI" panose="020B0502040204020203" pitchFamily="34" charset="0"/>
              </a:rPr>
              <a:t>construction, leases, and additions, improvements, modifications, and alterations to capital assets that materially increase their useful life</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590800"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200.12</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Capital Assets</a:t>
            </a:r>
            <a:endParaRPr lang="en-US" sz="3600" kern="0" dirty="0">
              <a:solidFill>
                <a:schemeClr val="tx1"/>
              </a:solidFill>
            </a:endParaRPr>
          </a:p>
        </p:txBody>
      </p:sp>
    </p:spTree>
    <p:extLst>
      <p:ext uri="{BB962C8B-B14F-4D97-AF65-F5344CB8AC3E}">
        <p14:creationId xmlns:p14="http://schemas.microsoft.com/office/powerpoint/2010/main" val="1764266274"/>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88525" y="1234637"/>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 complete list of physical items such as property, goods in stock, or other contents of a building </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Inventory is typically done at the end of each year to determine the monetary value threshold for accounting items </a:t>
            </a:r>
            <a:endParaRPr lang="en-US" sz="1500" i="1"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For property, a physical inventory must be taken and the results reconciled with the property records at least once every two years.</a:t>
            </a: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What is Grameen’s threshold for inventory?</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200.313</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Inventory</a:t>
            </a:r>
            <a:endParaRPr lang="en-US" sz="3600" kern="0" dirty="0">
              <a:solidFill>
                <a:schemeClr val="tx1"/>
              </a:solidFill>
            </a:endParaRPr>
          </a:p>
        </p:txBody>
      </p:sp>
    </p:spTree>
    <p:extLst>
      <p:ext uri="{BB962C8B-B14F-4D97-AF65-F5344CB8AC3E}">
        <p14:creationId xmlns:p14="http://schemas.microsoft.com/office/powerpoint/2010/main" val="3597516244"/>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127859" y="950858"/>
            <a:ext cx="6366122"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Designates the appropriate length of time to maintain official records and accounting records</a:t>
            </a: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maintain financial records, supporting documents, and other records for a minimum of 3 years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in country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after the grant project ends (electronic copies are sufficient)</a:t>
            </a:r>
          </a:p>
          <a:p>
            <a:pPr marL="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Must also follow local record retention law </a:t>
            </a: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NIRC accounting records (which may include payroll records)1 for a period of 10 years. </a:t>
            </a:r>
          </a:p>
          <a:p>
            <a:pPr lvl="2">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5 years, hardcopies must be retained</a:t>
            </a:r>
          </a:p>
          <a:p>
            <a:pPr lvl="2">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After 5 years electronic copies</a:t>
            </a: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Employment records are required for minimum of 3 years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52248" y="675946"/>
            <a:ext cx="2362200"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4">
                  <a:extLst>
                    <a:ext uri="{A12FA001-AC4F-418D-AE19-62706E023703}">
                      <ahyp:hlinkClr xmlns:ahyp="http://schemas.microsoft.com/office/drawing/2018/hyperlinkcolor" val="tx"/>
                    </a:ext>
                  </a:extLst>
                </a:hlinkClick>
              </a:rPr>
              <a:t>2 CFR 200.333</a:t>
            </a:r>
            <a:endParaRPr lang="en-US" dirty="0">
              <a:solidFill>
                <a:schemeClr val="bg1"/>
              </a:solidFill>
            </a:endParaRPr>
          </a:p>
        </p:txBody>
      </p:sp>
      <p:sp>
        <p:nvSpPr>
          <p:cNvPr id="6" name="Google Shape;199;p30"/>
          <p:cNvSpPr txBox="1">
            <a:spLocks/>
          </p:cNvSpPr>
          <p:nvPr/>
        </p:nvSpPr>
        <p:spPr>
          <a:xfrm>
            <a:off x="155449" y="-90909"/>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Record Retention</a:t>
            </a:r>
            <a:endParaRPr lang="en-US" sz="3600" kern="0" dirty="0">
              <a:solidFill>
                <a:schemeClr val="tx1"/>
              </a:solidFill>
            </a:endParaRPr>
          </a:p>
        </p:txBody>
      </p:sp>
    </p:spTree>
    <p:extLst>
      <p:ext uri="{BB962C8B-B14F-4D97-AF65-F5344CB8AC3E}">
        <p14:creationId xmlns:p14="http://schemas.microsoft.com/office/powerpoint/2010/main" val="241458670"/>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3"/>
            <a:ext cx="4347714" cy="4505097"/>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Mandatory as Applicable</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3665636830"/>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Protection from SEA</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5"/>
              </a:rPr>
              <a:t>USAID ADS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In accordance with the internal control requirements in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2 CFR 200.303</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which require the recipient to establish standards of conduct for its employees, the recipient must ensure that all its employees adhere to these standards of conduct in a manner consistent with the standards for United Nations (UN) employees in Section 3 of the UN Secretary-General’s Bulletin </a:t>
            </a:r>
            <a:r>
              <a:rPr lang="en-US" sz="1700" dirty="0">
                <a:solidFill>
                  <a:schemeClr val="tx1"/>
                </a:solidFill>
                <a:latin typeface="Segoe UI" panose="020B0502040204020203" pitchFamily="34" charset="0"/>
                <a:cs typeface="Segoe UI" panose="020B0502040204020203" pitchFamily="34" charset="0"/>
              </a:rPr>
              <a:t>(</a:t>
            </a:r>
            <a:r>
              <a:rPr lang="en-US" sz="1700" u="sng" dirty="0">
                <a:solidFill>
                  <a:schemeClr val="tx1"/>
                </a:solidFill>
                <a:latin typeface="Segoe UI" panose="020B0502040204020203" pitchFamily="34" charset="0"/>
                <a:cs typeface="Segoe UI" panose="020B0502040204020203" pitchFamily="34" charset="0"/>
                <a:hlinkClick r:id="rId7">
                  <a:extLst>
                    <a:ext uri="{A12FA001-AC4F-418D-AE19-62706E023703}">
                      <ahyp:hlinkClr xmlns:ahyp="http://schemas.microsoft.com/office/drawing/2018/hyperlinkcolor" val="tx"/>
                    </a:ext>
                  </a:extLst>
                </a:hlinkClick>
              </a:rPr>
              <a:t>ST/SGB/2003/13</a:t>
            </a:r>
            <a:r>
              <a:rPr lang="en-US" sz="1700" dirty="0">
                <a:solidFill>
                  <a:schemeClr val="tx1"/>
                </a:solidFill>
                <a:latin typeface="Segoe UI" panose="020B0502040204020203" pitchFamily="34" charset="0"/>
                <a:cs typeface="Segoe UI" panose="020B0502040204020203" pitchFamily="34" charset="0"/>
              </a:rPr>
              <a:t>)</a:t>
            </a:r>
          </a:p>
          <a:p>
            <a:pPr>
              <a:spcBef>
                <a:spcPts val="0"/>
              </a:spcBef>
              <a:spcAft>
                <a:spcPts val="1000"/>
              </a:spcAft>
              <a:buClrTx/>
              <a:buSzPct val="106000"/>
              <a:buFont typeface="Arial" panose="020B0604020202020204" pitchFamily="34" charset="0"/>
              <a:buChar char="•"/>
            </a:pPr>
            <a:endParaRPr lang="en-US" sz="1700" dirty="0">
              <a:solidFill>
                <a:schemeClr val="tx1"/>
              </a:solidFill>
              <a:latin typeface="Segoe UI" panose="020B0502040204020203" pitchFamily="34" charset="0"/>
              <a:cs typeface="Segoe UI" panose="020B0502040204020203" pitchFamily="34" charset="0"/>
            </a:endParaRPr>
          </a:p>
          <a:p>
            <a:pPr>
              <a:spcBef>
                <a:spcPts val="0"/>
              </a:spcBef>
              <a:spcAft>
                <a:spcPts val="1000"/>
              </a:spcAft>
              <a:buClrTx/>
              <a:buSzPct val="106000"/>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Employees should sign code of conduct annually re-confirming compliance with the policy</a:t>
            </a:r>
          </a:p>
        </p:txBody>
      </p:sp>
    </p:spTree>
    <p:extLst>
      <p:ext uri="{BB962C8B-B14F-4D97-AF65-F5344CB8AC3E}">
        <p14:creationId xmlns:p14="http://schemas.microsoft.com/office/powerpoint/2010/main" val="2755075901"/>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Protection from SEA</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5"/>
              </a:rPr>
              <a:t>USAID ADS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Sexual exploitation and sexual abuse constitute acts of serious misconduct and are therefore grounds for disciplinary measures, including summary dismissal;</a:t>
            </a:r>
          </a:p>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Sexual activity with  children (persons  under  the  age  of  18) is prohibited regardless of the age of majority or age of consent locally. Mistaken belief in the age of a child is not a defense;</a:t>
            </a:r>
          </a:p>
          <a:p>
            <a:pPr marL="495300" indent="-342900">
              <a:spcBef>
                <a:spcPts val="0"/>
              </a:spcBef>
              <a:spcAft>
                <a:spcPts val="1000"/>
              </a:spcAft>
              <a:buClrTx/>
              <a:buSzPct val="106000"/>
              <a:buFont typeface="+mj-lt"/>
              <a:buAutoNum type="alphaLcParen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Exchange of money, employment, goods or services for  sex, including sexual favors or other forms of humiliating, degrading or exploitative behavior, is prohibited. This includes any exchange of assistance that is due to beneficiaries of assistance;</a:t>
            </a:r>
          </a:p>
          <a:p>
            <a:pPr marL="152400" indent="0">
              <a:spcBef>
                <a:spcPts val="0"/>
              </a:spcBef>
              <a:spcAft>
                <a:spcPts val="1000"/>
              </a:spcAft>
              <a:buClrTx/>
              <a:buSzPct val="106000"/>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40546938"/>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duotone>
              <a:prstClr val="black"/>
              <a:schemeClr val="accent3">
                <a:tint val="45000"/>
                <a:satMod val="400000"/>
              </a:schemeClr>
            </a:duotone>
          </a:blip>
          <a:stretch>
            <a:fillRect/>
          </a:stretch>
        </a:blipFill>
        <a:effectLst/>
      </p:bgPr>
    </p:bg>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Protection from SEA</a:t>
            </a:r>
            <a:endParaRPr lang="en-US" sz="3600" kern="0" dirty="0">
              <a:solidFill>
                <a:schemeClr val="tx1"/>
              </a:solidFill>
            </a:endParaRPr>
          </a:p>
        </p:txBody>
      </p:sp>
      <p:sp>
        <p:nvSpPr>
          <p:cNvPr id="7" name="Rectangle 6"/>
          <p:cNvSpPr/>
          <p:nvPr/>
        </p:nvSpPr>
        <p:spPr>
          <a:xfrm>
            <a:off x="-228600" y="925830"/>
            <a:ext cx="2590800" cy="428625"/>
          </a:xfrm>
          <a:prstGeom prst="rect">
            <a:avLst/>
          </a:prstGeom>
          <a:solidFill>
            <a:schemeClr val="accent3">
              <a:lumMod val="75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a:solidFill>
                  <a:schemeClr val="bg1"/>
                </a:solidFill>
                <a:hlinkClick r:id="rId5"/>
              </a:rPr>
              <a:t>USAID ADS 303 - M11</a:t>
            </a:r>
            <a:endParaRPr lang="en-US" dirty="0">
              <a:solidFill>
                <a:schemeClr val="bg1"/>
              </a:solidFill>
            </a:endParaRPr>
          </a:p>
        </p:txBody>
      </p:sp>
      <p:sp>
        <p:nvSpPr>
          <p:cNvPr id="9" name="Google Shape;67;p14">
            <a:extLst>
              <a:ext uri="{FF2B5EF4-FFF2-40B4-BE49-F238E27FC236}">
                <a16:creationId xmlns:a16="http://schemas.microsoft.com/office/drawing/2014/main" id="{E68B9885-F7AA-4B4B-B4FF-A2D9076CC8EF}"/>
              </a:ext>
            </a:extLst>
          </p:cNvPr>
          <p:cNvSpPr txBox="1">
            <a:spLocks noGrp="1"/>
          </p:cNvSpPr>
          <p:nvPr>
            <p:ph type="body" idx="1"/>
          </p:nvPr>
        </p:nvSpPr>
        <p:spPr>
          <a:xfrm>
            <a:off x="235169" y="1529318"/>
            <a:ext cx="6172200" cy="1296193"/>
          </a:xfrm>
          <a:prstGeom prst="rect">
            <a:avLst/>
          </a:prstGeom>
        </p:spPr>
        <p:txBody>
          <a:bodyPr spcFirstLastPara="1" wrap="square" lIns="91425" tIns="91425" rIns="91425" bIns="91425" anchor="t" anchorCtr="0">
            <a:noAutofit/>
          </a:bodyPr>
          <a:lstStyle/>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Sexual relationships between staff and  beneficiaries of assistance, since they are based on  inherently unequal power dynamics. Such relationships undermine the credibility and integrity of humanitarian aid work. </a:t>
            </a:r>
          </a:p>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Where a staff member develops  concerns  or suspicions regarding sexual exploitation or sexual abuse by a fellow worker, he or she must report such concerns via established reporting mechanisms;</a:t>
            </a:r>
          </a:p>
          <a:p>
            <a:pPr marL="495300" indent="-342900">
              <a:spcBef>
                <a:spcPts val="0"/>
              </a:spcBef>
              <a:spcAft>
                <a:spcPts val="1000"/>
              </a:spcAft>
              <a:buClrTx/>
              <a:buSzPct val="106000"/>
              <a:buFont typeface="+mj-lt"/>
              <a:buAutoNum type="alphaLcParenR" startAt="4"/>
            </a:pPr>
            <a:r>
              <a:rPr lang="en-US" sz="1600" dirty="0">
                <a:solidFill>
                  <a:schemeClr val="tx1"/>
                </a:solidFill>
                <a:latin typeface="Segoe UI" panose="020B0502040204020203" pitchFamily="34" charset="0"/>
                <a:ea typeface="Segoe UI" panose="020B0502040204020203" pitchFamily="34" charset="0"/>
                <a:cs typeface="Segoe UI" panose="020B0502040204020203" pitchFamily="34" charset="0"/>
              </a:rPr>
              <a:t>Staff are obliged to create and maintain  an environment that prevents sexual exploitation and  sexual  abuse. Managers at all levels have a particular   responsibility to support and develop systems that   maintain this environment.</a:t>
            </a:r>
          </a:p>
        </p:txBody>
      </p:sp>
    </p:spTree>
    <p:extLst>
      <p:ext uri="{BB962C8B-B14F-4D97-AF65-F5344CB8AC3E}">
        <p14:creationId xmlns:p14="http://schemas.microsoft.com/office/powerpoint/2010/main" val="583937037"/>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duotone>
              <a:schemeClr val="accent5">
                <a:shade val="45000"/>
                <a:satMod val="135000"/>
              </a:schemeClr>
              <a:prstClr val="white"/>
            </a:duotone>
          </a:blip>
          <a:stretch>
            <a:fillRect/>
          </a:stretch>
        </a:blipFill>
        <a:effectLst/>
      </p:bgPr>
    </p:bg>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Anyone under the age of 18. According to F2F, youth is anyone 15-29</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Ensure compliance with host country and local child welfare and protection legislation or international standards, whichever gives greater protection, and with U.S. law where applicable</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Prohibit all personnel from engaging in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child abuse</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exploitation</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 or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neglect</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Consider child safeguarding in project planning and implementation to determine potential risks to children associated with project activities and operations</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959976" cy="428625"/>
          </a:xfrm>
          <a:prstGeom prst="rect">
            <a:avLst/>
          </a:prstGeom>
          <a:solidFill>
            <a:schemeClr val="accent5">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a:t>
            </a:r>
            <a:r>
              <a:rPr lang="en-US" dirty="0">
                <a:solidFill>
                  <a:schemeClr val="bg1"/>
                </a:solidFill>
                <a:hlinkClick r:id="rId5"/>
              </a:rPr>
              <a:t>USAID ADS 303 - M25</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Child Safeguarding</a:t>
            </a:r>
            <a:endParaRPr lang="en-US" sz="3600" kern="0" dirty="0">
              <a:solidFill>
                <a:schemeClr val="tx1"/>
              </a:solidFill>
            </a:endParaRPr>
          </a:p>
        </p:txBody>
      </p:sp>
    </p:spTree>
    <p:extLst>
      <p:ext uri="{BB962C8B-B14F-4D97-AF65-F5344CB8AC3E}">
        <p14:creationId xmlns:p14="http://schemas.microsoft.com/office/powerpoint/2010/main" val="3381497375"/>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duotone>
              <a:schemeClr val="accent5">
                <a:shade val="45000"/>
                <a:satMod val="135000"/>
              </a:schemeClr>
              <a:prstClr val="white"/>
            </a:duotone>
          </a:blip>
          <a:stretch>
            <a:fillRect/>
          </a:stretch>
        </a:blipFill>
        <a:effectLst/>
      </p:bgPr>
    </p:bg>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91440" y="1289304"/>
            <a:ext cx="6324600" cy="3857625"/>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Apply measures to </a:t>
            </a: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reduce risk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of child abuse, exploitation, or neglect** </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Promote child-safe screening procedures for personnel, particularly personnel whose work brings them in direct contact with children;</a:t>
            </a: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Have a procedure for ensuring that personnel and others recognize child abuse, exploitation, or neglect; mandating that personnel and others report allegations; investigating and managing allegations; and taking appropriate action in response to such allegations, including, but not limited to, </a:t>
            </a:r>
            <a:r>
              <a:rPr lang="en-US" sz="1700" dirty="0">
                <a:solidFill>
                  <a:schemeClr val="tx1"/>
                </a:solidFill>
                <a:latin typeface="Segoe UI" panose="020B0502040204020203" pitchFamily="34" charset="0"/>
                <a:cs typeface="Segoe UI" panose="020B0502040204020203" pitchFamily="34" charset="0"/>
              </a:rPr>
              <a:t>dismissal of personnel</a:t>
            </a:r>
          </a:p>
          <a:p>
            <a:pPr>
              <a:buClrTx/>
              <a:buFont typeface="Arial" panose="020B0604020202020204" pitchFamily="34" charset="0"/>
              <a:buChar char="•"/>
            </a:pPr>
            <a:r>
              <a:rPr lang="en-US" sz="1700" dirty="0">
                <a:solidFill>
                  <a:schemeClr val="tx1"/>
                </a:solidFill>
                <a:latin typeface="Segoe UI" panose="020B0502040204020203" pitchFamily="34" charset="0"/>
                <a:cs typeface="Segoe UI" panose="020B0502040204020203" pitchFamily="34" charset="0"/>
              </a:rPr>
              <a:t>Employees should sign code of conduct annually re-confirming compliance with the policy</a:t>
            </a:r>
          </a:p>
          <a:p>
            <a:pPr>
              <a:buClrTx/>
              <a:buFont typeface="Arial" panose="020B0604020202020204" pitchFamily="34" charset="0"/>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Child Safeguarding</a:t>
            </a:r>
            <a:endParaRPr lang="en-US" sz="3600" kern="0" dirty="0">
              <a:solidFill>
                <a:schemeClr val="tx1"/>
              </a:solidFill>
            </a:endParaRPr>
          </a:p>
        </p:txBody>
      </p:sp>
      <p:sp>
        <p:nvSpPr>
          <p:cNvPr id="8" name="Rectangle 7">
            <a:extLst>
              <a:ext uri="{FF2B5EF4-FFF2-40B4-BE49-F238E27FC236}">
                <a16:creationId xmlns:a16="http://schemas.microsoft.com/office/drawing/2014/main" id="{61AB9447-A9A8-7EE8-7DF0-87AA82667AE1}"/>
              </a:ext>
            </a:extLst>
          </p:cNvPr>
          <p:cNvSpPr/>
          <p:nvPr/>
        </p:nvSpPr>
        <p:spPr>
          <a:xfrm>
            <a:off x="-228600" y="925830"/>
            <a:ext cx="2959976" cy="428625"/>
          </a:xfrm>
          <a:prstGeom prst="rect">
            <a:avLst/>
          </a:prstGeom>
          <a:solidFill>
            <a:schemeClr val="accent5">
              <a:lumMod val="60000"/>
              <a:lumOff val="40000"/>
              <a:alpha val="8392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     </a:t>
            </a:r>
            <a:r>
              <a:rPr lang="en-US" dirty="0">
                <a:solidFill>
                  <a:schemeClr val="bg1"/>
                </a:solidFill>
                <a:hlinkClick r:id="rId5"/>
              </a:rPr>
              <a:t>USAID ADS 303 - M25</a:t>
            </a:r>
            <a:endParaRPr lang="en-US" dirty="0">
              <a:solidFill>
                <a:schemeClr val="bg1"/>
              </a:solidFill>
            </a:endParaRPr>
          </a:p>
        </p:txBody>
      </p:sp>
    </p:spTree>
    <p:extLst>
      <p:ext uri="{BB962C8B-B14F-4D97-AF65-F5344CB8AC3E}">
        <p14:creationId xmlns:p14="http://schemas.microsoft.com/office/powerpoint/2010/main" val="1573870506"/>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a:buClrTx/>
              <a:buFont typeface="Arial" panose="020B0604020202020204" pitchFamily="34" charset="0"/>
              <a:buChar char="•"/>
            </a:pPr>
            <a:r>
              <a:rPr lang="en-US" sz="1700" b="1" u="sng" dirty="0">
                <a:solidFill>
                  <a:schemeClr val="tx1"/>
                </a:solidFill>
                <a:latin typeface="Segoe UI" panose="020B0502040204020203" pitchFamily="34" charset="0"/>
                <a:ea typeface="Segoe UI" panose="020B0502040204020203" pitchFamily="34" charset="0"/>
                <a:cs typeface="Segoe UI" panose="020B0502040204020203" pitchFamily="34" charset="0"/>
              </a:rPr>
              <a:t>Definition: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recruitment, harboring, transportation, provision, or obtaining of a person for labor or services, through the use of force, fraud, or coercion for the purpose of subjection to involuntary servitude, peonage, debt bondage, or slavery</a:t>
            </a:r>
          </a:p>
          <a:p>
            <a:pPr marL="127000" indent="0">
              <a:buClrTx/>
              <a:buNone/>
            </a:pPr>
            <a:endParaRPr lang="en-US" sz="3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TIP involves exploitation of all types.  TIP can include elements of recruiting, harboring, transporting, providing, or obtaining a person for the purpose of exploitation.</a:t>
            </a:r>
          </a:p>
          <a:p>
            <a:pPr marL="127000" indent="0">
              <a:buClrTx/>
              <a:buNone/>
            </a:pPr>
            <a:endParaRPr lang="en-US" sz="3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In 2023, POA will require a “Certification regarding Trafficking in Persons”</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a:t>
            </a:r>
            <a:r>
              <a:rPr lang="en-US" dirty="0">
                <a:solidFill>
                  <a:schemeClr val="bg1"/>
                </a:solidFill>
                <a:hlinkClick r:id="rId4"/>
              </a:rPr>
              <a:t>USAID ADS 303 - M15</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Trafficking in Persons</a:t>
            </a:r>
            <a:endParaRPr lang="en-US" sz="3600" kern="0" dirty="0">
              <a:solidFill>
                <a:schemeClr val="tx1"/>
              </a:solidFill>
            </a:endParaRPr>
          </a:p>
        </p:txBody>
      </p:sp>
    </p:spTree>
    <p:extLst>
      <p:ext uri="{BB962C8B-B14F-4D97-AF65-F5344CB8AC3E}">
        <p14:creationId xmlns:p14="http://schemas.microsoft.com/office/powerpoint/2010/main" val="1512586690"/>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marL="127000" indent="0">
              <a:spcAft>
                <a:spcPts val="1200"/>
              </a:spcAft>
              <a:buClrTx/>
              <a:buNone/>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recipient, subawardee, or contractor, at any tier, or their employees, labor recruiters, brokers or other agents, must not engage in:</a:t>
            </a:r>
          </a:p>
          <a:p>
            <a:pPr lvl="1">
              <a:spcAft>
                <a:spcPts val="12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Trafficking in persons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Procurement of a commercial sex act during the period of this award</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Use of forced labor in the performance of this award</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Acts that directly support or advance trafficking in persons, including: </a:t>
            </a:r>
          </a:p>
          <a:p>
            <a:pPr lvl="2">
              <a:spcAft>
                <a:spcPts val="600"/>
              </a:spcAft>
              <a:buClrTx/>
              <a:buFont typeface="Wingdings" panose="05000000000000000000" pitchFamily="2" charset="2"/>
              <a:buChar char="Ø"/>
            </a:pPr>
            <a:r>
              <a:rPr lang="en-US" sz="1500" dirty="0">
                <a:solidFill>
                  <a:schemeClr val="accent2">
                    <a:lumMod val="75000"/>
                  </a:schemeClr>
                </a:solidFill>
                <a:latin typeface="Segoe UI" panose="020B0502040204020203" pitchFamily="34" charset="0"/>
                <a:cs typeface="Segoe UI" panose="020B0502040204020203" pitchFamily="34" charset="0"/>
              </a:rPr>
              <a:t>Destroying, concealing, confiscating, or otherwise denying an employee access to that employee's identity or immigration documents</a:t>
            </a: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9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Trafficking in Persons</a:t>
            </a:r>
            <a:endParaRPr lang="en-US" sz="3600" kern="0" dirty="0">
              <a:solidFill>
                <a:schemeClr val="tx1"/>
              </a:solidFill>
            </a:endParaRPr>
          </a:p>
        </p:txBody>
      </p:sp>
      <p:sp>
        <p:nvSpPr>
          <p:cNvPr id="8" name="Rectangle 7">
            <a:extLst>
              <a:ext uri="{FF2B5EF4-FFF2-40B4-BE49-F238E27FC236}">
                <a16:creationId xmlns:a16="http://schemas.microsoft.com/office/drawing/2014/main" id="{4B21B2AD-B811-29A0-F116-6F7FD6CD689E}"/>
              </a:ext>
            </a:extLst>
          </p:cNvPr>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a:t>
            </a:r>
            <a:r>
              <a:rPr lang="en-US" dirty="0">
                <a:solidFill>
                  <a:schemeClr val="bg1"/>
                </a:solidFill>
                <a:hlinkClick r:id="rId4"/>
              </a:rPr>
              <a:t>USAID ADS 303 - M15</a:t>
            </a:r>
            <a:endParaRPr lang="en-US" dirty="0">
              <a:solidFill>
                <a:schemeClr val="bg1"/>
              </a:solidFill>
            </a:endParaRPr>
          </a:p>
        </p:txBody>
      </p:sp>
    </p:spTree>
    <p:extLst>
      <p:ext uri="{BB962C8B-B14F-4D97-AF65-F5344CB8AC3E}">
        <p14:creationId xmlns:p14="http://schemas.microsoft.com/office/powerpoint/2010/main" val="1841640217"/>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91440" y="1285875"/>
            <a:ext cx="6156960" cy="3559248"/>
          </a:xfrm>
          <a:prstGeom prst="rect">
            <a:avLst/>
          </a:prstGeom>
        </p:spPr>
        <p:txBody>
          <a:bodyPr spcFirstLastPara="1" wrap="square" lIns="91425" tIns="91425" rIns="91425" bIns="91425" anchor="t" anchorCtr="0">
            <a:noAutofit/>
          </a:bodyPr>
          <a:lstStyle/>
          <a:p>
            <a:pPr marL="127000" indent="0">
              <a:spcAft>
                <a:spcPts val="1200"/>
              </a:spcAft>
              <a:buClrTx/>
              <a:buNone/>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 recipient, subawardee, or contractor, at any tier, or their employees, labor recruiters, brokers or other agents, must not engage in:</a:t>
            </a:r>
          </a:p>
          <a:p>
            <a:pPr lvl="1">
              <a:spcAft>
                <a:spcPts val="12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Failing to provide return transportation to an employee to the country they were recruited from at end of employment*</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Using misleading or fraudulent recruiting practices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Charging employees recruitment fees</a:t>
            </a:r>
          </a:p>
          <a:p>
            <a:pPr lvl="1">
              <a:spcAft>
                <a:spcPts val="600"/>
              </a:spcAft>
              <a:buClrTx/>
              <a:buFont typeface="Arial" panose="020B0604020202020204" pitchFamily="34" charset="0"/>
              <a:buChar char="•"/>
            </a:pPr>
            <a:r>
              <a:rPr lang="en-US" sz="1500" dirty="0">
                <a:solidFill>
                  <a:schemeClr val="tx1"/>
                </a:solidFill>
                <a:latin typeface="Segoe UI" panose="020B0502040204020203" pitchFamily="34" charset="0"/>
                <a:cs typeface="Segoe UI" panose="020B0502040204020203" pitchFamily="34" charset="0"/>
              </a:rPr>
              <a:t>Providing or arranging housing that fails to meet the host country housing and safety standards</a:t>
            </a:r>
          </a:p>
          <a:p>
            <a:pPr lvl="1">
              <a:spcAft>
                <a:spcPts val="600"/>
              </a:spcAft>
              <a:buClrTx/>
              <a:buFont typeface="Arial" panose="020B0604020202020204" pitchFamily="34" charset="0"/>
              <a:buChar char="•"/>
            </a:pPr>
            <a:endParaRPr lang="en-US" sz="1500" dirty="0">
              <a:solidFill>
                <a:schemeClr val="tx1"/>
              </a:solidFill>
              <a:latin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marL="127000" indent="0">
              <a:buClrTx/>
              <a:buNone/>
            </a:pPr>
            <a:endParaRPr lang="en-US" sz="9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buClrTx/>
              <a:buFont typeface="Arial" panose="020B0604020202020204" pitchFamily="34" charset="0"/>
              <a:buChar char="•"/>
            </a:pP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ea typeface="Segoe UI" pitchFamily="34" charset="0"/>
                <a:cs typeface="Segoe UI" pitchFamily="34" charset="0"/>
              </a:rPr>
              <a:t>Trafficking in Persons</a:t>
            </a:r>
            <a:endParaRPr lang="en-US" sz="3600" kern="0" dirty="0">
              <a:solidFill>
                <a:schemeClr val="tx1"/>
              </a:solidFill>
            </a:endParaRPr>
          </a:p>
        </p:txBody>
      </p:sp>
      <p:sp>
        <p:nvSpPr>
          <p:cNvPr id="7" name="Rectangle 6">
            <a:extLst>
              <a:ext uri="{FF2B5EF4-FFF2-40B4-BE49-F238E27FC236}">
                <a16:creationId xmlns:a16="http://schemas.microsoft.com/office/drawing/2014/main" id="{E08A3D52-4897-C5AA-67AC-32B805E6301C}"/>
              </a:ext>
            </a:extLst>
          </p:cNvPr>
          <p:cNvSpPr/>
          <p:nvPr/>
        </p:nvSpPr>
        <p:spPr>
          <a:xfrm>
            <a:off x="-228600" y="925830"/>
            <a:ext cx="271955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hlinkClick r:id="rId4"/>
              </a:rPr>
              <a:t> </a:t>
            </a:r>
            <a:r>
              <a:rPr lang="en-US" dirty="0">
                <a:solidFill>
                  <a:schemeClr val="bg1"/>
                </a:solidFill>
                <a:hlinkClick r:id="rId4"/>
              </a:rPr>
              <a:t>USAID ADS 303 - M15</a:t>
            </a:r>
            <a:endParaRPr lang="en-US" dirty="0">
              <a:solidFill>
                <a:schemeClr val="bg1"/>
              </a:solidFill>
            </a:endParaRPr>
          </a:p>
        </p:txBody>
      </p:sp>
    </p:spTree>
    <p:extLst>
      <p:ext uri="{BB962C8B-B14F-4D97-AF65-F5344CB8AC3E}">
        <p14:creationId xmlns:p14="http://schemas.microsoft.com/office/powerpoint/2010/main" val="1068241505"/>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4" name="Rectangle 3"/>
          <p:cNvSpPr>
            <a:spLocks noChangeAspect="1"/>
          </p:cNvSpPr>
          <p:nvPr/>
        </p:nvSpPr>
        <p:spPr>
          <a:xfrm>
            <a:off x="2406766" y="396825"/>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Google Shape;88;p17"/>
          <p:cNvSpPr txBox="1">
            <a:spLocks noGrp="1"/>
          </p:cNvSpPr>
          <p:nvPr>
            <p:ph type="body" idx="1"/>
          </p:nvPr>
        </p:nvSpPr>
        <p:spPr>
          <a:xfrm>
            <a:off x="2483351" y="836125"/>
            <a:ext cx="4301763" cy="3471300"/>
          </a:xfrm>
          <a:prstGeom prst="rect">
            <a:avLst/>
          </a:prstGeom>
        </p:spPr>
        <p:txBody>
          <a:bodyPr spcFirstLastPara="1" wrap="square" lIns="91425" tIns="91425" rIns="91425" bIns="91425" anchor="ctr" anchorCtr="0">
            <a:noAutofit/>
          </a:bodyPr>
          <a:lstStyle/>
          <a:p>
            <a:pPr marL="0" lvl="0" indent="0" algn="ctr" rtl="0">
              <a:spcBef>
                <a:spcPts val="600"/>
              </a:spcBef>
              <a:spcAft>
                <a:spcPts val="0"/>
              </a:spcAft>
              <a:buNone/>
            </a:pPr>
            <a:r>
              <a:rPr lang="en-US" sz="4000" i="0" dirty="0">
                <a:latin typeface="Segoe UI" panose="020B0502040204020203" pitchFamily="34" charset="0"/>
                <a:ea typeface="Segoe UI" panose="020B0502040204020203" pitchFamily="34" charset="0"/>
                <a:cs typeface="Segoe UI" panose="020B0502040204020203" pitchFamily="34" charset="0"/>
              </a:rPr>
              <a:t>Cost Principles</a:t>
            </a:r>
            <a:endParaRPr sz="4000" i="0" dirty="0">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71842136"/>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0"/>
          <p:cNvSpPr txBox="1">
            <a:spLocks noGrp="1"/>
          </p:cNvSpPr>
          <p:nvPr>
            <p:ph type="title"/>
          </p:nvPr>
        </p:nvSpPr>
        <p:spPr>
          <a:xfrm>
            <a:off x="304801" y="214313"/>
            <a:ext cx="6023113" cy="857400"/>
          </a:xfrm>
          <a:prstGeom prst="rect">
            <a:avLst/>
          </a:prstGeom>
        </p:spPr>
        <p:txBody>
          <a:bodyPr spcFirstLastPara="1" wrap="square" lIns="91425" tIns="91425" rIns="91425" bIns="91425" anchor="b" anchorCtr="0">
            <a:noAutofit/>
          </a:bodyPr>
          <a:lstStyle/>
          <a:p>
            <a:pPr lvl="0"/>
            <a:r>
              <a:rPr lang="en-US" sz="3600" dirty="0">
                <a:solidFill>
                  <a:schemeClr val="tx1"/>
                </a:solidFill>
                <a:latin typeface="Segoe UI" pitchFamily="34" charset="0"/>
                <a:ea typeface="Segoe UI" pitchFamily="34" charset="0"/>
                <a:cs typeface="Segoe UI" pitchFamily="34" charset="0"/>
              </a:rPr>
              <a:t>General Test of Allowability</a:t>
            </a:r>
            <a:endParaRPr sz="3600" dirty="0">
              <a:solidFill>
                <a:schemeClr val="tx1"/>
              </a:solidFill>
            </a:endParaRPr>
          </a:p>
        </p:txBody>
      </p:sp>
      <p:sp>
        <p:nvSpPr>
          <p:cNvPr id="200" name="Google Shape;200;p30"/>
          <p:cNvSpPr txBox="1">
            <a:spLocks noGrp="1"/>
          </p:cNvSpPr>
          <p:nvPr>
            <p:ph type="body" idx="1"/>
          </p:nvPr>
        </p:nvSpPr>
        <p:spPr>
          <a:xfrm>
            <a:off x="228600" y="819150"/>
            <a:ext cx="6031796" cy="3985995"/>
          </a:xfrm>
          <a:prstGeom prst="rect">
            <a:avLst/>
          </a:prstGeom>
        </p:spPr>
        <p:txBody>
          <a:bodyPr spcFirstLastPara="1" wrap="square" lIns="91425" tIns="91425" rIns="91425" bIns="91425" anchor="t" anchorCtr="0">
            <a:noAutofit/>
          </a:bodyPr>
          <a:lstStyle/>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Necessary</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Allocable</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Consistent</a:t>
            </a: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 and Uniform across all org. activities</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Conform to Imposed or Accepted Limitations</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Accordance with GAAP</a:t>
            </a:r>
          </a:p>
          <a:p>
            <a:pPr>
              <a:lnSpc>
                <a:spcPct val="150000"/>
              </a:lnSpc>
              <a:buClrTx/>
              <a:buSzPct val="106000"/>
              <a:buFont typeface="Arial" pitchFamily="34" charset="0"/>
              <a:buChar char="•"/>
            </a:pPr>
            <a:r>
              <a:rPr lang="en-US" sz="1600" dirty="0">
                <a:solidFill>
                  <a:srgbClr val="000000"/>
                </a:solidFill>
                <a:latin typeface="Segoe UI" panose="020B0502040204020203" pitchFamily="34" charset="0"/>
                <a:ea typeface="Segoe UI" panose="020B0502040204020203" pitchFamily="34" charset="0"/>
                <a:cs typeface="Segoe UI" panose="020B0502040204020203" pitchFamily="34" charset="0"/>
              </a:rPr>
              <a:t>Consistently treated as </a:t>
            </a: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direct/indirect costs </a:t>
            </a:r>
            <a:r>
              <a:rPr lang="en-US" sz="16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rPr>
              <a:t>(No Double Charging)</a:t>
            </a:r>
          </a:p>
          <a:p>
            <a:pPr>
              <a:lnSpc>
                <a:spcPct val="150000"/>
              </a:lnSpc>
              <a:buClrTx/>
              <a:buSzPct val="106000"/>
              <a:buFont typeface="Arial" pitchFamily="34" charset="0"/>
              <a:buChar char="•"/>
            </a:pPr>
            <a:r>
              <a:rPr lang="en-US" sz="1600" b="1" dirty="0">
                <a:solidFill>
                  <a:srgbClr val="000000"/>
                </a:solidFill>
                <a:latin typeface="Segoe UI" panose="020B0502040204020203" pitchFamily="34" charset="0"/>
                <a:ea typeface="Segoe UI" panose="020B0502040204020203" pitchFamily="34" charset="0"/>
                <a:cs typeface="Segoe UI" panose="020B0502040204020203" pitchFamily="34" charset="0"/>
              </a:rPr>
              <a:t>Adequately Documented</a:t>
            </a:r>
          </a:p>
        </p:txBody>
      </p:sp>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192465"/>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5"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14300" indent="0">
              <a:lnSpc>
                <a:spcPct val="150000"/>
              </a:lnSpc>
              <a:buClrTx/>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A Cost is Reasonable if:</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Does not exceed what a “prudent” person would do under similar circumstances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Ordinary and necessary for organization’s operations </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Follow sound business practices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Comply with federal, state, and local laws</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Consistent with org.’s established practices</a:t>
            </a:r>
          </a:p>
          <a:p>
            <a:pPr lvl="0" algn="l" rtl="0">
              <a:spcBef>
                <a:spcPts val="1200"/>
              </a:spcBef>
              <a:spcAft>
                <a:spcPts val="0"/>
              </a:spcAft>
              <a:buSzPts val="1800"/>
              <a:buFont typeface="Wingdings" panose="05000000000000000000" pitchFamily="2" charset="2"/>
              <a:buChar char="§"/>
            </a:pPr>
            <a:endParaRPr lang="en-US" sz="1400" dirty="0"/>
          </a:p>
        </p:txBody>
      </p:sp>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Reasonableness</a:t>
            </a:r>
            <a:endParaRPr lang="en-US" sz="3600" kern="0" dirty="0">
              <a:solidFill>
                <a:schemeClr val="tx1"/>
              </a:solidFill>
            </a:endParaRPr>
          </a:p>
        </p:txBody>
      </p:sp>
    </p:spTree>
    <p:extLst>
      <p:ext uri="{BB962C8B-B14F-4D97-AF65-F5344CB8AC3E}">
        <p14:creationId xmlns:p14="http://schemas.microsoft.com/office/powerpoint/2010/main" val="2858251979"/>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Allocability</a:t>
            </a:r>
            <a:endParaRPr lang="en-US" sz="3600" kern="0" dirty="0">
              <a:solidFill>
                <a:schemeClr val="tx1"/>
              </a:solidFill>
            </a:endParaRPr>
          </a:p>
        </p:txBody>
      </p:sp>
      <p:sp>
        <p:nvSpPr>
          <p:cNvPr id="6" name="Google Shape;95;p18"/>
          <p:cNvSpPr txBox="1">
            <a:spLocks noGrp="1"/>
          </p:cNvSpPr>
          <p:nvPr>
            <p:ph type="body" idx="1"/>
          </p:nvPr>
        </p:nvSpPr>
        <p:spPr>
          <a:xfrm>
            <a:off x="274321" y="929767"/>
            <a:ext cx="5870713" cy="3392068"/>
          </a:xfrm>
          <a:prstGeom prst="rect">
            <a:avLst/>
          </a:prstGeom>
        </p:spPr>
        <p:txBody>
          <a:bodyPr spcFirstLastPara="1" wrap="square" lIns="91425" tIns="91425" rIns="91425" bIns="91425" anchor="t" anchorCtr="0">
            <a:noAutofit/>
          </a:bodyPr>
          <a:lstStyle/>
          <a:p>
            <a:pPr marL="127000" indent="0">
              <a:lnSpc>
                <a:spcPct val="150000"/>
              </a:lnSpc>
              <a:buClrTx/>
              <a:buSzPct val="106000"/>
              <a:buNone/>
            </a:pPr>
            <a:r>
              <a:rPr lang="en-US" sz="1700" b="1" dirty="0">
                <a:solidFill>
                  <a:schemeClr val="tx1"/>
                </a:solidFill>
                <a:latin typeface="Segoe UI" panose="020B0502040204020203" pitchFamily="34" charset="0"/>
                <a:ea typeface="Segoe UI" panose="020B0502040204020203" pitchFamily="34" charset="0"/>
                <a:cs typeface="Segoe UI" panose="020B0502040204020203" pitchFamily="34" charset="0"/>
              </a:rPr>
              <a:t>Test for Allocability:</a:t>
            </a:r>
          </a:p>
          <a:p>
            <a:pPr lvl="1">
              <a:lnSpc>
                <a:spcPct val="15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Cost incurred solely for a specific grant </a:t>
            </a:r>
          </a:p>
          <a:p>
            <a:pPr lvl="1">
              <a:lnSpc>
                <a:spcPct val="150000"/>
              </a:lnSpc>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Assignable to more than one cost objective—in reasonable proportion to the benefit provided</a:t>
            </a:r>
          </a:p>
          <a:p>
            <a:pPr lvl="1">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Necessary for the organization’s overall operations</a:t>
            </a:r>
          </a:p>
          <a:p>
            <a:pPr lvl="1">
              <a:buClrTx/>
              <a:buFont typeface="Arial" panose="020B0604020202020204" pitchFamily="34" charset="0"/>
              <a:buChar char="•"/>
            </a:pPr>
            <a:endParaRPr lang="en-US" sz="6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lvl="1">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There is no shifting of costs from one fund to another to cover cost overruns, avoid restrictions on agreement, or for reasons of convenience</a:t>
            </a:r>
          </a:p>
        </p:txBody>
      </p:sp>
    </p:spTree>
    <p:extLst>
      <p:ext uri="{BB962C8B-B14F-4D97-AF65-F5344CB8AC3E}">
        <p14:creationId xmlns:p14="http://schemas.microsoft.com/office/powerpoint/2010/main" val="4164642956"/>
      </p:ext>
    </p:extLst>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04801" y="214313"/>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Indirect vs Direct Costs</a:t>
            </a:r>
          </a:p>
        </p:txBody>
      </p:sp>
      <p:sp>
        <p:nvSpPr>
          <p:cNvPr id="6" name="Google Shape;95;p18"/>
          <p:cNvSpPr txBox="1">
            <a:spLocks noGrp="1"/>
          </p:cNvSpPr>
          <p:nvPr>
            <p:ph type="body" idx="1"/>
          </p:nvPr>
        </p:nvSpPr>
        <p:spPr>
          <a:xfrm>
            <a:off x="274321" y="1008482"/>
            <a:ext cx="5870713" cy="3392068"/>
          </a:xfrm>
          <a:prstGeom prst="rect">
            <a:avLst/>
          </a:prstGeom>
        </p:spPr>
        <p:txBody>
          <a:bodyPr spcFirstLastPara="1" wrap="square" lIns="91425" tIns="91425" rIns="91425" bIns="91425" anchor="t" anchorCtr="0">
            <a:noAutofit/>
          </a:bodyPr>
          <a:lstStyle/>
          <a:p>
            <a:pPr marL="457200" lvl="1" indent="0">
              <a:buClrTx/>
              <a:buSzTx/>
              <a:buNone/>
            </a:pPr>
            <a:r>
              <a:rPr lang="en-US" b="1" kern="1200" dirty="0">
                <a:solidFill>
                  <a:srgbClr val="000000"/>
                </a:solidFill>
                <a:latin typeface="Segoe UI" panose="020B0502040204020203" pitchFamily="34" charset="0"/>
                <a:ea typeface="+mn-ea"/>
                <a:cs typeface="Segoe UI" panose="020B0502040204020203" pitchFamily="34" charset="0"/>
              </a:rPr>
              <a:t>Total Costs = Direct Costs + Indirect Costs – Credits*</a:t>
            </a:r>
          </a:p>
          <a:p>
            <a:pPr marL="457200" lvl="1" indent="0">
              <a:buClrTx/>
              <a:buSzTx/>
              <a:buNone/>
            </a:pPr>
            <a:endParaRPr lang="en-US" sz="1100" b="1"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dirty="0">
                <a:solidFill>
                  <a:srgbClr val="000000"/>
                </a:solidFill>
                <a:latin typeface="Segoe UI" panose="020B0502040204020203" pitchFamily="34" charset="0"/>
                <a:ea typeface="+mn-ea"/>
                <a:cs typeface="Segoe UI" panose="020B0502040204020203" pitchFamily="34" charset="0"/>
              </a:rPr>
              <a:t>Direct Costs: </a:t>
            </a:r>
            <a:r>
              <a:rPr lang="en-US" sz="1400" kern="1200" dirty="0">
                <a:solidFill>
                  <a:srgbClr val="000000"/>
                </a:solidFill>
                <a:latin typeface="Segoe UI" panose="020B0502040204020203" pitchFamily="34" charset="0"/>
                <a:ea typeface="+mn-ea"/>
                <a:cs typeface="Segoe UI" panose="020B0502040204020203" pitchFamily="34" charset="0"/>
              </a:rPr>
              <a:t>that can be identified specifically with a particular final cost objective (function) or that can be directly assigned to an activity relatively easily with a high degree of accuracy </a:t>
            </a:r>
          </a:p>
          <a:p>
            <a:pPr marL="457200" lvl="1" indent="0">
              <a:buClrTx/>
              <a:buSzTx/>
              <a:buNone/>
            </a:pPr>
            <a:endParaRPr lang="en-US" sz="1100" kern="1200" dirty="0">
              <a:solidFill>
                <a:srgbClr val="000000"/>
              </a:solidFill>
              <a:latin typeface="Segoe UI" panose="020B0502040204020203" pitchFamily="34" charset="0"/>
              <a:ea typeface="+mn-ea"/>
              <a:cs typeface="Segoe UI" panose="020B0502040204020203" pitchFamily="34" charset="0"/>
            </a:endParaRPr>
          </a:p>
          <a:p>
            <a:pPr marL="457200" lvl="1" indent="0">
              <a:buClrTx/>
              <a:buSzTx/>
              <a:buNone/>
            </a:pPr>
            <a:r>
              <a:rPr lang="en-US" sz="1400" b="1" kern="1200" dirty="0">
                <a:solidFill>
                  <a:srgbClr val="000000"/>
                </a:solidFill>
                <a:latin typeface="Segoe UI" panose="020B0502040204020203" pitchFamily="34" charset="0"/>
                <a:ea typeface="+mn-ea"/>
                <a:cs typeface="Segoe UI" panose="020B0502040204020203" pitchFamily="34" charset="0"/>
              </a:rPr>
              <a:t>Indirect Costs: </a:t>
            </a:r>
            <a:r>
              <a:rPr lang="en-US" sz="1400" kern="1200" dirty="0">
                <a:solidFill>
                  <a:srgbClr val="000000"/>
                </a:solidFill>
                <a:latin typeface="Segoe UI" panose="020B0502040204020203" pitchFamily="34" charset="0"/>
                <a:ea typeface="+mn-ea"/>
                <a:cs typeface="Segoe UI" panose="020B0502040204020203" pitchFamily="34" charset="0"/>
              </a:rPr>
              <a:t>incurred for a common or joint purpose benefitting more than one cost objective, and not readily assignable to the cost objectives specifically benefitted, without effort disproportionate to the results achieved</a:t>
            </a:r>
          </a:p>
          <a:p>
            <a:pPr marL="1200150" lvl="2" indent="-285750">
              <a:buClrTx/>
              <a:buSzTx/>
              <a:buFont typeface="Arial" panose="020B0604020202020204" pitchFamily="34" charset="0"/>
              <a:buChar char="•"/>
            </a:pPr>
            <a:endParaRPr lang="en-US" sz="1100" kern="1200" dirty="0">
              <a:solidFill>
                <a:srgbClr val="FF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dirty="0">
                <a:solidFill>
                  <a:srgbClr val="000000"/>
                </a:solidFill>
                <a:latin typeface="Segoe UI" panose="020B0502040204020203" pitchFamily="34" charset="0"/>
                <a:ea typeface="+mn-ea"/>
                <a:cs typeface="Segoe UI" panose="020B0502040204020203" pitchFamily="34" charset="0"/>
              </a:rPr>
              <a:t>No universal rule for classifying costs as direct or indirect</a:t>
            </a:r>
          </a:p>
          <a:p>
            <a:pPr marL="628650" lvl="1" indent="-171450">
              <a:buClrTx/>
              <a:buSzTx/>
              <a:buFont typeface="Wingdings" panose="05000000000000000000" pitchFamily="2" charset="2"/>
              <a:buChar char="Ø"/>
            </a:pPr>
            <a:endParaRPr lang="en-US" sz="1050" kern="1200" dirty="0">
              <a:solidFill>
                <a:srgbClr val="000000"/>
              </a:solidFill>
              <a:latin typeface="Segoe UI" panose="020B0502040204020203" pitchFamily="34" charset="0"/>
              <a:ea typeface="+mn-ea"/>
              <a:cs typeface="Segoe UI" panose="020B0502040204020203" pitchFamily="34" charset="0"/>
            </a:endParaRPr>
          </a:p>
          <a:p>
            <a:pPr marL="800100" lvl="1" indent="-342900">
              <a:buClrTx/>
              <a:buSzTx/>
              <a:buFont typeface="Wingdings" panose="05000000000000000000" pitchFamily="2" charset="2"/>
              <a:buChar char="Ø"/>
            </a:pPr>
            <a:r>
              <a:rPr lang="en-US" sz="1400" kern="1200" dirty="0">
                <a:solidFill>
                  <a:srgbClr val="000000"/>
                </a:solidFill>
                <a:latin typeface="Segoe UI" panose="020B0502040204020203" pitchFamily="34" charset="0"/>
                <a:ea typeface="+mn-ea"/>
                <a:cs typeface="Segoe UI" panose="020B0502040204020203" pitchFamily="34" charset="0"/>
              </a:rPr>
              <a:t>Cost of item incurred for same purpose needs to be consistency treated in similar circumstances as direct or indirect</a:t>
            </a:r>
          </a:p>
          <a:p>
            <a:pPr>
              <a:lnSpc>
                <a:spcPct val="150000"/>
              </a:lnSpc>
              <a:buClrTx/>
              <a:buSzPct val="106000"/>
              <a:buFont typeface="Arial" pitchFamily="34" charset="0"/>
              <a:buChar char="•"/>
            </a:pPr>
            <a:endParaRPr lang="en-US" sz="14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798250953"/>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4350938"/>
          </a:xfrm>
          <a:prstGeom prst="rect">
            <a:avLst/>
          </a:prstGeom>
        </p:spPr>
        <p:txBody>
          <a:bodyPr spcFirstLastPara="1" wrap="square" lIns="91425" tIns="91425" rIns="91425" bIns="91425" anchor="t" anchorCtr="0">
            <a:noAutofit/>
          </a:bodyPr>
          <a:lstStyle/>
          <a:p>
            <a:pPr marL="0" indent="0">
              <a:lnSpc>
                <a:spcPct val="150000"/>
              </a:lnSpc>
              <a:buNone/>
            </a:pPr>
            <a:r>
              <a:rPr lang="en-US" b="1" dirty="0">
                <a:solidFill>
                  <a:srgbClr val="000000"/>
                </a:solidFill>
                <a:latin typeface="Segoe UI" panose="020B0502040204020203" pitchFamily="34" charset="0"/>
                <a:ea typeface="Segoe UI" panose="020B0502040204020203" pitchFamily="34" charset="0"/>
                <a:cs typeface="Segoe UI" panose="020B0502040204020203" pitchFamily="34" charset="0"/>
              </a:rPr>
              <a:t>All conditions for allowability need to be met:</a:t>
            </a: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 cost can be allocable to grant but not necessarily reasonable:</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an airplane to fly F2F volunteers to assignments</a:t>
            </a:r>
            <a:endParaRPr lang="en-US" sz="700" dirty="0">
              <a:solidFill>
                <a:srgbClr val="C00000"/>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 but not allocable to specific award:</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Purchasing a copier (that everyone in the office uses)</a:t>
            </a:r>
            <a:endParaRPr lang="en-US" sz="700" dirty="0">
              <a:solidFill>
                <a:schemeClr val="accent6">
                  <a:lumMod val="75000"/>
                </a:schemeClr>
              </a:solidFill>
              <a:latin typeface="Segoe UI" panose="020B0502040204020203" pitchFamily="34" charset="0"/>
              <a:ea typeface="Segoe UI" panose="020B0502040204020203" pitchFamily="34" charset="0"/>
              <a:cs typeface="Segoe UI" panose="020B0502040204020203" pitchFamily="34" charset="0"/>
            </a:endParaRPr>
          </a:p>
          <a:p>
            <a:pPr>
              <a:lnSpc>
                <a:spcPct val="150000"/>
              </a:lnSpc>
              <a:spcBef>
                <a:spcPts val="0"/>
              </a:spcBef>
              <a:buClrTx/>
              <a:buSzPct val="106000"/>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Reasonable and allocable but does not conform to terms and conditions</a:t>
            </a:r>
          </a:p>
          <a:p>
            <a:pPr lvl="1">
              <a:lnSpc>
                <a:spcPct val="150000"/>
              </a:lnSpc>
              <a:buClrTx/>
              <a:buSzPct val="106000"/>
              <a:buFont typeface="Wingdings" panose="05000000000000000000" pitchFamily="2" charset="2"/>
              <a:buChar char="v"/>
            </a:pPr>
            <a:r>
              <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rPr>
              <a:t>Ex. Lobbying costs</a:t>
            </a:r>
          </a:p>
          <a:p>
            <a:pPr marL="584200" lvl="1" indent="0">
              <a:lnSpc>
                <a:spcPct val="150000"/>
              </a:lnSpc>
              <a:buClrTx/>
              <a:buSzPct val="106000"/>
              <a:buNone/>
            </a:pPr>
            <a:endParaRPr lang="en-US" b="1" dirty="0">
              <a:solidFill>
                <a:srgbClr val="000000"/>
              </a:solidFill>
              <a:latin typeface="Segoe UI" panose="020B0502040204020203" pitchFamily="34" charset="0"/>
              <a:cs typeface="Segoe UI" panose="020B0502040204020203" pitchFamily="34" charset="0"/>
            </a:endParaRPr>
          </a:p>
          <a:p>
            <a:pPr marL="584200" lvl="1" indent="0">
              <a:lnSpc>
                <a:spcPct val="150000"/>
              </a:lnSpc>
              <a:buClrTx/>
              <a:buSzPct val="106000"/>
              <a:buNone/>
            </a:pPr>
            <a:r>
              <a:rPr lang="en-US" b="1" dirty="0">
                <a:solidFill>
                  <a:srgbClr val="000000"/>
                </a:solidFill>
                <a:latin typeface="Segoe UI" panose="020B0502040204020203" pitchFamily="34" charset="0"/>
                <a:cs typeface="Segoe UI" panose="020B0502040204020203" pitchFamily="34" charset="0"/>
              </a:rPr>
              <a:t>Must be an allowable cost in the project budget</a:t>
            </a:r>
          </a:p>
          <a:p>
            <a:pPr marL="584200" lvl="1" indent="0">
              <a:lnSpc>
                <a:spcPct val="150000"/>
              </a:lnSpc>
              <a:buClrTx/>
              <a:buSzPct val="106000"/>
              <a:buNone/>
            </a:pPr>
            <a:endParaRPr lang="en-US" sz="1400" dirty="0">
              <a:solidFill>
                <a:schemeClr val="accent2">
                  <a:lumMod val="75000"/>
                </a:schemeClr>
              </a:solidFill>
              <a:latin typeface="Segoe UI" panose="020B0502040204020203" pitchFamily="34" charset="0"/>
              <a:ea typeface="Segoe UI" panose="020B0502040204020203" pitchFamily="34" charset="0"/>
              <a:cs typeface="Segoe UI" panose="020B0502040204020203" pitchFamily="34" charset="0"/>
            </a:endParaRP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896" y="154578"/>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Test for Allowability</a:t>
            </a:r>
            <a:endParaRPr lang="en-US" sz="3600" kern="0" dirty="0">
              <a:solidFill>
                <a:schemeClr val="tx1"/>
              </a:solidFill>
            </a:endParaRPr>
          </a:p>
        </p:txBody>
      </p:sp>
    </p:spTree>
    <p:extLst>
      <p:ext uri="{BB962C8B-B14F-4D97-AF65-F5344CB8AC3E}">
        <p14:creationId xmlns:p14="http://schemas.microsoft.com/office/powerpoint/2010/main" val="2934135243"/>
      </p:ext>
    </p:ext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Rectangle 3"/>
          <p:cNvSpPr>
            <a:spLocks noChangeAspect="1"/>
          </p:cNvSpPr>
          <p:nvPr/>
        </p:nvSpPr>
        <p:spPr>
          <a:xfrm>
            <a:off x="2406766" y="293313"/>
            <a:ext cx="4347714" cy="4505097"/>
          </a:xfrm>
          <a:prstGeom prst="rect">
            <a:avLst/>
          </a:prstGeom>
          <a:blipFill dpi="0" rotWithShape="1">
            <a:blip r:embed="rId3">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Google Shape;101;p19"/>
          <p:cNvSpPr txBox="1">
            <a:spLocks noGrp="1"/>
          </p:cNvSpPr>
          <p:nvPr>
            <p:ph type="ctrTitle" idx="4294967295"/>
          </p:nvPr>
        </p:nvSpPr>
        <p:spPr>
          <a:xfrm>
            <a:off x="2583059" y="1912324"/>
            <a:ext cx="4094400" cy="1159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rPr>
              <a:t>Allowability &amp; Supporting Documentation</a:t>
            </a:r>
            <a:endParaRPr sz="4000" dirty="0">
              <a:solidFill>
                <a:srgbClr val="FFFFFF"/>
              </a:solidFill>
              <a:latin typeface="Segoe UI" panose="020B0502040204020203" pitchFamily="34" charset="0"/>
              <a:ea typeface="Segoe UI" panose="020B0502040204020203" pitchFamily="34" charset="0"/>
              <a:cs typeface="Segoe UI" panose="020B0502040204020203" pitchFamily="34" charset="0"/>
              <a:sym typeface="Lato Light"/>
            </a:endParaRPr>
          </a:p>
        </p:txBody>
      </p:sp>
    </p:spTree>
    <p:extLst>
      <p:ext uri="{BB962C8B-B14F-4D97-AF65-F5344CB8AC3E}">
        <p14:creationId xmlns:p14="http://schemas.microsoft.com/office/powerpoint/2010/main" val="910019463"/>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7" name="Google Shape;67;p14"/>
          <p:cNvSpPr txBox="1">
            <a:spLocks noGrp="1"/>
          </p:cNvSpPr>
          <p:nvPr>
            <p:ph type="body" idx="1"/>
          </p:nvPr>
        </p:nvSpPr>
        <p:spPr>
          <a:xfrm>
            <a:off x="310896" y="928688"/>
            <a:ext cx="6216770" cy="3675477"/>
          </a:xfrm>
          <a:prstGeom prst="rect">
            <a:avLst/>
          </a:prstGeom>
        </p:spPr>
        <p:txBody>
          <a:bodyPr spcFirstLastPara="1" wrap="square" lIns="91425" tIns="91425" rIns="91425" bIns="91425" anchor="t" anchorCtr="0">
            <a:noAutofit/>
          </a:bodyPr>
          <a:lstStyle/>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All receipts must be itemized and include all details, cannot just be just a bank receipt</a:t>
            </a:r>
          </a:p>
          <a:p>
            <a:pPr marL="285750" indent="-285750">
              <a:lnSpc>
                <a:spcPct val="150000"/>
              </a:lnSpc>
              <a:buFont typeface="Arial" panose="020B0604020202020204" pitchFamily="34" charset="0"/>
              <a:buChar char="•"/>
            </a:pPr>
            <a:endParaRPr lang="en-US"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If paying in cash, a signed receipt from the vendor confirming receipt of cash is required</a:t>
            </a:r>
          </a:p>
          <a:p>
            <a:pPr marL="285750" indent="-285750">
              <a:lnSpc>
                <a:spcPct val="150000"/>
              </a:lnSpc>
              <a:buFont typeface="Arial" panose="020B0604020202020204" pitchFamily="34" charset="0"/>
              <a:buChar char="•"/>
            </a:pPr>
            <a:endParaRPr lang="en-US" dirty="0">
              <a:solidFill>
                <a:srgbClr val="000000"/>
              </a:solidFill>
              <a:latin typeface="Segoe UI" panose="020B0502040204020203" pitchFamily="34" charset="0"/>
              <a:ea typeface="Segoe UI" panose="020B0502040204020203" pitchFamily="34" charset="0"/>
              <a:cs typeface="Segoe UI" panose="020B0502040204020203" pitchFamily="34" charset="0"/>
            </a:endParaRPr>
          </a:p>
          <a:p>
            <a:pPr marL="285750" indent="-285750">
              <a:lnSpc>
                <a:spcPct val="150000"/>
              </a:lnSpc>
              <a:buFont typeface="Arial" panose="020B0604020202020204" pitchFamily="34" charset="0"/>
              <a:buChar char="•"/>
            </a:pPr>
            <a:r>
              <a:rPr lang="en-US" dirty="0">
                <a:solidFill>
                  <a:srgbClr val="000000"/>
                </a:solidFill>
                <a:latin typeface="Segoe UI" panose="020B0502040204020203" pitchFamily="34" charset="0"/>
                <a:ea typeface="Segoe UI" panose="020B0502040204020203" pitchFamily="34" charset="0"/>
                <a:cs typeface="Segoe UI" panose="020B0502040204020203" pitchFamily="34" charset="0"/>
              </a:rPr>
              <a:t>All expenses must be reported in gross not net amounts</a:t>
            </a:r>
          </a:p>
        </p:txBody>
      </p:sp>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Google Shape;199;p30"/>
          <p:cNvSpPr txBox="1">
            <a:spLocks/>
          </p:cNvSpPr>
          <p:nvPr/>
        </p:nvSpPr>
        <p:spPr>
          <a:xfrm>
            <a:off x="310896" y="154578"/>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ea typeface="Segoe UI" pitchFamily="34" charset="0"/>
                <a:cs typeface="Segoe UI" pitchFamily="34" charset="0"/>
              </a:rPr>
              <a:t>Documentation Reminders</a:t>
            </a:r>
          </a:p>
        </p:txBody>
      </p:sp>
    </p:spTree>
    <p:extLst>
      <p:ext uri="{BB962C8B-B14F-4D97-AF65-F5344CB8AC3E}">
        <p14:creationId xmlns:p14="http://schemas.microsoft.com/office/powerpoint/2010/main" val="601752032"/>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Personnel Costs</a:t>
            </a:r>
            <a:endParaRPr lang="en-US" sz="3600" kern="0" dirty="0">
              <a:solidFill>
                <a:schemeClr val="tx1"/>
              </a:solidFill>
            </a:endParaRPr>
          </a:p>
        </p:txBody>
      </p:sp>
      <p:sp>
        <p:nvSpPr>
          <p:cNvPr id="7" name="Rectangle 6"/>
          <p:cNvSpPr/>
          <p:nvPr/>
        </p:nvSpPr>
        <p:spPr>
          <a:xfrm>
            <a:off x="-228600" y="925830"/>
            <a:ext cx="48006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200.430 Compensation - personal services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Compensation includes all remuneration, paid or accrued for services of employees</a:t>
            </a: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Is reasonable for the services rendered and conforms to the established written policy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i.e., fair market value for the position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Consistently applied to both Federal and non-Federal activities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Follows an appointment made in accordance with a non-Federal entity's laws and/or rules or written policies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Meets the requirements of laws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Costs must be based on records that accurately reflect the work performed</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Support must reflect total of compensated activities, not to exceed 100%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Overtime is an unallowable cost</a:t>
            </a:r>
          </a:p>
        </p:txBody>
      </p:sp>
    </p:spTree>
    <p:extLst>
      <p:ext uri="{BB962C8B-B14F-4D97-AF65-F5344CB8AC3E}">
        <p14:creationId xmlns:p14="http://schemas.microsoft.com/office/powerpoint/2010/main" val="627832522"/>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Personnel Costs</a:t>
            </a:r>
            <a:endParaRPr lang="en-US" sz="3600" kern="0" dirty="0">
              <a:solidFill>
                <a:schemeClr val="tx1"/>
              </a:solidFill>
            </a:endParaRPr>
          </a:p>
        </p:txBody>
      </p:sp>
      <p:sp>
        <p:nvSpPr>
          <p:cNvPr id="7" name="Rectangle 6"/>
          <p:cNvSpPr/>
          <p:nvPr/>
        </p:nvSpPr>
        <p:spPr>
          <a:xfrm>
            <a:off x="-228600" y="925830"/>
            <a:ext cx="4800600"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200.430 Compensation - personal services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salary and increase policy and indicates the necessary approvals​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policy on staff recruitment, hiring and promotion​</a:t>
            </a:r>
          </a:p>
          <a:p>
            <a:pPr marL="742950" lvl="1"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One of the following signed and dated by the employee and supervisor</a:t>
            </a:r>
          </a:p>
          <a:p>
            <a:pPr marL="1200150" lvl="2" indent="-285750">
              <a:lnSpc>
                <a:spcPct val="150000"/>
              </a:lnSpc>
              <a:spcBef>
                <a:spcPts val="75"/>
              </a:spcBef>
              <a:buFont typeface="+mj-lt"/>
              <a:buAutoNum type="arabicPeriod"/>
            </a:pPr>
            <a:r>
              <a:rPr lang="en-US" kern="0" dirty="0">
                <a:solidFill>
                  <a:schemeClr val="tx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Example Timesheet</a:t>
            </a:r>
            <a:endParaRPr lang="en-US" kern="0" dirty="0">
              <a:solidFill>
                <a:schemeClr val="tx1"/>
              </a:solidFill>
              <a:latin typeface="Segoe UI" panose="020B0502040204020203" pitchFamily="34" charset="0"/>
              <a:cs typeface="Segoe UI" panose="020B0502040204020203" pitchFamily="34" charset="0"/>
            </a:endParaRPr>
          </a:p>
          <a:p>
            <a:pPr marL="1200150" lvl="2" indent="-285750">
              <a:lnSpc>
                <a:spcPct val="150000"/>
              </a:lnSpc>
              <a:spcBef>
                <a:spcPts val="75"/>
              </a:spcBef>
              <a:buFont typeface="+mj-lt"/>
              <a:buAutoNum type="arabicPeriod"/>
            </a:pPr>
            <a:r>
              <a:rPr lang="en-US" kern="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Example Level of effort statement</a:t>
            </a:r>
            <a:endParaRPr lang="en-US"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Fully executed contract</a:t>
            </a:r>
          </a:p>
        </p:txBody>
      </p:sp>
    </p:spTree>
    <p:extLst>
      <p:ext uri="{BB962C8B-B14F-4D97-AF65-F5344CB8AC3E}">
        <p14:creationId xmlns:p14="http://schemas.microsoft.com/office/powerpoint/2010/main" val="2743023188"/>
      </p:ext>
    </p:ext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1" y="925830"/>
            <a:ext cx="4465167"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200.431 Compensation - fringe benefits</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Fringe Benefit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Fringe benefits include, but are not limited to, the costs of leave (vacation, family-related, sick or military), employee insurance, pensions, and unemployment benefit plans.</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Fringe benefits are allowable provided that the benefits are:</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Reasonable;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Required by law, employer-employee agreement, or an established policy of the employer;</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According to employer’s written policy</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Consistently applied to both Federal and non-Federal activities</a:t>
            </a:r>
          </a:p>
        </p:txBody>
      </p:sp>
    </p:spTree>
    <p:extLst>
      <p:ext uri="{BB962C8B-B14F-4D97-AF65-F5344CB8AC3E}">
        <p14:creationId xmlns:p14="http://schemas.microsoft.com/office/powerpoint/2010/main" val="740060266"/>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1" y="925830"/>
            <a:ext cx="4465167"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200.431 Compensation - fringe benefits</a:t>
            </a:r>
            <a:endParaRPr lang="en-US" dirty="0">
              <a:solidFill>
                <a:schemeClr val="bg1"/>
              </a:solidFill>
            </a:endParaRPr>
          </a:p>
        </p:txBody>
      </p:sp>
      <p:sp>
        <p:nvSpPr>
          <p:cNvPr id="7"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Fringe Benefit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benefit policy​ (may be part of employee handbook)</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Payroll journal indicating fringe benefits paid or employee pay stub</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Only the proportional benefits may be charged to the project in accordance with level of effort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Cost of fringe benefit should be paid on actual cost incurred</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Not the rate in the budget</a:t>
            </a:r>
          </a:p>
        </p:txBody>
      </p:sp>
    </p:spTree>
    <p:extLst>
      <p:ext uri="{BB962C8B-B14F-4D97-AF65-F5344CB8AC3E}">
        <p14:creationId xmlns:p14="http://schemas.microsoft.com/office/powerpoint/2010/main" val="1984307697"/>
      </p:ext>
    </p:extLst>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435948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200.459 Professional service costs</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Consultant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94182FBD-7F69-455D-1663-192FC1E01C66}"/>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Consultant services are rendered by professionals who possess a special skill, and who are not officers or employees of the entity</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Nature and scope of the services is in relation to the service required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Clear need to contract service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Reasonable cost based on patterns/history of similar costs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Impact of Federal awards on the non-Federal entity's business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Proportionally charged to the project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Consultant is more economic than direct employment</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Contractual agreement needs- description of the service, estimate of time required, rate of compensation, and termination provisions</a:t>
            </a:r>
          </a:p>
        </p:txBody>
      </p:sp>
    </p:spTree>
    <p:extLst>
      <p:ext uri="{BB962C8B-B14F-4D97-AF65-F5344CB8AC3E}">
        <p14:creationId xmlns:p14="http://schemas.microsoft.com/office/powerpoint/2010/main" val="2174062724"/>
      </p:ext>
    </p:extLst>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4359482" cy="428625"/>
          </a:xfrm>
          <a:prstGeom prst="rect">
            <a:avLst/>
          </a:prstGeom>
          <a:solidFill>
            <a:srgbClr val="DEAE58">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200.459 Professional service costs</a:t>
            </a:r>
            <a:endParaRPr lang="en-US" dirty="0">
              <a:solidFill>
                <a:schemeClr val="bg1"/>
              </a:solidFill>
            </a:endParaRPr>
          </a:p>
        </p:txBody>
      </p:sp>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Consultant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94182FBD-7F69-455D-1663-192FC1E01C66}"/>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Fully executed contract signed and dates by the organization and the consultant  ​</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An invoice stating that the services were rendered in accordance with the contract, including the amount, and signed by the contract supervisor and the contractor​</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Any reports/documents required by the agreement​</a:t>
            </a:r>
          </a:p>
        </p:txBody>
      </p:sp>
    </p:spTree>
    <p:extLst>
      <p:ext uri="{BB962C8B-B14F-4D97-AF65-F5344CB8AC3E}">
        <p14:creationId xmlns:p14="http://schemas.microsoft.com/office/powerpoint/2010/main" val="1204755035"/>
      </p:ext>
    </p:extLst>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8600" y="925830"/>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724" y="1418712"/>
            <a:ext cx="6178561"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Travel costs are the expenses for transportation, lodging, meals, and related items incurred by employees who are on official business travel. </a:t>
            </a:r>
          </a:p>
          <a:p>
            <a:pPr marL="285750"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Can demonstration that participation of the individual is necessary to the Federal award</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Establish written justification for necessity and prior approval of trip</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Can be based on actual cost, per diem (for meals and incidentals), or mileage basis </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If the method used is consistently applied </a:t>
            </a:r>
          </a:p>
        </p:txBody>
      </p:sp>
    </p:spTree>
    <p:extLst>
      <p:ext uri="{BB962C8B-B14F-4D97-AF65-F5344CB8AC3E}">
        <p14:creationId xmlns:p14="http://schemas.microsoft.com/office/powerpoint/2010/main" val="867416878"/>
      </p:ext>
    </p:extLst>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40337" y="-173524"/>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32542" y="621004"/>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69" y="960343"/>
            <a:ext cx="6611883"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Restrictions on travel costs: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Cannot pay for government officials travel, without prior donor approval </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flights:</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Only economy class is permitted​</a:t>
            </a:r>
          </a:p>
          <a:p>
            <a:pPr marL="1200150" lvl="2"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Must comply with </a:t>
            </a:r>
            <a:r>
              <a:rPr lang="en-US" kern="0" dirty="0">
                <a:solidFill>
                  <a:schemeClr val="tx1"/>
                </a:solidFill>
                <a:latin typeface="Segoe UI" panose="020B0502040204020203" pitchFamily="34" charset="0"/>
                <a:cs typeface="Segoe UI" panose="020B0502040204020203" pitchFamily="34" charset="0"/>
                <a:hlinkClick r:id="rId5"/>
              </a:rPr>
              <a:t>the  Fly America</a:t>
            </a:r>
            <a:r>
              <a:rPr lang="en-US" kern="0" dirty="0">
                <a:solidFill>
                  <a:schemeClr val="tx1"/>
                </a:solidFill>
                <a:latin typeface="Segoe UI" panose="020B0502040204020203" pitchFamily="34" charset="0"/>
                <a:cs typeface="Segoe UI" panose="020B0502040204020203" pitchFamily="34" charset="0"/>
              </a:rPr>
              <a:t>, which states that you must fly on US flag carriers or US airline code, unless </a:t>
            </a:r>
            <a:r>
              <a:rPr lang="en-US" kern="0" dirty="0">
                <a:solidFill>
                  <a:schemeClr val="tx1"/>
                </a:solidFill>
                <a:latin typeface="Segoe UI" panose="020B0502040204020203" pitchFamily="34" charset="0"/>
                <a:cs typeface="Segoe UI" panose="020B0502040204020203" pitchFamily="34" charset="0"/>
                <a:hlinkClick r:id="rId6">
                  <a:extLst>
                    <a:ext uri="{A12FA001-AC4F-418D-AE19-62706E023703}">
                      <ahyp:hlinkClr xmlns:ahyp="http://schemas.microsoft.com/office/drawing/2018/hyperlinkcolor" val="tx"/>
                    </a:ext>
                  </a:extLst>
                </a:hlinkClick>
              </a:rPr>
              <a:t>exception wavier</a:t>
            </a:r>
            <a:r>
              <a:rPr lang="en-US" kern="0" dirty="0">
                <a:solidFill>
                  <a:schemeClr val="tx1"/>
                </a:solidFill>
                <a:latin typeface="Segoe UI" panose="020B0502040204020203" pitchFamily="34" charset="0"/>
                <a:cs typeface="Segoe UI" panose="020B0502040204020203" pitchFamily="34" charset="0"/>
              </a:rPr>
              <a:t>.</a:t>
            </a:r>
          </a:p>
          <a:p>
            <a:pPr marL="1200150" lvl="2" indent="-285750">
              <a:lnSpc>
                <a:spcPct val="150000"/>
              </a:lnSpc>
              <a:spcBef>
                <a:spcPts val="75"/>
              </a:spcBef>
              <a:buFont typeface="Arial" panose="020B0604020202020204" pitchFamily="34" charset="0"/>
              <a:buChar char="•"/>
            </a:pPr>
            <a:r>
              <a:rPr lang="en-US" u="sng" kern="0" dirty="0">
                <a:solidFill>
                  <a:schemeClr val="tx1"/>
                </a:solidFill>
                <a:latin typeface="Segoe UI" panose="020B0502040204020203" pitchFamily="34" charset="0"/>
                <a:cs typeface="Segoe UI" panose="020B0502040204020203" pitchFamily="34" charset="0"/>
              </a:rPr>
              <a:t>Note: Ticket cost and convenience are NOT exceptions to the Fly America Act</a:t>
            </a:r>
            <a:r>
              <a:rPr lang="en-US" kern="0" dirty="0">
                <a:solidFill>
                  <a:schemeClr val="tx1"/>
                </a:solidFill>
                <a:latin typeface="Segoe UI" panose="020B0502040204020203" pitchFamily="34" charset="0"/>
                <a:cs typeface="Segoe UI" panose="020B0502040204020203" pitchFamily="34" charset="0"/>
              </a:rPr>
              <a:t>.</a:t>
            </a:r>
          </a:p>
          <a:p>
            <a:pPr marL="742950" lvl="1"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11C80306-17FA-179B-12EA-CDCD43251EF0}"/>
              </a:ext>
            </a:extLst>
          </p:cNvPr>
          <p:cNvPicPr>
            <a:picLocks noChangeAspect="1"/>
          </p:cNvPicPr>
          <p:nvPr/>
        </p:nvPicPr>
        <p:blipFill rotWithShape="1">
          <a:blip r:embed="rId7"/>
          <a:srcRect l="10732" t="28965" r="27027" b="26514"/>
          <a:stretch/>
        </p:blipFill>
        <p:spPr>
          <a:xfrm>
            <a:off x="1106661" y="3058848"/>
            <a:ext cx="4888177" cy="1966782"/>
          </a:xfrm>
          <a:prstGeom prst="rect">
            <a:avLst/>
          </a:prstGeom>
        </p:spPr>
      </p:pic>
    </p:spTree>
    <p:extLst>
      <p:ext uri="{BB962C8B-B14F-4D97-AF65-F5344CB8AC3E}">
        <p14:creationId xmlns:p14="http://schemas.microsoft.com/office/powerpoint/2010/main" val="667598516"/>
      </p:ext>
    </p:extLst>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6102" y="-12365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Fly America Act Exemptions</a:t>
            </a:r>
            <a:endParaRPr lang="en-US" sz="3600" kern="0" dirty="0">
              <a:solidFill>
                <a:schemeClr val="tx1"/>
              </a:solidFill>
            </a:endParaRPr>
          </a:p>
        </p:txBody>
      </p:sp>
      <p:sp>
        <p:nvSpPr>
          <p:cNvPr id="7" name="Rectangle 6"/>
          <p:cNvSpPr/>
          <p:nvPr/>
        </p:nvSpPr>
        <p:spPr>
          <a:xfrm>
            <a:off x="-248307" y="688007"/>
            <a:ext cx="4583824"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rPr>
              <a:t>§ 200.475 Travel costs and GSA Guidance</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77077" y="1023405"/>
            <a:ext cx="6330738"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a U.S. air carrier is not available.</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using a U.S. carrier service would extend the travel time by 24 hours or more.</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a U.S. carrier does not offer a nonstop or direct flight between origin and destination, and using a U.S. carrier:</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Increases the number of aircraft changes outside the United States by two or more;</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Extends travel time by six hours or more; or</a:t>
            </a:r>
          </a:p>
          <a:p>
            <a:pPr marL="1143000" lvl="2"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Requires a connecting time of 4 hours or more at an overseas interchange point.</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the flight time from origin to destination is less than three hours and using a U.S. flag carrier doubles the flight time.</a:t>
            </a:r>
          </a:p>
          <a:p>
            <a:pPr marL="685800" lvl="1" indent="-228600">
              <a:lnSpc>
                <a:spcPct val="150000"/>
              </a:lnSpc>
              <a:spcBef>
                <a:spcPts val="75"/>
              </a:spcBef>
              <a:buClr>
                <a:schemeClr val="tx1"/>
              </a:buClr>
              <a:buFont typeface="+mj-lt"/>
              <a:buAutoNum type="arabicPeriod"/>
            </a:pPr>
            <a:r>
              <a:rPr lang="en-US" b="0" i="0" dirty="0">
                <a:solidFill>
                  <a:srgbClr val="1B1B1B"/>
                </a:solidFill>
                <a:effectLst/>
                <a:latin typeface="Segoe UI" panose="020B0502040204020203" pitchFamily="34" charset="0"/>
                <a:cs typeface="Segoe UI" panose="020B0502040204020203" pitchFamily="34" charset="0"/>
              </a:rPr>
              <a:t>When there is an applicable </a:t>
            </a:r>
            <a:r>
              <a:rPr lang="en-US" b="0" i="0" u="sng" dirty="0">
                <a:solidFill>
                  <a:srgbClr val="005599"/>
                </a:solidFill>
                <a:effectLst/>
                <a:latin typeface="Segoe UI" panose="020B0502040204020203" pitchFamily="34" charset="0"/>
                <a:cs typeface="Segoe UI" panose="020B0502040204020203" pitchFamily="34" charset="0"/>
                <a:hlinkClick r:id="rId5"/>
              </a:rPr>
              <a:t>Open Skies Agreement</a:t>
            </a:r>
            <a:r>
              <a:rPr lang="en-US" b="0" i="0" dirty="0">
                <a:solidFill>
                  <a:srgbClr val="1B1B1B"/>
                </a:solidFill>
                <a:effectLst/>
                <a:latin typeface="Segoe UI" panose="020B0502040204020203" pitchFamily="34" charset="0"/>
                <a:cs typeface="Segoe UI" panose="020B0502040204020203" pitchFamily="34" charset="0"/>
              </a:rPr>
              <a:t> in effect that meets the requirements of the Fly America Act.</a:t>
            </a:r>
          </a:p>
          <a:p>
            <a:pPr marL="1200150" lvl="2" indent="-285750">
              <a:lnSpc>
                <a:spcPct val="150000"/>
              </a:lnSpc>
              <a:spcBef>
                <a:spcPts val="75"/>
              </a:spcBef>
              <a:buFont typeface="Arial" panose="020B0604020202020204" pitchFamily="34" charset="0"/>
              <a:buChar char="•"/>
            </a:pPr>
            <a:endParaRPr lang="en-US" sz="1100"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00216488"/>
      </p:ext>
    </p:extLst>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60044" y="-29925"/>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8600" y="861428"/>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72" y="1216533"/>
            <a:ext cx="6330738" cy="362191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sz="1400" b="1" kern="0" dirty="0">
                <a:solidFill>
                  <a:schemeClr val="tx1"/>
                </a:solidFill>
                <a:latin typeface="Segoe UI" panose="020B0502040204020203" pitchFamily="34" charset="0"/>
                <a:cs typeface="Segoe UI" panose="020B0502040204020203" pitchFamily="34" charset="0"/>
              </a:rPr>
              <a:t>Restrictions on travel costs:</a:t>
            </a:r>
            <a:endParaRPr lang="en-US" sz="1400"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sz="1400" i="1" u="sng" kern="0" dirty="0">
                <a:solidFill>
                  <a:schemeClr val="tx1"/>
                </a:solidFill>
                <a:latin typeface="Segoe UI" panose="020B0502040204020203" pitchFamily="34" charset="0"/>
                <a:cs typeface="Segoe UI" panose="020B0502040204020203" pitchFamily="34" charset="0"/>
              </a:rPr>
              <a:t>For lodging:</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Lodging maximum is set by </a:t>
            </a:r>
            <a:r>
              <a:rPr lang="en-US" sz="1400" kern="0" dirty="0">
                <a:solidFill>
                  <a:schemeClr val="tx1"/>
                </a:solidFill>
                <a:latin typeface="Segoe UI" panose="020B0502040204020203" pitchFamily="34" charset="0"/>
                <a:cs typeface="Segoe UI" panose="020B0502040204020203" pitchFamily="34" charset="0"/>
                <a:hlinkClick r:id="rId5"/>
              </a:rPr>
              <a:t>State Department </a:t>
            </a:r>
            <a:r>
              <a:rPr lang="en-US" sz="1400" kern="0" dirty="0">
                <a:solidFill>
                  <a:schemeClr val="tx1"/>
                </a:solidFill>
                <a:latin typeface="Segoe UI" panose="020B0502040204020203" pitchFamily="34" charset="0"/>
                <a:cs typeface="Segoe UI" panose="020B0502040204020203" pitchFamily="34" charset="0"/>
              </a:rPr>
              <a:t>for all foreign locations and </a:t>
            </a:r>
            <a:r>
              <a:rPr lang="en-US" sz="1400" kern="0" dirty="0">
                <a:solidFill>
                  <a:schemeClr val="tx1"/>
                </a:solidFill>
                <a:latin typeface="Segoe UI" panose="020B0502040204020203" pitchFamily="34" charset="0"/>
                <a:cs typeface="Segoe UI" panose="020B0502040204020203" pitchFamily="34" charset="0"/>
                <a:hlinkClick r:id="rId6"/>
              </a:rPr>
              <a:t>General Service Administration </a:t>
            </a:r>
            <a:r>
              <a:rPr lang="en-US" sz="1400" kern="0" dirty="0">
                <a:solidFill>
                  <a:schemeClr val="tx1"/>
                </a:solidFill>
                <a:latin typeface="Segoe UI" panose="020B0502040204020203" pitchFamily="34" charset="0"/>
                <a:cs typeface="Segoe UI" panose="020B0502040204020203" pitchFamily="34" charset="0"/>
              </a:rPr>
              <a:t>for the U.S. </a:t>
            </a:r>
          </a:p>
          <a:p>
            <a:pPr marL="742950" lvl="1" indent="-285750">
              <a:lnSpc>
                <a:spcPct val="150000"/>
              </a:lnSpc>
              <a:spcBef>
                <a:spcPts val="75"/>
              </a:spcBef>
              <a:buFont typeface="Arial" panose="020B0604020202020204" pitchFamily="34" charset="0"/>
              <a:buChar char="•"/>
            </a:pPr>
            <a:endParaRPr lang="en-US" sz="1400" i="1" u="sng"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sz="1400" i="1" u="sng" kern="0" dirty="0">
                <a:solidFill>
                  <a:schemeClr val="tx1"/>
                </a:solidFill>
                <a:latin typeface="Segoe UI" panose="020B0502040204020203" pitchFamily="34" charset="0"/>
                <a:cs typeface="Segoe UI" panose="020B0502040204020203" pitchFamily="34" charset="0"/>
              </a:rPr>
              <a:t>For per diem (meals and incidentals - M&amp;IE):</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M&amp;IE maximum is set by </a:t>
            </a:r>
            <a:r>
              <a:rPr lang="en-US" sz="1400" kern="0" dirty="0">
                <a:solidFill>
                  <a:schemeClr val="tx1"/>
                </a:solidFill>
                <a:latin typeface="Segoe UI" panose="020B0502040204020203" pitchFamily="34" charset="0"/>
                <a:cs typeface="Segoe UI" panose="020B0502040204020203" pitchFamily="34" charset="0"/>
                <a:hlinkClick r:id="rId5"/>
              </a:rPr>
              <a:t>State Department </a:t>
            </a:r>
            <a:r>
              <a:rPr lang="en-US" sz="1400" kern="0" dirty="0">
                <a:solidFill>
                  <a:schemeClr val="tx1"/>
                </a:solidFill>
                <a:latin typeface="Segoe UI" panose="020B0502040204020203" pitchFamily="34" charset="0"/>
                <a:cs typeface="Segoe UI" panose="020B0502040204020203" pitchFamily="34" charset="0"/>
              </a:rPr>
              <a:t>for all foreign locations and </a:t>
            </a:r>
            <a:r>
              <a:rPr lang="en-US" sz="1400" kern="0" dirty="0">
                <a:solidFill>
                  <a:schemeClr val="tx1"/>
                </a:solidFill>
                <a:latin typeface="Segoe UI" panose="020B0502040204020203" pitchFamily="34" charset="0"/>
                <a:cs typeface="Segoe UI" panose="020B0502040204020203" pitchFamily="34" charset="0"/>
                <a:hlinkClick r:id="rId6"/>
              </a:rPr>
              <a:t>General Service Administration </a:t>
            </a:r>
            <a:r>
              <a:rPr lang="en-US" sz="1400" kern="0" dirty="0">
                <a:solidFill>
                  <a:schemeClr val="tx1"/>
                </a:solidFill>
                <a:latin typeface="Segoe UI" panose="020B0502040204020203" pitchFamily="34" charset="0"/>
                <a:cs typeface="Segoe UI" panose="020B0502040204020203" pitchFamily="34" charset="0"/>
              </a:rPr>
              <a:t>for the U.S.</a:t>
            </a:r>
          </a:p>
          <a:p>
            <a:pPr marL="1200150" lvl="2" indent="-285750">
              <a:lnSpc>
                <a:spcPct val="150000"/>
              </a:lnSpc>
              <a:spcBef>
                <a:spcPts val="75"/>
              </a:spcBef>
              <a:buFont typeface="Arial" panose="020B0604020202020204" pitchFamily="34" charset="0"/>
              <a:buChar char="•"/>
            </a:pPr>
            <a:r>
              <a:rPr lang="en-US" sz="1400" kern="0" dirty="0">
                <a:solidFill>
                  <a:schemeClr val="tx1"/>
                </a:solidFill>
                <a:latin typeface="Segoe UI" panose="020B0502040204020203" pitchFamily="34" charset="0"/>
                <a:cs typeface="Segoe UI" panose="020B0502040204020203" pitchFamily="34" charset="0"/>
              </a:rPr>
              <a:t>Can opt to reimburse based on actual cost instead based on policy</a:t>
            </a:r>
          </a:p>
        </p:txBody>
      </p:sp>
    </p:spTree>
    <p:extLst>
      <p:ext uri="{BB962C8B-B14F-4D97-AF65-F5344CB8AC3E}">
        <p14:creationId xmlns:p14="http://schemas.microsoft.com/office/powerpoint/2010/main" val="3868397591"/>
      </p:ext>
    </p:extLst>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02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Travel Costs</a:t>
            </a:r>
            <a:endParaRPr lang="en-US" sz="3600" kern="0" dirty="0">
              <a:solidFill>
                <a:schemeClr val="tx1"/>
              </a:solidFill>
            </a:endParaRPr>
          </a:p>
        </p:txBody>
      </p:sp>
      <p:sp>
        <p:nvSpPr>
          <p:cNvPr id="7" name="Rectangle 6"/>
          <p:cNvSpPr/>
          <p:nvPr/>
        </p:nvSpPr>
        <p:spPr>
          <a:xfrm>
            <a:off x="-224005" y="829263"/>
            <a:ext cx="2585822" cy="428625"/>
          </a:xfrm>
          <a:prstGeom prst="rect">
            <a:avLst/>
          </a:prstGeom>
          <a:solidFill>
            <a:schemeClr val="accent6">
              <a:lumMod val="60000"/>
              <a:lumOff val="4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200.475 Travel costs</a:t>
            </a:r>
            <a:endParaRPr lang="en-US" dirty="0">
              <a:solidFill>
                <a:schemeClr val="bg1"/>
              </a:solidFill>
            </a:endParaRPr>
          </a:p>
        </p:txBody>
      </p:sp>
      <p:sp>
        <p:nvSpPr>
          <p:cNvPr id="12" name="Google Shape;200;p30">
            <a:extLst>
              <a:ext uri="{FF2B5EF4-FFF2-40B4-BE49-F238E27FC236}">
                <a16:creationId xmlns:a16="http://schemas.microsoft.com/office/drawing/2014/main" id="{BB5BEF00-8BA9-4959-8E2C-6C0CCFD01D00}"/>
              </a:ext>
            </a:extLst>
          </p:cNvPr>
          <p:cNvSpPr txBox="1">
            <a:spLocks/>
          </p:cNvSpPr>
          <p:nvPr/>
        </p:nvSpPr>
        <p:spPr>
          <a:xfrm>
            <a:off x="60871" y="1198153"/>
            <a:ext cx="6721313" cy="37955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Required policies: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Written travel policy​ (must indicate actual costs or per diem basis)</a:t>
            </a:r>
          </a:p>
          <a:p>
            <a:pPr marL="742950" lvl="1" indent="-285750">
              <a:lnSpc>
                <a:spcPct val="150000"/>
              </a:lnSpc>
              <a:spcBef>
                <a:spcPts val="75"/>
              </a:spcBef>
              <a:buFont typeface="Arial" panose="020B0604020202020204" pitchFamily="34" charset="0"/>
              <a:buChar char="•"/>
            </a:pPr>
            <a:endParaRPr lang="en-US" b="1"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Must have a written justification and prior approval for each and must have an approved budget to cover costs.​</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per diem (meals and incidentals - M&amp;IE):</a:t>
            </a:r>
            <a:r>
              <a:rPr lang="en-US" kern="0" dirty="0">
                <a:solidFill>
                  <a:schemeClr val="tx1"/>
                </a:solidFill>
                <a:latin typeface="Segoe UI" panose="020B0502040204020203" pitchFamily="34" charset="0"/>
                <a:cs typeface="Segoe UI" panose="020B0502040204020203" pitchFamily="34" charset="0"/>
              </a:rPr>
              <a:t> Either based on actual costs or fixed rate</a:t>
            </a:r>
            <a:endParaRPr lang="en-US" i="1" u="sng" kern="0" dirty="0">
              <a:solidFill>
                <a:schemeClr val="tx1"/>
              </a:solidFill>
              <a:latin typeface="Segoe UI" panose="020B0502040204020203" pitchFamily="34" charset="0"/>
              <a:cs typeface="Segoe UI" panose="020B0502040204020203" pitchFamily="34" charset="0"/>
            </a:endParaRP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lodging </a:t>
            </a:r>
            <a:r>
              <a:rPr lang="en-US" kern="0" dirty="0">
                <a:solidFill>
                  <a:schemeClr val="tx1"/>
                </a:solidFill>
                <a:latin typeface="Segoe UI" panose="020B0502040204020203" pitchFamily="34" charset="0"/>
                <a:cs typeface="Segoe UI" panose="020B0502040204020203" pitchFamily="34" charset="0"/>
              </a:rPr>
              <a:t>– actual cost supported by invoice (includes start and end date of the stay, number of nights, rate per night, traveler name, and total cost​)</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flights </a:t>
            </a:r>
            <a:r>
              <a:rPr lang="en-US" kern="0" dirty="0">
                <a:solidFill>
                  <a:schemeClr val="tx1"/>
                </a:solidFill>
                <a:latin typeface="Segoe UI" panose="020B0502040204020203" pitchFamily="34" charset="0"/>
                <a:cs typeface="Segoe UI" panose="020B0502040204020203" pitchFamily="34" charset="0"/>
              </a:rPr>
              <a:t>- copy of the boarding pass and invoice/ticket​</a:t>
            </a:r>
          </a:p>
          <a:p>
            <a:pPr marL="742950" lvl="1" indent="-285750">
              <a:lnSpc>
                <a:spcPct val="150000"/>
              </a:lnSpc>
              <a:spcBef>
                <a:spcPts val="75"/>
              </a:spcBef>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other transport </a:t>
            </a:r>
            <a:r>
              <a:rPr lang="en-US" kern="0" dirty="0">
                <a:solidFill>
                  <a:schemeClr val="tx1"/>
                </a:solidFill>
                <a:latin typeface="Segoe UI" panose="020B0502040204020203" pitchFamily="34" charset="0"/>
                <a:cs typeface="Segoe UI" panose="020B0502040204020203" pitchFamily="34" charset="0"/>
              </a:rPr>
              <a:t>– receipt/invoice with the date and amount, and in the expense description of include the departure location and destination</a:t>
            </a:r>
          </a:p>
          <a:p>
            <a:pPr marL="742950" lvl="1" indent="-285750" algn="just" fontAlgn="base">
              <a:lnSpc>
                <a:spcPct val="150000"/>
              </a:lnSpc>
              <a:buFont typeface="Arial" panose="020B0604020202020204" pitchFamily="34" charset="0"/>
              <a:buChar char="•"/>
            </a:pPr>
            <a:r>
              <a:rPr lang="en-US" i="1" u="sng" kern="0" dirty="0">
                <a:solidFill>
                  <a:schemeClr val="tx1"/>
                </a:solidFill>
                <a:latin typeface="Segoe UI" panose="020B0502040204020203" pitchFamily="34" charset="0"/>
                <a:cs typeface="Segoe UI" panose="020B0502040204020203" pitchFamily="34" charset="0"/>
              </a:rPr>
              <a:t>For personal vehicle </a:t>
            </a:r>
            <a:r>
              <a:rPr lang="en-US" kern="0" dirty="0">
                <a:solidFill>
                  <a:schemeClr val="tx1"/>
                </a:solidFill>
                <a:latin typeface="Segoe UI" panose="020B0502040204020203" pitchFamily="34" charset="0"/>
                <a:cs typeface="Segoe UI" panose="020B0502040204020203" pitchFamily="34" charset="0"/>
              </a:rPr>
              <a:t>– for business purposes, cannot pay gasoline, only </a:t>
            </a:r>
            <a:r>
              <a:rPr lang="en-US" kern="0" dirty="0">
                <a:solidFill>
                  <a:schemeClr val="tx1"/>
                </a:solidFill>
                <a:latin typeface="Segoe UI" panose="020B0502040204020203" pitchFamily="34" charset="0"/>
                <a:cs typeface="Segoe UI" panose="020B0502040204020203" pitchFamily="34" charset="0"/>
                <a:hlinkClick r:id="rId5"/>
              </a:rPr>
              <a:t>mileage</a:t>
            </a:r>
            <a:endParaRPr lang="en-US"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90252942"/>
      </p:ext>
    </p:extLst>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78812"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200.432 Conferences</a:t>
            </a:r>
            <a:endParaRPr lang="en-US" dirty="0">
              <a:solidFill>
                <a:schemeClr val="bg1"/>
              </a:solidFill>
            </a:endParaRPr>
          </a:p>
        </p:txBody>
      </p:sp>
      <p:sp>
        <p:nvSpPr>
          <p:cNvPr id="7" name="Google Shape;199;p30"/>
          <p:cNvSpPr txBox="1">
            <a:spLocks/>
          </p:cNvSpPr>
          <p:nvPr/>
        </p:nvSpPr>
        <p:spPr>
          <a:xfrm>
            <a:off x="155449" y="102870"/>
            <a:ext cx="669565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Event/Training/Meeting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77724" y="1418712"/>
            <a:ext cx="6178561"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Defined as a meeting, retreat, seminar, symposium, workshop or event where primary purpose is the dissemination of technical information and is necessary and reasonable for program success</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May include rental of facilities, speakers' fees, costs of meals and refreshments, local transportation, and other incidental items </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Cost are allowable if:</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Exercise discretion and judgment to ensure costs are appropriate, necessary and managed in a manner that minimizes costs to the Federal award </a:t>
            </a:r>
          </a:p>
        </p:txBody>
      </p:sp>
    </p:spTree>
    <p:extLst>
      <p:ext uri="{BB962C8B-B14F-4D97-AF65-F5344CB8AC3E}">
        <p14:creationId xmlns:p14="http://schemas.microsoft.com/office/powerpoint/2010/main" val="1736178703"/>
      </p:ext>
    </p:extLst>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6"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28600" y="925830"/>
            <a:ext cx="2778812" cy="428625"/>
          </a:xfrm>
          <a:prstGeom prst="rect">
            <a:avLst/>
          </a:prstGeom>
          <a:solidFill>
            <a:srgbClr val="5FACB9">
              <a:alpha val="8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hlinkClick r:id="rId4">
                  <a:extLst>
                    <a:ext uri="{A12FA001-AC4F-418D-AE19-62706E023703}">
                      <ahyp:hlinkClr xmlns:ahyp="http://schemas.microsoft.com/office/drawing/2018/hyperlinkcolor" val="tx"/>
                    </a:ext>
                  </a:extLst>
                </a:hlinkClick>
              </a:rPr>
              <a:t>§ 200.432 Conferences</a:t>
            </a:r>
            <a:endParaRPr lang="en-US" dirty="0">
              <a:solidFill>
                <a:schemeClr val="bg1"/>
              </a:solidFill>
            </a:endParaRPr>
          </a:p>
        </p:txBody>
      </p:sp>
      <p:sp>
        <p:nvSpPr>
          <p:cNvPr id="7" name="Google Shape;199;p30"/>
          <p:cNvSpPr txBox="1">
            <a:spLocks/>
          </p:cNvSpPr>
          <p:nvPr/>
        </p:nvSpPr>
        <p:spPr>
          <a:xfrm>
            <a:off x="155449" y="102870"/>
            <a:ext cx="6695659"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kern="0" dirty="0">
                <a:solidFill>
                  <a:schemeClr val="tx1"/>
                </a:solidFill>
                <a:latin typeface="Segoe UI" pitchFamily="34" charset="0"/>
                <a:cs typeface="Segoe UI" pitchFamily="34" charset="0"/>
              </a:rPr>
              <a:t>Event/Training/Meeting Costs</a:t>
            </a:r>
            <a:endParaRPr lang="en-US" sz="3600" kern="0" dirty="0">
              <a:solidFill>
                <a:schemeClr val="tx1"/>
              </a:solidFill>
            </a:endParaRPr>
          </a:p>
        </p:txBody>
      </p:sp>
      <p:sp>
        <p:nvSpPr>
          <p:cNvPr id="8" name="Google Shape;200;p30">
            <a:extLst>
              <a:ext uri="{FF2B5EF4-FFF2-40B4-BE49-F238E27FC236}">
                <a16:creationId xmlns:a16="http://schemas.microsoft.com/office/drawing/2014/main" id="{1EE03827-AE42-729E-8A4D-F7C8C84A4AD1}"/>
              </a:ext>
            </a:extLst>
          </p:cNvPr>
          <p:cNvSpPr txBox="1">
            <a:spLocks/>
          </p:cNvSpPr>
          <p:nvPr/>
        </p:nvSpPr>
        <p:spPr>
          <a:xfrm>
            <a:off x="155449" y="1418712"/>
            <a:ext cx="6100836" cy="35208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60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1pPr>
            <a:lvl2pPr marL="914400" marR="0" lvl="1"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2pPr>
            <a:lvl3pPr marL="1371600" marR="0" lvl="2"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3pPr>
            <a:lvl4pPr marL="1828800" marR="0" lvl="3"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4pPr>
            <a:lvl5pPr marL="2286000" marR="0" lvl="4"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5pPr>
            <a:lvl6pPr marL="2743200" marR="0" lvl="5"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6pPr>
            <a:lvl7pPr marL="3200400" marR="0" lvl="6"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7pPr>
            <a:lvl8pPr marL="3657600" marR="0" lvl="7"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8pPr>
            <a:lvl9pPr marL="4114800" marR="0" lvl="8" indent="-304800" algn="l" rtl="0">
              <a:lnSpc>
                <a:spcPct val="100000"/>
              </a:lnSpc>
              <a:spcBef>
                <a:spcPts val="0"/>
              </a:spcBef>
              <a:spcAft>
                <a:spcPts val="0"/>
              </a:spcAft>
              <a:buClr>
                <a:srgbClr val="B7B7B7"/>
              </a:buClr>
              <a:buSzPts val="1200"/>
              <a:buFont typeface="Lato Light"/>
              <a:buChar char="■"/>
              <a:defRPr sz="1200" b="0" i="0" u="none" strike="noStrike" cap="none">
                <a:solidFill>
                  <a:srgbClr val="666666"/>
                </a:solidFill>
                <a:latin typeface="Lato Light"/>
                <a:ea typeface="Lato Light"/>
                <a:cs typeface="Lato Light"/>
                <a:sym typeface="Lato Light"/>
              </a:defRPr>
            </a:lvl9pPr>
          </a:lstStyle>
          <a:p>
            <a:pPr marL="285750" indent="-285750">
              <a:lnSpc>
                <a:spcPct val="150000"/>
              </a:lnSpc>
              <a:spcBef>
                <a:spcPts val="75"/>
              </a:spcBef>
              <a:buFont typeface="Arial" panose="020B0604020202020204" pitchFamily="34" charset="0"/>
              <a:buChar char="•"/>
            </a:pPr>
            <a:r>
              <a:rPr lang="en-US" b="1" kern="0" dirty="0">
                <a:solidFill>
                  <a:schemeClr val="tx1"/>
                </a:solidFill>
                <a:latin typeface="Segoe UI" panose="020B0502040204020203" pitchFamily="34" charset="0"/>
                <a:cs typeface="Segoe UI" panose="020B0502040204020203" pitchFamily="34" charset="0"/>
              </a:rPr>
              <a:t>Documentation:</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Contract (if applicable)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Invoice</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Agenda for event/training/workshop</a:t>
            </a:r>
          </a:p>
          <a:p>
            <a:pPr marL="742950" lvl="1" indent="-285750">
              <a:lnSpc>
                <a:spcPct val="150000"/>
              </a:lnSpc>
              <a:spcBef>
                <a:spcPts val="75"/>
              </a:spcBef>
              <a:buFont typeface="Arial" panose="020B0604020202020204" pitchFamily="34" charset="0"/>
              <a:buChar char="•"/>
            </a:pPr>
            <a:r>
              <a:rPr lang="en-US" kern="0" dirty="0">
                <a:solidFill>
                  <a:schemeClr val="tx1"/>
                </a:solidFill>
                <a:latin typeface="Segoe UI" panose="020B0502040204020203" pitchFamily="34" charset="0"/>
                <a:cs typeface="Segoe UI" panose="020B0502040204020203" pitchFamily="34" charset="0"/>
              </a:rPr>
              <a:t>List of attendees for event/training/workshop</a:t>
            </a:r>
          </a:p>
          <a:p>
            <a:pPr marL="285750" indent="-285750">
              <a:lnSpc>
                <a:spcPct val="150000"/>
              </a:lnSpc>
              <a:spcBef>
                <a:spcPts val="75"/>
              </a:spcBef>
              <a:buFont typeface="Arial" panose="020B0604020202020204" pitchFamily="34" charset="0"/>
              <a:buChar char="•"/>
            </a:pPr>
            <a:endParaRPr lang="en-US" kern="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82750754"/>
      </p:ext>
    </p:extLst>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9" name="Picture 2" descr="G:\USAID649_F2F 2018-2023 Caribbean Region\Program Management\Public Relations &amp; Outreach\Logos\POA\Partners Logos\Partners-Logo_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1571" y="3853070"/>
            <a:ext cx="2561557" cy="46876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9;p30"/>
          <p:cNvSpPr txBox="1">
            <a:spLocks/>
          </p:cNvSpPr>
          <p:nvPr/>
        </p:nvSpPr>
        <p:spPr>
          <a:xfrm>
            <a:off x="155449" y="102870"/>
            <a:ext cx="6023113" cy="8574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1pPr>
            <a:lvl2pPr marR="0" lvl="1"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2pPr>
            <a:lvl3pPr marR="0" lvl="2"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3pPr>
            <a:lvl4pPr marR="0" lvl="3"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4pPr>
            <a:lvl5pPr marR="0" lvl="4"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5pPr>
            <a:lvl6pPr marR="0" lvl="5"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6pPr>
            <a:lvl7pPr marR="0" lvl="6"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7pPr>
            <a:lvl8pPr marR="0" lvl="7"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8pPr>
            <a:lvl9pPr marR="0" lvl="8" algn="l" rtl="0">
              <a:lnSpc>
                <a:spcPct val="100000"/>
              </a:lnSpc>
              <a:spcBef>
                <a:spcPts val="0"/>
              </a:spcBef>
              <a:spcAft>
                <a:spcPts val="0"/>
              </a:spcAft>
              <a:buClr>
                <a:srgbClr val="434343"/>
              </a:buClr>
              <a:buSzPts val="4800"/>
              <a:buFont typeface="Lato Hairline"/>
              <a:buNone/>
              <a:defRPr sz="4800" b="0" i="0" u="none" strike="noStrike" cap="none">
                <a:solidFill>
                  <a:srgbClr val="434343"/>
                </a:solidFill>
                <a:latin typeface="Lato Hairline"/>
                <a:ea typeface="Lato Hairline"/>
                <a:cs typeface="Lato Hairline"/>
                <a:sym typeface="Lato Hairline"/>
              </a:defRPr>
            </a:lvl9pPr>
          </a:lstStyle>
          <a:p>
            <a:r>
              <a:rPr lang="en-US" sz="3600" dirty="0">
                <a:solidFill>
                  <a:schemeClr val="tx1"/>
                </a:solidFill>
                <a:latin typeface="Segoe UI" pitchFamily="34" charset="0"/>
                <a:cs typeface="Segoe UI" pitchFamily="34" charset="0"/>
              </a:rPr>
              <a:t>When in Doubt…</a:t>
            </a:r>
            <a:endParaRPr lang="en-US" sz="3600" kern="0" dirty="0">
              <a:solidFill>
                <a:schemeClr val="tx1"/>
              </a:solidFill>
            </a:endParaRPr>
          </a:p>
        </p:txBody>
      </p:sp>
      <p:sp>
        <p:nvSpPr>
          <p:cNvPr id="7" name="Google Shape;200;p30">
            <a:extLst>
              <a:ext uri="{FF2B5EF4-FFF2-40B4-BE49-F238E27FC236}">
                <a16:creationId xmlns:a16="http://schemas.microsoft.com/office/drawing/2014/main" id="{5DE7FE78-D9AD-2F07-AEC5-CCBEA2D2F5DB}"/>
              </a:ext>
            </a:extLst>
          </p:cNvPr>
          <p:cNvSpPr txBox="1">
            <a:spLocks noGrp="1"/>
          </p:cNvSpPr>
          <p:nvPr>
            <p:ph type="body" idx="1"/>
          </p:nvPr>
        </p:nvSpPr>
        <p:spPr>
          <a:xfrm>
            <a:off x="384048" y="1051560"/>
            <a:ext cx="5711952" cy="3530090"/>
          </a:xfrm>
          <a:prstGeom prst="rect">
            <a:avLst/>
          </a:prstGeom>
        </p:spPr>
        <p:txBody>
          <a:bodyPr spcFirstLastPara="1" wrap="square" lIns="91425" tIns="91425" rIns="91425" bIns="91425" anchor="t" anchorCtr="0">
            <a:noAutofit/>
          </a:bodyPr>
          <a:lstStyle/>
          <a:p>
            <a:pPr>
              <a:lnSpc>
                <a:spcPct val="20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Read the Award Document </a:t>
            </a:r>
          </a:p>
          <a:p>
            <a:pPr>
              <a:lnSpc>
                <a:spcPct val="200000"/>
              </a:lnSpc>
              <a:buClrTx/>
              <a:buFont typeface="Arial" panose="020B0604020202020204" pitchFamily="34" charset="0"/>
              <a:buChar char="•"/>
            </a:pP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rPr>
              <a:t>Refer to the </a:t>
            </a:r>
            <a:r>
              <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hlinkClick r:id="rId4"/>
              </a:rPr>
              <a:t>2 CFR 200 </a:t>
            </a:r>
            <a:endParaRPr lang="en-US" sz="1700" dirty="0">
              <a:solidFill>
                <a:schemeClr val="tx1"/>
              </a:solidFill>
              <a:latin typeface="Segoe UI" panose="020B0502040204020203" pitchFamily="34" charset="0"/>
              <a:ea typeface="Segoe UI" panose="020B0502040204020203" pitchFamily="34" charset="0"/>
              <a:cs typeface="Segoe UI" panose="020B0502040204020203" pitchFamily="34" charset="0"/>
            </a:endParaRPr>
          </a:p>
          <a:p>
            <a:pPr>
              <a:lnSpc>
                <a:spcPct val="200000"/>
              </a:lnSpc>
              <a:buClrTx/>
              <a:buFont typeface="Arial" panose="020B0604020202020204" pitchFamily="34" charset="0"/>
              <a:buChar char="•"/>
            </a:pPr>
            <a:r>
              <a:rPr lang="en-US" b="1" i="1" dirty="0">
                <a:solidFill>
                  <a:schemeClr val="tx1"/>
                </a:solidFill>
                <a:latin typeface="Segoe UI" panose="020B0502040204020203" pitchFamily="34" charset="0"/>
                <a:ea typeface="Segoe UI" panose="020B0502040204020203" pitchFamily="34" charset="0"/>
                <a:cs typeface="Segoe UI" panose="020B0502040204020203" pitchFamily="34" charset="0"/>
              </a:rPr>
              <a:t>Ask yourself what a prudent person would do!</a:t>
            </a:r>
          </a:p>
        </p:txBody>
      </p:sp>
    </p:spTree>
    <p:extLst>
      <p:ext uri="{BB962C8B-B14F-4D97-AF65-F5344CB8AC3E}">
        <p14:creationId xmlns:p14="http://schemas.microsoft.com/office/powerpoint/2010/main" val="4290795984"/>
      </p:ext>
    </p:extLst>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5" name="Rectangle 4"/>
          <p:cNvSpPr>
            <a:spLocks noChangeAspect="1"/>
          </p:cNvSpPr>
          <p:nvPr/>
        </p:nvSpPr>
        <p:spPr>
          <a:xfrm>
            <a:off x="2656932" y="632797"/>
            <a:ext cx="3590142" cy="3720102"/>
          </a:xfrm>
          <a:prstGeom prst="rect">
            <a:avLst/>
          </a:prstGeom>
          <a:blipFill dpi="0" rotWithShape="1">
            <a:blip r:embed="rId4">
              <a:alphaModFix amt="20000"/>
              <a:extLst>
                <a:ext uri="{28A0092B-C50C-407E-A947-70E740481C1C}">
                  <a14:useLocalDpi xmlns:a14="http://schemas.microsoft.com/office/drawing/2010/main" val="0"/>
                </a:ext>
              </a:extLst>
            </a:blip>
            <a:srcRect/>
            <a:stretch>
              <a:fillRect l="-8332" t="-7587" r="-633108" b="-2549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n-US" sz="1400" kern="0" dirty="0">
              <a:solidFill>
                <a:srgbClr val="FFFFFF"/>
              </a:solidFill>
              <a:sym typeface="Arial"/>
            </a:endParaRPr>
          </a:p>
        </p:txBody>
      </p:sp>
      <p:sp>
        <p:nvSpPr>
          <p:cNvPr id="166" name="Google Shape;166;p26"/>
          <p:cNvSpPr/>
          <p:nvPr/>
        </p:nvSpPr>
        <p:spPr>
          <a:xfrm>
            <a:off x="6930997" y="3495599"/>
            <a:ext cx="113397" cy="150888"/>
          </a:xfrm>
          <a:custGeom>
            <a:avLst/>
            <a:gdLst/>
            <a:ahLst/>
            <a:cxnLst/>
            <a:rect l="l" t="t" r="r" b="b"/>
            <a:pathLst>
              <a:path w="12289" h="16352" extrusionOk="0">
                <a:moveTo>
                  <a:pt x="6303" y="3991"/>
                </a:moveTo>
                <a:lnTo>
                  <a:pt x="6546" y="4015"/>
                </a:lnTo>
                <a:lnTo>
                  <a:pt x="6789" y="4064"/>
                </a:lnTo>
                <a:lnTo>
                  <a:pt x="7008" y="4137"/>
                </a:lnTo>
                <a:lnTo>
                  <a:pt x="7252" y="4234"/>
                </a:lnTo>
                <a:lnTo>
                  <a:pt x="7446" y="4356"/>
                </a:lnTo>
                <a:lnTo>
                  <a:pt x="7665" y="4502"/>
                </a:lnTo>
                <a:lnTo>
                  <a:pt x="7836" y="4672"/>
                </a:lnTo>
                <a:lnTo>
                  <a:pt x="8030" y="4842"/>
                </a:lnTo>
                <a:lnTo>
                  <a:pt x="8176" y="5037"/>
                </a:lnTo>
                <a:lnTo>
                  <a:pt x="8322" y="5256"/>
                </a:lnTo>
                <a:lnTo>
                  <a:pt x="8468" y="5475"/>
                </a:lnTo>
                <a:lnTo>
                  <a:pt x="8566" y="5718"/>
                </a:lnTo>
                <a:lnTo>
                  <a:pt x="8639" y="5986"/>
                </a:lnTo>
                <a:lnTo>
                  <a:pt x="8712" y="6229"/>
                </a:lnTo>
                <a:lnTo>
                  <a:pt x="8736" y="6473"/>
                </a:lnTo>
                <a:lnTo>
                  <a:pt x="8712" y="6716"/>
                </a:lnTo>
                <a:lnTo>
                  <a:pt x="8687" y="6959"/>
                </a:lnTo>
                <a:lnTo>
                  <a:pt x="8639" y="7178"/>
                </a:lnTo>
                <a:lnTo>
                  <a:pt x="8541" y="7397"/>
                </a:lnTo>
                <a:lnTo>
                  <a:pt x="8444" y="7592"/>
                </a:lnTo>
                <a:lnTo>
                  <a:pt x="8322" y="7787"/>
                </a:lnTo>
                <a:lnTo>
                  <a:pt x="8152" y="7981"/>
                </a:lnTo>
                <a:lnTo>
                  <a:pt x="7982" y="8152"/>
                </a:lnTo>
                <a:lnTo>
                  <a:pt x="7811" y="8298"/>
                </a:lnTo>
                <a:lnTo>
                  <a:pt x="7592" y="8419"/>
                </a:lnTo>
                <a:lnTo>
                  <a:pt x="7373" y="8517"/>
                </a:lnTo>
                <a:lnTo>
                  <a:pt x="7130" y="8614"/>
                </a:lnTo>
                <a:lnTo>
                  <a:pt x="6887" y="8687"/>
                </a:lnTo>
                <a:lnTo>
                  <a:pt x="6668" y="8711"/>
                </a:lnTo>
                <a:lnTo>
                  <a:pt x="6424" y="8736"/>
                </a:lnTo>
                <a:lnTo>
                  <a:pt x="6205" y="8736"/>
                </a:lnTo>
                <a:lnTo>
                  <a:pt x="5986" y="8711"/>
                </a:lnTo>
                <a:lnTo>
                  <a:pt x="5743" y="8663"/>
                </a:lnTo>
                <a:lnTo>
                  <a:pt x="5524" y="8614"/>
                </a:lnTo>
                <a:lnTo>
                  <a:pt x="5305" y="8541"/>
                </a:lnTo>
                <a:lnTo>
                  <a:pt x="5110" y="8444"/>
                </a:lnTo>
                <a:lnTo>
                  <a:pt x="4891" y="8346"/>
                </a:lnTo>
                <a:lnTo>
                  <a:pt x="4697" y="8225"/>
                </a:lnTo>
                <a:lnTo>
                  <a:pt x="4502" y="8103"/>
                </a:lnTo>
                <a:lnTo>
                  <a:pt x="4332" y="7957"/>
                </a:lnTo>
                <a:lnTo>
                  <a:pt x="4186" y="7787"/>
                </a:lnTo>
                <a:lnTo>
                  <a:pt x="4015" y="7616"/>
                </a:lnTo>
                <a:lnTo>
                  <a:pt x="3894" y="7446"/>
                </a:lnTo>
                <a:lnTo>
                  <a:pt x="3772" y="7251"/>
                </a:lnTo>
                <a:lnTo>
                  <a:pt x="3723" y="7105"/>
                </a:lnTo>
                <a:lnTo>
                  <a:pt x="3650" y="6935"/>
                </a:lnTo>
                <a:lnTo>
                  <a:pt x="3602" y="6643"/>
                </a:lnTo>
                <a:lnTo>
                  <a:pt x="3577" y="6327"/>
                </a:lnTo>
                <a:lnTo>
                  <a:pt x="3602" y="6010"/>
                </a:lnTo>
                <a:lnTo>
                  <a:pt x="3699" y="5718"/>
                </a:lnTo>
                <a:lnTo>
                  <a:pt x="3821" y="5426"/>
                </a:lnTo>
                <a:lnTo>
                  <a:pt x="3967" y="5134"/>
                </a:lnTo>
                <a:lnTo>
                  <a:pt x="4161" y="4891"/>
                </a:lnTo>
                <a:lnTo>
                  <a:pt x="4332" y="4696"/>
                </a:lnTo>
                <a:lnTo>
                  <a:pt x="4551" y="4502"/>
                </a:lnTo>
                <a:lnTo>
                  <a:pt x="4794" y="4356"/>
                </a:lnTo>
                <a:lnTo>
                  <a:pt x="5037" y="4210"/>
                </a:lnTo>
                <a:lnTo>
                  <a:pt x="5062" y="4210"/>
                </a:lnTo>
                <a:lnTo>
                  <a:pt x="5110" y="4234"/>
                </a:lnTo>
                <a:lnTo>
                  <a:pt x="5232" y="4234"/>
                </a:lnTo>
                <a:lnTo>
                  <a:pt x="5305" y="4210"/>
                </a:lnTo>
                <a:lnTo>
                  <a:pt x="5548" y="4112"/>
                </a:lnTo>
                <a:lnTo>
                  <a:pt x="5816" y="4039"/>
                </a:lnTo>
                <a:lnTo>
                  <a:pt x="6059" y="4015"/>
                </a:lnTo>
                <a:lnTo>
                  <a:pt x="6303" y="3991"/>
                </a:lnTo>
                <a:close/>
                <a:moveTo>
                  <a:pt x="6254" y="3480"/>
                </a:moveTo>
                <a:lnTo>
                  <a:pt x="5986" y="3504"/>
                </a:lnTo>
                <a:lnTo>
                  <a:pt x="5694" y="3553"/>
                </a:lnTo>
                <a:lnTo>
                  <a:pt x="5427" y="3626"/>
                </a:lnTo>
                <a:lnTo>
                  <a:pt x="5305" y="3650"/>
                </a:lnTo>
                <a:lnTo>
                  <a:pt x="5183" y="3699"/>
                </a:lnTo>
                <a:lnTo>
                  <a:pt x="4916" y="3796"/>
                </a:lnTo>
                <a:lnTo>
                  <a:pt x="4599" y="3966"/>
                </a:lnTo>
                <a:lnTo>
                  <a:pt x="4283" y="4161"/>
                </a:lnTo>
                <a:lnTo>
                  <a:pt x="3991" y="4404"/>
                </a:lnTo>
                <a:lnTo>
                  <a:pt x="3748" y="4672"/>
                </a:lnTo>
                <a:lnTo>
                  <a:pt x="3529" y="4940"/>
                </a:lnTo>
                <a:lnTo>
                  <a:pt x="3359" y="5232"/>
                </a:lnTo>
                <a:lnTo>
                  <a:pt x="3237" y="5572"/>
                </a:lnTo>
                <a:lnTo>
                  <a:pt x="3164" y="5889"/>
                </a:lnTo>
                <a:lnTo>
                  <a:pt x="3115" y="6229"/>
                </a:lnTo>
                <a:lnTo>
                  <a:pt x="3140" y="6570"/>
                </a:lnTo>
                <a:lnTo>
                  <a:pt x="3188" y="6911"/>
                </a:lnTo>
                <a:lnTo>
                  <a:pt x="3261" y="7251"/>
                </a:lnTo>
                <a:lnTo>
                  <a:pt x="3383" y="7495"/>
                </a:lnTo>
                <a:lnTo>
                  <a:pt x="3529" y="7762"/>
                </a:lnTo>
                <a:lnTo>
                  <a:pt x="3699" y="7981"/>
                </a:lnTo>
                <a:lnTo>
                  <a:pt x="3869" y="8200"/>
                </a:lnTo>
                <a:lnTo>
                  <a:pt x="4088" y="8371"/>
                </a:lnTo>
                <a:lnTo>
                  <a:pt x="4307" y="8541"/>
                </a:lnTo>
                <a:lnTo>
                  <a:pt x="4551" y="8711"/>
                </a:lnTo>
                <a:lnTo>
                  <a:pt x="4794" y="8833"/>
                </a:lnTo>
                <a:lnTo>
                  <a:pt x="5062" y="8930"/>
                </a:lnTo>
                <a:lnTo>
                  <a:pt x="5329" y="9028"/>
                </a:lnTo>
                <a:lnTo>
                  <a:pt x="5597" y="9101"/>
                </a:lnTo>
                <a:lnTo>
                  <a:pt x="5889" y="9149"/>
                </a:lnTo>
                <a:lnTo>
                  <a:pt x="6181" y="9174"/>
                </a:lnTo>
                <a:lnTo>
                  <a:pt x="6449" y="9198"/>
                </a:lnTo>
                <a:lnTo>
                  <a:pt x="6741" y="9174"/>
                </a:lnTo>
                <a:lnTo>
                  <a:pt x="7008" y="9149"/>
                </a:lnTo>
                <a:lnTo>
                  <a:pt x="7325" y="9076"/>
                </a:lnTo>
                <a:lnTo>
                  <a:pt x="7617" y="8979"/>
                </a:lnTo>
                <a:lnTo>
                  <a:pt x="7884" y="8833"/>
                </a:lnTo>
                <a:lnTo>
                  <a:pt x="8128" y="8687"/>
                </a:lnTo>
                <a:lnTo>
                  <a:pt x="8347" y="8492"/>
                </a:lnTo>
                <a:lnTo>
                  <a:pt x="8541" y="8273"/>
                </a:lnTo>
                <a:lnTo>
                  <a:pt x="8712" y="8054"/>
                </a:lnTo>
                <a:lnTo>
                  <a:pt x="8858" y="7787"/>
                </a:lnTo>
                <a:lnTo>
                  <a:pt x="8979" y="7543"/>
                </a:lnTo>
                <a:lnTo>
                  <a:pt x="9052" y="7251"/>
                </a:lnTo>
                <a:lnTo>
                  <a:pt x="9125" y="6959"/>
                </a:lnTo>
                <a:lnTo>
                  <a:pt x="9150" y="6667"/>
                </a:lnTo>
                <a:lnTo>
                  <a:pt x="9150" y="6375"/>
                </a:lnTo>
                <a:lnTo>
                  <a:pt x="9125" y="6083"/>
                </a:lnTo>
                <a:lnTo>
                  <a:pt x="9052" y="5791"/>
                </a:lnTo>
                <a:lnTo>
                  <a:pt x="8955" y="5499"/>
                </a:lnTo>
                <a:lnTo>
                  <a:pt x="8858" y="5232"/>
                </a:lnTo>
                <a:lnTo>
                  <a:pt x="8712" y="4988"/>
                </a:lnTo>
                <a:lnTo>
                  <a:pt x="8566" y="4769"/>
                </a:lnTo>
                <a:lnTo>
                  <a:pt x="8395" y="4550"/>
                </a:lnTo>
                <a:lnTo>
                  <a:pt x="8201" y="4356"/>
                </a:lnTo>
                <a:lnTo>
                  <a:pt x="7982" y="4161"/>
                </a:lnTo>
                <a:lnTo>
                  <a:pt x="7763" y="3991"/>
                </a:lnTo>
                <a:lnTo>
                  <a:pt x="7544" y="3845"/>
                </a:lnTo>
                <a:lnTo>
                  <a:pt x="7300" y="3723"/>
                </a:lnTo>
                <a:lnTo>
                  <a:pt x="7033" y="3626"/>
                </a:lnTo>
                <a:lnTo>
                  <a:pt x="6789" y="3553"/>
                </a:lnTo>
                <a:lnTo>
                  <a:pt x="6522" y="3504"/>
                </a:lnTo>
                <a:lnTo>
                  <a:pt x="6254" y="3480"/>
                </a:lnTo>
                <a:close/>
                <a:moveTo>
                  <a:pt x="6303" y="536"/>
                </a:moveTo>
                <a:lnTo>
                  <a:pt x="6668" y="560"/>
                </a:lnTo>
                <a:lnTo>
                  <a:pt x="7033" y="633"/>
                </a:lnTo>
                <a:lnTo>
                  <a:pt x="7422" y="706"/>
                </a:lnTo>
                <a:lnTo>
                  <a:pt x="7763" y="828"/>
                </a:lnTo>
                <a:lnTo>
                  <a:pt x="8128" y="949"/>
                </a:lnTo>
                <a:lnTo>
                  <a:pt x="8468" y="1095"/>
                </a:lnTo>
                <a:lnTo>
                  <a:pt x="8809" y="1266"/>
                </a:lnTo>
                <a:lnTo>
                  <a:pt x="9125" y="1460"/>
                </a:lnTo>
                <a:lnTo>
                  <a:pt x="9442" y="1679"/>
                </a:lnTo>
                <a:lnTo>
                  <a:pt x="9734" y="1898"/>
                </a:lnTo>
                <a:lnTo>
                  <a:pt x="10026" y="2166"/>
                </a:lnTo>
                <a:lnTo>
                  <a:pt x="10050" y="2287"/>
                </a:lnTo>
                <a:lnTo>
                  <a:pt x="10074" y="2409"/>
                </a:lnTo>
                <a:lnTo>
                  <a:pt x="10196" y="2798"/>
                </a:lnTo>
                <a:lnTo>
                  <a:pt x="10220" y="2847"/>
                </a:lnTo>
                <a:lnTo>
                  <a:pt x="10269" y="2871"/>
                </a:lnTo>
                <a:lnTo>
                  <a:pt x="10342" y="2896"/>
                </a:lnTo>
                <a:lnTo>
                  <a:pt x="10391" y="2896"/>
                </a:lnTo>
                <a:lnTo>
                  <a:pt x="10439" y="2871"/>
                </a:lnTo>
                <a:lnTo>
                  <a:pt x="10464" y="2847"/>
                </a:lnTo>
                <a:lnTo>
                  <a:pt x="10488" y="2798"/>
                </a:lnTo>
                <a:lnTo>
                  <a:pt x="10512" y="2677"/>
                </a:lnTo>
                <a:lnTo>
                  <a:pt x="10585" y="2774"/>
                </a:lnTo>
                <a:lnTo>
                  <a:pt x="10537" y="3090"/>
                </a:lnTo>
                <a:lnTo>
                  <a:pt x="10537" y="3261"/>
                </a:lnTo>
                <a:lnTo>
                  <a:pt x="10561" y="3334"/>
                </a:lnTo>
                <a:lnTo>
                  <a:pt x="10610" y="3382"/>
                </a:lnTo>
                <a:lnTo>
                  <a:pt x="10634" y="3431"/>
                </a:lnTo>
                <a:lnTo>
                  <a:pt x="10683" y="3407"/>
                </a:lnTo>
                <a:lnTo>
                  <a:pt x="10756" y="3382"/>
                </a:lnTo>
                <a:lnTo>
                  <a:pt x="10804" y="3309"/>
                </a:lnTo>
                <a:lnTo>
                  <a:pt x="10877" y="3163"/>
                </a:lnTo>
                <a:lnTo>
                  <a:pt x="10877" y="3188"/>
                </a:lnTo>
                <a:lnTo>
                  <a:pt x="10950" y="3285"/>
                </a:lnTo>
                <a:lnTo>
                  <a:pt x="10853" y="3553"/>
                </a:lnTo>
                <a:lnTo>
                  <a:pt x="10804" y="3674"/>
                </a:lnTo>
                <a:lnTo>
                  <a:pt x="10756" y="3796"/>
                </a:lnTo>
                <a:lnTo>
                  <a:pt x="10756" y="3893"/>
                </a:lnTo>
                <a:lnTo>
                  <a:pt x="10804" y="4015"/>
                </a:lnTo>
                <a:lnTo>
                  <a:pt x="10829" y="4088"/>
                </a:lnTo>
                <a:lnTo>
                  <a:pt x="10902" y="4112"/>
                </a:lnTo>
                <a:lnTo>
                  <a:pt x="10975" y="4112"/>
                </a:lnTo>
                <a:lnTo>
                  <a:pt x="11023" y="4088"/>
                </a:lnTo>
                <a:lnTo>
                  <a:pt x="11096" y="4039"/>
                </a:lnTo>
                <a:lnTo>
                  <a:pt x="11169" y="3966"/>
                </a:lnTo>
                <a:lnTo>
                  <a:pt x="11242" y="3820"/>
                </a:lnTo>
                <a:lnTo>
                  <a:pt x="11340" y="4039"/>
                </a:lnTo>
                <a:lnTo>
                  <a:pt x="11194" y="4307"/>
                </a:lnTo>
                <a:lnTo>
                  <a:pt x="11048" y="4575"/>
                </a:lnTo>
                <a:lnTo>
                  <a:pt x="11023" y="4696"/>
                </a:lnTo>
                <a:lnTo>
                  <a:pt x="11023" y="4794"/>
                </a:lnTo>
                <a:lnTo>
                  <a:pt x="11048" y="4867"/>
                </a:lnTo>
                <a:lnTo>
                  <a:pt x="11121" y="4915"/>
                </a:lnTo>
                <a:lnTo>
                  <a:pt x="11169" y="4915"/>
                </a:lnTo>
                <a:lnTo>
                  <a:pt x="11218" y="4891"/>
                </a:lnTo>
                <a:lnTo>
                  <a:pt x="11340" y="4794"/>
                </a:lnTo>
                <a:lnTo>
                  <a:pt x="11510" y="4575"/>
                </a:lnTo>
                <a:lnTo>
                  <a:pt x="11534" y="4550"/>
                </a:lnTo>
                <a:lnTo>
                  <a:pt x="11607" y="4818"/>
                </a:lnTo>
                <a:lnTo>
                  <a:pt x="11510" y="4940"/>
                </a:lnTo>
                <a:lnTo>
                  <a:pt x="11388" y="5061"/>
                </a:lnTo>
                <a:lnTo>
                  <a:pt x="11291" y="5183"/>
                </a:lnTo>
                <a:lnTo>
                  <a:pt x="11218" y="5280"/>
                </a:lnTo>
                <a:lnTo>
                  <a:pt x="11096" y="5524"/>
                </a:lnTo>
                <a:lnTo>
                  <a:pt x="11072" y="5548"/>
                </a:lnTo>
                <a:lnTo>
                  <a:pt x="11096" y="5572"/>
                </a:lnTo>
                <a:lnTo>
                  <a:pt x="11121" y="5597"/>
                </a:lnTo>
                <a:lnTo>
                  <a:pt x="11145" y="5572"/>
                </a:lnTo>
                <a:lnTo>
                  <a:pt x="11388" y="5475"/>
                </a:lnTo>
                <a:lnTo>
                  <a:pt x="11510" y="5402"/>
                </a:lnTo>
                <a:lnTo>
                  <a:pt x="11631" y="5305"/>
                </a:lnTo>
                <a:lnTo>
                  <a:pt x="11680" y="5256"/>
                </a:lnTo>
                <a:lnTo>
                  <a:pt x="11729" y="5499"/>
                </a:lnTo>
                <a:lnTo>
                  <a:pt x="11364" y="5840"/>
                </a:lnTo>
                <a:lnTo>
                  <a:pt x="11048" y="6229"/>
                </a:lnTo>
                <a:lnTo>
                  <a:pt x="11023" y="6278"/>
                </a:lnTo>
                <a:lnTo>
                  <a:pt x="11048" y="6327"/>
                </a:lnTo>
                <a:lnTo>
                  <a:pt x="11072" y="6351"/>
                </a:lnTo>
                <a:lnTo>
                  <a:pt x="11121" y="6351"/>
                </a:lnTo>
                <a:lnTo>
                  <a:pt x="11291" y="6254"/>
                </a:lnTo>
                <a:lnTo>
                  <a:pt x="11461" y="6156"/>
                </a:lnTo>
                <a:lnTo>
                  <a:pt x="11753" y="5913"/>
                </a:lnTo>
                <a:lnTo>
                  <a:pt x="11753" y="6302"/>
                </a:lnTo>
                <a:lnTo>
                  <a:pt x="11631" y="6424"/>
                </a:lnTo>
                <a:lnTo>
                  <a:pt x="11534" y="6546"/>
                </a:lnTo>
                <a:lnTo>
                  <a:pt x="11412" y="6692"/>
                </a:lnTo>
                <a:lnTo>
                  <a:pt x="11291" y="6789"/>
                </a:lnTo>
                <a:lnTo>
                  <a:pt x="11048" y="6935"/>
                </a:lnTo>
                <a:lnTo>
                  <a:pt x="10999" y="6984"/>
                </a:lnTo>
                <a:lnTo>
                  <a:pt x="10950" y="7032"/>
                </a:lnTo>
                <a:lnTo>
                  <a:pt x="10926" y="7105"/>
                </a:lnTo>
                <a:lnTo>
                  <a:pt x="10950" y="7154"/>
                </a:lnTo>
                <a:lnTo>
                  <a:pt x="11023" y="7203"/>
                </a:lnTo>
                <a:lnTo>
                  <a:pt x="11096" y="7251"/>
                </a:lnTo>
                <a:lnTo>
                  <a:pt x="11169" y="7251"/>
                </a:lnTo>
                <a:lnTo>
                  <a:pt x="11267" y="7227"/>
                </a:lnTo>
                <a:lnTo>
                  <a:pt x="11437" y="7178"/>
                </a:lnTo>
                <a:lnTo>
                  <a:pt x="11583" y="7081"/>
                </a:lnTo>
                <a:lnTo>
                  <a:pt x="11704" y="6984"/>
                </a:lnTo>
                <a:lnTo>
                  <a:pt x="11631" y="7470"/>
                </a:lnTo>
                <a:lnTo>
                  <a:pt x="11583" y="7470"/>
                </a:lnTo>
                <a:lnTo>
                  <a:pt x="11534" y="7495"/>
                </a:lnTo>
                <a:lnTo>
                  <a:pt x="11291" y="7665"/>
                </a:lnTo>
                <a:lnTo>
                  <a:pt x="11023" y="7811"/>
                </a:lnTo>
                <a:lnTo>
                  <a:pt x="10902" y="7884"/>
                </a:lnTo>
                <a:lnTo>
                  <a:pt x="10804" y="7957"/>
                </a:lnTo>
                <a:lnTo>
                  <a:pt x="10731" y="8054"/>
                </a:lnTo>
                <a:lnTo>
                  <a:pt x="10707" y="8103"/>
                </a:lnTo>
                <a:lnTo>
                  <a:pt x="10707" y="8176"/>
                </a:lnTo>
                <a:lnTo>
                  <a:pt x="10707" y="8200"/>
                </a:lnTo>
                <a:lnTo>
                  <a:pt x="10853" y="8200"/>
                </a:lnTo>
                <a:lnTo>
                  <a:pt x="10950" y="8176"/>
                </a:lnTo>
                <a:lnTo>
                  <a:pt x="11194" y="8079"/>
                </a:lnTo>
                <a:lnTo>
                  <a:pt x="11534" y="7933"/>
                </a:lnTo>
                <a:lnTo>
                  <a:pt x="11437" y="8273"/>
                </a:lnTo>
                <a:lnTo>
                  <a:pt x="11340" y="8298"/>
                </a:lnTo>
                <a:lnTo>
                  <a:pt x="11242" y="8322"/>
                </a:lnTo>
                <a:lnTo>
                  <a:pt x="11072" y="8419"/>
                </a:lnTo>
                <a:lnTo>
                  <a:pt x="10829" y="8541"/>
                </a:lnTo>
                <a:lnTo>
                  <a:pt x="10561" y="8614"/>
                </a:lnTo>
                <a:lnTo>
                  <a:pt x="10537" y="8638"/>
                </a:lnTo>
                <a:lnTo>
                  <a:pt x="10512" y="8663"/>
                </a:lnTo>
                <a:lnTo>
                  <a:pt x="10537" y="8687"/>
                </a:lnTo>
                <a:lnTo>
                  <a:pt x="10561" y="8711"/>
                </a:lnTo>
                <a:lnTo>
                  <a:pt x="10731" y="8736"/>
                </a:lnTo>
                <a:lnTo>
                  <a:pt x="10926" y="8736"/>
                </a:lnTo>
                <a:lnTo>
                  <a:pt x="11121" y="8711"/>
                </a:lnTo>
                <a:lnTo>
                  <a:pt x="11315" y="8663"/>
                </a:lnTo>
                <a:lnTo>
                  <a:pt x="11169" y="9028"/>
                </a:lnTo>
                <a:lnTo>
                  <a:pt x="10926" y="9028"/>
                </a:lnTo>
                <a:lnTo>
                  <a:pt x="10683" y="9052"/>
                </a:lnTo>
                <a:lnTo>
                  <a:pt x="10439" y="9125"/>
                </a:lnTo>
                <a:lnTo>
                  <a:pt x="10220" y="9198"/>
                </a:lnTo>
                <a:lnTo>
                  <a:pt x="10196" y="9222"/>
                </a:lnTo>
                <a:lnTo>
                  <a:pt x="10196" y="9247"/>
                </a:lnTo>
                <a:lnTo>
                  <a:pt x="10220" y="9271"/>
                </a:lnTo>
                <a:lnTo>
                  <a:pt x="10245" y="9295"/>
                </a:lnTo>
                <a:lnTo>
                  <a:pt x="10488" y="9295"/>
                </a:lnTo>
                <a:lnTo>
                  <a:pt x="10731" y="9320"/>
                </a:lnTo>
                <a:lnTo>
                  <a:pt x="11048" y="9368"/>
                </a:lnTo>
                <a:lnTo>
                  <a:pt x="10853" y="9757"/>
                </a:lnTo>
                <a:lnTo>
                  <a:pt x="10561" y="9733"/>
                </a:lnTo>
                <a:lnTo>
                  <a:pt x="10245" y="9709"/>
                </a:lnTo>
                <a:lnTo>
                  <a:pt x="10099" y="9709"/>
                </a:lnTo>
                <a:lnTo>
                  <a:pt x="9977" y="9733"/>
                </a:lnTo>
                <a:lnTo>
                  <a:pt x="9904" y="9782"/>
                </a:lnTo>
                <a:lnTo>
                  <a:pt x="9880" y="9806"/>
                </a:lnTo>
                <a:lnTo>
                  <a:pt x="9880" y="9830"/>
                </a:lnTo>
                <a:lnTo>
                  <a:pt x="9928" y="9928"/>
                </a:lnTo>
                <a:lnTo>
                  <a:pt x="9977" y="10001"/>
                </a:lnTo>
                <a:lnTo>
                  <a:pt x="10050" y="10074"/>
                </a:lnTo>
                <a:lnTo>
                  <a:pt x="10147" y="10122"/>
                </a:lnTo>
                <a:lnTo>
                  <a:pt x="10391" y="10171"/>
                </a:lnTo>
                <a:lnTo>
                  <a:pt x="10610" y="10220"/>
                </a:lnTo>
                <a:lnTo>
                  <a:pt x="10439" y="10512"/>
                </a:lnTo>
                <a:lnTo>
                  <a:pt x="10439" y="10439"/>
                </a:lnTo>
                <a:lnTo>
                  <a:pt x="10391" y="10390"/>
                </a:lnTo>
                <a:lnTo>
                  <a:pt x="10342" y="10341"/>
                </a:lnTo>
                <a:lnTo>
                  <a:pt x="10220" y="10293"/>
                </a:lnTo>
                <a:lnTo>
                  <a:pt x="9977" y="10268"/>
                </a:lnTo>
                <a:lnTo>
                  <a:pt x="9709" y="10220"/>
                </a:lnTo>
                <a:lnTo>
                  <a:pt x="9588" y="10220"/>
                </a:lnTo>
                <a:lnTo>
                  <a:pt x="9466" y="10244"/>
                </a:lnTo>
                <a:lnTo>
                  <a:pt x="9417" y="10268"/>
                </a:lnTo>
                <a:lnTo>
                  <a:pt x="9393" y="10317"/>
                </a:lnTo>
                <a:lnTo>
                  <a:pt x="9393" y="10366"/>
                </a:lnTo>
                <a:lnTo>
                  <a:pt x="9417" y="10414"/>
                </a:lnTo>
                <a:lnTo>
                  <a:pt x="9515" y="10487"/>
                </a:lnTo>
                <a:lnTo>
                  <a:pt x="9636" y="10560"/>
                </a:lnTo>
                <a:lnTo>
                  <a:pt x="9880" y="10633"/>
                </a:lnTo>
                <a:lnTo>
                  <a:pt x="10123" y="10682"/>
                </a:lnTo>
                <a:lnTo>
                  <a:pt x="10245" y="10682"/>
                </a:lnTo>
                <a:lnTo>
                  <a:pt x="10366" y="10633"/>
                </a:lnTo>
                <a:lnTo>
                  <a:pt x="10001" y="11242"/>
                </a:lnTo>
                <a:lnTo>
                  <a:pt x="9782" y="11169"/>
                </a:lnTo>
                <a:lnTo>
                  <a:pt x="9588" y="11144"/>
                </a:lnTo>
                <a:lnTo>
                  <a:pt x="9417" y="11096"/>
                </a:lnTo>
                <a:lnTo>
                  <a:pt x="9247" y="11071"/>
                </a:lnTo>
                <a:lnTo>
                  <a:pt x="9052" y="11047"/>
                </a:lnTo>
                <a:lnTo>
                  <a:pt x="8882" y="11096"/>
                </a:lnTo>
                <a:lnTo>
                  <a:pt x="8858" y="11120"/>
                </a:lnTo>
                <a:lnTo>
                  <a:pt x="8833" y="11169"/>
                </a:lnTo>
                <a:lnTo>
                  <a:pt x="8833" y="11193"/>
                </a:lnTo>
                <a:lnTo>
                  <a:pt x="8858" y="11242"/>
                </a:lnTo>
                <a:lnTo>
                  <a:pt x="9052" y="11315"/>
                </a:lnTo>
                <a:lnTo>
                  <a:pt x="9223" y="11363"/>
                </a:lnTo>
                <a:lnTo>
                  <a:pt x="9588" y="11485"/>
                </a:lnTo>
                <a:lnTo>
                  <a:pt x="9782" y="11558"/>
                </a:lnTo>
                <a:lnTo>
                  <a:pt x="9490" y="11996"/>
                </a:lnTo>
                <a:lnTo>
                  <a:pt x="9344" y="11923"/>
                </a:lnTo>
                <a:lnTo>
                  <a:pt x="9223" y="11874"/>
                </a:lnTo>
                <a:lnTo>
                  <a:pt x="8931" y="11801"/>
                </a:lnTo>
                <a:lnTo>
                  <a:pt x="8566" y="11704"/>
                </a:lnTo>
                <a:lnTo>
                  <a:pt x="8371" y="11655"/>
                </a:lnTo>
                <a:lnTo>
                  <a:pt x="8176" y="11655"/>
                </a:lnTo>
                <a:lnTo>
                  <a:pt x="8103" y="11680"/>
                </a:lnTo>
                <a:lnTo>
                  <a:pt x="8079" y="11728"/>
                </a:lnTo>
                <a:lnTo>
                  <a:pt x="8055" y="11801"/>
                </a:lnTo>
                <a:lnTo>
                  <a:pt x="8103" y="11850"/>
                </a:lnTo>
                <a:lnTo>
                  <a:pt x="8249" y="11947"/>
                </a:lnTo>
                <a:lnTo>
                  <a:pt x="8395" y="12045"/>
                </a:lnTo>
                <a:lnTo>
                  <a:pt x="8736" y="12166"/>
                </a:lnTo>
                <a:lnTo>
                  <a:pt x="8979" y="12239"/>
                </a:lnTo>
                <a:lnTo>
                  <a:pt x="9247" y="12312"/>
                </a:lnTo>
                <a:lnTo>
                  <a:pt x="9004" y="12629"/>
                </a:lnTo>
                <a:lnTo>
                  <a:pt x="8712" y="12580"/>
                </a:lnTo>
                <a:lnTo>
                  <a:pt x="8420" y="12531"/>
                </a:lnTo>
                <a:lnTo>
                  <a:pt x="8201" y="12458"/>
                </a:lnTo>
                <a:lnTo>
                  <a:pt x="8006" y="12361"/>
                </a:lnTo>
                <a:lnTo>
                  <a:pt x="7787" y="12239"/>
                </a:lnTo>
                <a:lnTo>
                  <a:pt x="7592" y="12142"/>
                </a:lnTo>
                <a:lnTo>
                  <a:pt x="7544" y="12142"/>
                </a:lnTo>
                <a:lnTo>
                  <a:pt x="7495" y="12166"/>
                </a:lnTo>
                <a:lnTo>
                  <a:pt x="7495" y="12215"/>
                </a:lnTo>
                <a:lnTo>
                  <a:pt x="7471" y="12264"/>
                </a:lnTo>
                <a:lnTo>
                  <a:pt x="7519" y="12385"/>
                </a:lnTo>
                <a:lnTo>
                  <a:pt x="7592" y="12507"/>
                </a:lnTo>
                <a:lnTo>
                  <a:pt x="7690" y="12604"/>
                </a:lnTo>
                <a:lnTo>
                  <a:pt x="7811" y="12677"/>
                </a:lnTo>
                <a:lnTo>
                  <a:pt x="8055" y="12823"/>
                </a:lnTo>
                <a:lnTo>
                  <a:pt x="8298" y="12921"/>
                </a:lnTo>
                <a:lnTo>
                  <a:pt x="8493" y="12994"/>
                </a:lnTo>
                <a:lnTo>
                  <a:pt x="8687" y="13018"/>
                </a:lnTo>
                <a:lnTo>
                  <a:pt x="8371" y="13407"/>
                </a:lnTo>
                <a:lnTo>
                  <a:pt x="8274" y="13310"/>
                </a:lnTo>
                <a:lnTo>
                  <a:pt x="8152" y="13261"/>
                </a:lnTo>
                <a:lnTo>
                  <a:pt x="7909" y="13188"/>
                </a:lnTo>
                <a:lnTo>
                  <a:pt x="7471" y="12994"/>
                </a:lnTo>
                <a:lnTo>
                  <a:pt x="7252" y="12921"/>
                </a:lnTo>
                <a:lnTo>
                  <a:pt x="7033" y="12896"/>
                </a:lnTo>
                <a:lnTo>
                  <a:pt x="7008" y="12896"/>
                </a:lnTo>
                <a:lnTo>
                  <a:pt x="7008" y="12945"/>
                </a:lnTo>
                <a:lnTo>
                  <a:pt x="7057" y="13042"/>
                </a:lnTo>
                <a:lnTo>
                  <a:pt x="7130" y="13115"/>
                </a:lnTo>
                <a:lnTo>
                  <a:pt x="7300" y="13261"/>
                </a:lnTo>
                <a:lnTo>
                  <a:pt x="7495" y="13359"/>
                </a:lnTo>
                <a:lnTo>
                  <a:pt x="7690" y="13456"/>
                </a:lnTo>
                <a:lnTo>
                  <a:pt x="7909" y="13578"/>
                </a:lnTo>
                <a:lnTo>
                  <a:pt x="8006" y="13626"/>
                </a:lnTo>
                <a:lnTo>
                  <a:pt x="8128" y="13675"/>
                </a:lnTo>
                <a:lnTo>
                  <a:pt x="7836" y="14016"/>
                </a:lnTo>
                <a:lnTo>
                  <a:pt x="7665" y="13967"/>
                </a:lnTo>
                <a:lnTo>
                  <a:pt x="7179" y="13724"/>
                </a:lnTo>
                <a:lnTo>
                  <a:pt x="6814" y="13553"/>
                </a:lnTo>
                <a:lnTo>
                  <a:pt x="6619" y="13480"/>
                </a:lnTo>
                <a:lnTo>
                  <a:pt x="6424" y="13480"/>
                </a:lnTo>
                <a:lnTo>
                  <a:pt x="6400" y="13505"/>
                </a:lnTo>
                <a:lnTo>
                  <a:pt x="6400" y="13553"/>
                </a:lnTo>
                <a:lnTo>
                  <a:pt x="6449" y="13651"/>
                </a:lnTo>
                <a:lnTo>
                  <a:pt x="6497" y="13724"/>
                </a:lnTo>
                <a:lnTo>
                  <a:pt x="6595" y="13821"/>
                </a:lnTo>
                <a:lnTo>
                  <a:pt x="6692" y="13894"/>
                </a:lnTo>
                <a:lnTo>
                  <a:pt x="6887" y="14016"/>
                </a:lnTo>
                <a:lnTo>
                  <a:pt x="7081" y="14137"/>
                </a:lnTo>
                <a:lnTo>
                  <a:pt x="7276" y="14235"/>
                </a:lnTo>
                <a:lnTo>
                  <a:pt x="7519" y="14381"/>
                </a:lnTo>
                <a:lnTo>
                  <a:pt x="7106" y="14843"/>
                </a:lnTo>
                <a:lnTo>
                  <a:pt x="6814" y="14697"/>
                </a:lnTo>
                <a:lnTo>
                  <a:pt x="6546" y="14527"/>
                </a:lnTo>
                <a:lnTo>
                  <a:pt x="6376" y="14405"/>
                </a:lnTo>
                <a:lnTo>
                  <a:pt x="6230" y="14259"/>
                </a:lnTo>
                <a:lnTo>
                  <a:pt x="6157" y="14162"/>
                </a:lnTo>
                <a:lnTo>
                  <a:pt x="6035" y="14064"/>
                </a:lnTo>
                <a:lnTo>
                  <a:pt x="5962" y="14064"/>
                </a:lnTo>
                <a:lnTo>
                  <a:pt x="5913" y="14089"/>
                </a:lnTo>
                <a:lnTo>
                  <a:pt x="5840" y="14186"/>
                </a:lnTo>
                <a:lnTo>
                  <a:pt x="5840" y="14283"/>
                </a:lnTo>
                <a:lnTo>
                  <a:pt x="5865" y="14381"/>
                </a:lnTo>
                <a:lnTo>
                  <a:pt x="5913" y="14478"/>
                </a:lnTo>
                <a:lnTo>
                  <a:pt x="6059" y="14673"/>
                </a:lnTo>
                <a:lnTo>
                  <a:pt x="6205" y="14794"/>
                </a:lnTo>
                <a:lnTo>
                  <a:pt x="6449" y="15013"/>
                </a:lnTo>
                <a:lnTo>
                  <a:pt x="6595" y="15135"/>
                </a:lnTo>
                <a:lnTo>
                  <a:pt x="6765" y="15208"/>
                </a:lnTo>
                <a:lnTo>
                  <a:pt x="6132" y="15816"/>
                </a:lnTo>
                <a:lnTo>
                  <a:pt x="5986" y="15573"/>
                </a:lnTo>
                <a:lnTo>
                  <a:pt x="5792" y="15354"/>
                </a:lnTo>
                <a:lnTo>
                  <a:pt x="5402" y="14916"/>
                </a:lnTo>
                <a:lnTo>
                  <a:pt x="5013" y="14527"/>
                </a:lnTo>
                <a:lnTo>
                  <a:pt x="4818" y="14332"/>
                </a:lnTo>
                <a:lnTo>
                  <a:pt x="4648" y="14113"/>
                </a:lnTo>
                <a:lnTo>
                  <a:pt x="4332" y="13724"/>
                </a:lnTo>
                <a:lnTo>
                  <a:pt x="3991" y="13359"/>
                </a:lnTo>
                <a:lnTo>
                  <a:pt x="3310" y="12629"/>
                </a:lnTo>
                <a:lnTo>
                  <a:pt x="2969" y="12264"/>
                </a:lnTo>
                <a:lnTo>
                  <a:pt x="2653" y="11874"/>
                </a:lnTo>
                <a:lnTo>
                  <a:pt x="2361" y="11485"/>
                </a:lnTo>
                <a:lnTo>
                  <a:pt x="2069" y="11071"/>
                </a:lnTo>
                <a:lnTo>
                  <a:pt x="1704" y="10439"/>
                </a:lnTo>
                <a:lnTo>
                  <a:pt x="1363" y="9757"/>
                </a:lnTo>
                <a:lnTo>
                  <a:pt x="1096" y="9052"/>
                </a:lnTo>
                <a:lnTo>
                  <a:pt x="974" y="8711"/>
                </a:lnTo>
                <a:lnTo>
                  <a:pt x="877" y="8346"/>
                </a:lnTo>
                <a:lnTo>
                  <a:pt x="779" y="7981"/>
                </a:lnTo>
                <a:lnTo>
                  <a:pt x="706" y="7616"/>
                </a:lnTo>
                <a:lnTo>
                  <a:pt x="633" y="7251"/>
                </a:lnTo>
                <a:lnTo>
                  <a:pt x="609" y="6862"/>
                </a:lnTo>
                <a:lnTo>
                  <a:pt x="585" y="6497"/>
                </a:lnTo>
                <a:lnTo>
                  <a:pt x="585" y="6132"/>
                </a:lnTo>
                <a:lnTo>
                  <a:pt x="585" y="5743"/>
                </a:lnTo>
                <a:lnTo>
                  <a:pt x="609" y="5378"/>
                </a:lnTo>
                <a:lnTo>
                  <a:pt x="682" y="4988"/>
                </a:lnTo>
                <a:lnTo>
                  <a:pt x="755" y="4599"/>
                </a:lnTo>
                <a:lnTo>
                  <a:pt x="877" y="4210"/>
                </a:lnTo>
                <a:lnTo>
                  <a:pt x="1023" y="3845"/>
                </a:lnTo>
                <a:lnTo>
                  <a:pt x="1193" y="3504"/>
                </a:lnTo>
                <a:lnTo>
                  <a:pt x="1363" y="3163"/>
                </a:lnTo>
                <a:lnTo>
                  <a:pt x="1582" y="2823"/>
                </a:lnTo>
                <a:lnTo>
                  <a:pt x="1826" y="2506"/>
                </a:lnTo>
                <a:lnTo>
                  <a:pt x="2093" y="2214"/>
                </a:lnTo>
                <a:lnTo>
                  <a:pt x="2361" y="1947"/>
                </a:lnTo>
                <a:lnTo>
                  <a:pt x="2653" y="1679"/>
                </a:lnTo>
                <a:lnTo>
                  <a:pt x="2969" y="1460"/>
                </a:lnTo>
                <a:lnTo>
                  <a:pt x="3310" y="1241"/>
                </a:lnTo>
                <a:lnTo>
                  <a:pt x="3650" y="1047"/>
                </a:lnTo>
                <a:lnTo>
                  <a:pt x="4015" y="901"/>
                </a:lnTo>
                <a:lnTo>
                  <a:pt x="4405" y="755"/>
                </a:lnTo>
                <a:lnTo>
                  <a:pt x="4770" y="657"/>
                </a:lnTo>
                <a:lnTo>
                  <a:pt x="5159" y="584"/>
                </a:lnTo>
                <a:lnTo>
                  <a:pt x="5524" y="536"/>
                </a:lnTo>
                <a:close/>
                <a:moveTo>
                  <a:pt x="5646" y="0"/>
                </a:moveTo>
                <a:lnTo>
                  <a:pt x="5256" y="49"/>
                </a:lnTo>
                <a:lnTo>
                  <a:pt x="4843" y="98"/>
                </a:lnTo>
                <a:lnTo>
                  <a:pt x="4453" y="195"/>
                </a:lnTo>
                <a:lnTo>
                  <a:pt x="4088" y="317"/>
                </a:lnTo>
                <a:lnTo>
                  <a:pt x="3723" y="438"/>
                </a:lnTo>
                <a:lnTo>
                  <a:pt x="3359" y="609"/>
                </a:lnTo>
                <a:lnTo>
                  <a:pt x="2994" y="803"/>
                </a:lnTo>
                <a:lnTo>
                  <a:pt x="2653" y="998"/>
                </a:lnTo>
                <a:lnTo>
                  <a:pt x="2337" y="1241"/>
                </a:lnTo>
                <a:lnTo>
                  <a:pt x="2020" y="1509"/>
                </a:lnTo>
                <a:lnTo>
                  <a:pt x="1728" y="1776"/>
                </a:lnTo>
                <a:lnTo>
                  <a:pt x="1461" y="2093"/>
                </a:lnTo>
                <a:lnTo>
                  <a:pt x="1193" y="2409"/>
                </a:lnTo>
                <a:lnTo>
                  <a:pt x="925" y="2798"/>
                </a:lnTo>
                <a:lnTo>
                  <a:pt x="682" y="3188"/>
                </a:lnTo>
                <a:lnTo>
                  <a:pt x="487" y="3601"/>
                </a:lnTo>
                <a:lnTo>
                  <a:pt x="341" y="4015"/>
                </a:lnTo>
                <a:lnTo>
                  <a:pt x="220" y="4453"/>
                </a:lnTo>
                <a:lnTo>
                  <a:pt x="122" y="4891"/>
                </a:lnTo>
                <a:lnTo>
                  <a:pt x="49" y="5329"/>
                </a:lnTo>
                <a:lnTo>
                  <a:pt x="25" y="5791"/>
                </a:lnTo>
                <a:lnTo>
                  <a:pt x="1" y="6254"/>
                </a:lnTo>
                <a:lnTo>
                  <a:pt x="25" y="6692"/>
                </a:lnTo>
                <a:lnTo>
                  <a:pt x="74" y="7154"/>
                </a:lnTo>
                <a:lnTo>
                  <a:pt x="122" y="7616"/>
                </a:lnTo>
                <a:lnTo>
                  <a:pt x="220" y="8054"/>
                </a:lnTo>
                <a:lnTo>
                  <a:pt x="317" y="8492"/>
                </a:lnTo>
                <a:lnTo>
                  <a:pt x="463" y="8930"/>
                </a:lnTo>
                <a:lnTo>
                  <a:pt x="609" y="9368"/>
                </a:lnTo>
                <a:lnTo>
                  <a:pt x="779" y="9806"/>
                </a:lnTo>
                <a:lnTo>
                  <a:pt x="974" y="10244"/>
                </a:lnTo>
                <a:lnTo>
                  <a:pt x="1193" y="10682"/>
                </a:lnTo>
                <a:lnTo>
                  <a:pt x="1412" y="11096"/>
                </a:lnTo>
                <a:lnTo>
                  <a:pt x="1680" y="11509"/>
                </a:lnTo>
                <a:lnTo>
                  <a:pt x="1947" y="11899"/>
                </a:lnTo>
                <a:lnTo>
                  <a:pt x="2239" y="12288"/>
                </a:lnTo>
                <a:lnTo>
                  <a:pt x="2531" y="12677"/>
                </a:lnTo>
                <a:lnTo>
                  <a:pt x="2969" y="13213"/>
                </a:lnTo>
                <a:lnTo>
                  <a:pt x="3407" y="13748"/>
                </a:lnTo>
                <a:lnTo>
                  <a:pt x="3626" y="14040"/>
                </a:lnTo>
                <a:lnTo>
                  <a:pt x="3869" y="14283"/>
                </a:lnTo>
                <a:lnTo>
                  <a:pt x="4113" y="14527"/>
                </a:lnTo>
                <a:lnTo>
                  <a:pt x="4380" y="14746"/>
                </a:lnTo>
                <a:lnTo>
                  <a:pt x="4502" y="14867"/>
                </a:lnTo>
                <a:lnTo>
                  <a:pt x="4697" y="15086"/>
                </a:lnTo>
                <a:lnTo>
                  <a:pt x="5159" y="15622"/>
                </a:lnTo>
                <a:lnTo>
                  <a:pt x="5621" y="16133"/>
                </a:lnTo>
                <a:lnTo>
                  <a:pt x="5792" y="16303"/>
                </a:lnTo>
                <a:lnTo>
                  <a:pt x="5865" y="16352"/>
                </a:lnTo>
                <a:lnTo>
                  <a:pt x="5913" y="16352"/>
                </a:lnTo>
                <a:lnTo>
                  <a:pt x="6084" y="16327"/>
                </a:lnTo>
                <a:lnTo>
                  <a:pt x="6230" y="16279"/>
                </a:lnTo>
                <a:lnTo>
                  <a:pt x="6351" y="16230"/>
                </a:lnTo>
                <a:lnTo>
                  <a:pt x="6473" y="16157"/>
                </a:lnTo>
                <a:lnTo>
                  <a:pt x="6716" y="15962"/>
                </a:lnTo>
                <a:lnTo>
                  <a:pt x="6911" y="15743"/>
                </a:lnTo>
                <a:lnTo>
                  <a:pt x="8176" y="14259"/>
                </a:lnTo>
                <a:lnTo>
                  <a:pt x="8833" y="13480"/>
                </a:lnTo>
                <a:lnTo>
                  <a:pt x="9466" y="12677"/>
                </a:lnTo>
                <a:lnTo>
                  <a:pt x="10074" y="11874"/>
                </a:lnTo>
                <a:lnTo>
                  <a:pt x="10634" y="11023"/>
                </a:lnTo>
                <a:lnTo>
                  <a:pt x="10877" y="10609"/>
                </a:lnTo>
                <a:lnTo>
                  <a:pt x="11121" y="10195"/>
                </a:lnTo>
                <a:lnTo>
                  <a:pt x="11340" y="9782"/>
                </a:lnTo>
                <a:lnTo>
                  <a:pt x="11534" y="9344"/>
                </a:lnTo>
                <a:lnTo>
                  <a:pt x="11704" y="8930"/>
                </a:lnTo>
                <a:lnTo>
                  <a:pt x="11875" y="8492"/>
                </a:lnTo>
                <a:lnTo>
                  <a:pt x="12021" y="8030"/>
                </a:lnTo>
                <a:lnTo>
                  <a:pt x="12118" y="7592"/>
                </a:lnTo>
                <a:lnTo>
                  <a:pt x="12215" y="7130"/>
                </a:lnTo>
                <a:lnTo>
                  <a:pt x="12264" y="6667"/>
                </a:lnTo>
                <a:lnTo>
                  <a:pt x="12288" y="6205"/>
                </a:lnTo>
                <a:lnTo>
                  <a:pt x="12288" y="5743"/>
                </a:lnTo>
                <a:lnTo>
                  <a:pt x="12240" y="5280"/>
                </a:lnTo>
                <a:lnTo>
                  <a:pt x="12167" y="4818"/>
                </a:lnTo>
                <a:lnTo>
                  <a:pt x="12045" y="4380"/>
                </a:lnTo>
                <a:lnTo>
                  <a:pt x="11899" y="3918"/>
                </a:lnTo>
                <a:lnTo>
                  <a:pt x="11729" y="3528"/>
                </a:lnTo>
                <a:lnTo>
                  <a:pt x="11534" y="3163"/>
                </a:lnTo>
                <a:lnTo>
                  <a:pt x="11315" y="2798"/>
                </a:lnTo>
                <a:lnTo>
                  <a:pt x="11096" y="2458"/>
                </a:lnTo>
                <a:lnTo>
                  <a:pt x="10829" y="2141"/>
                </a:lnTo>
                <a:lnTo>
                  <a:pt x="10537" y="1825"/>
                </a:lnTo>
                <a:lnTo>
                  <a:pt x="10245" y="1557"/>
                </a:lnTo>
                <a:lnTo>
                  <a:pt x="9928" y="1290"/>
                </a:lnTo>
                <a:lnTo>
                  <a:pt x="9588" y="1047"/>
                </a:lnTo>
                <a:lnTo>
                  <a:pt x="9223" y="828"/>
                </a:lnTo>
                <a:lnTo>
                  <a:pt x="8858" y="633"/>
                </a:lnTo>
                <a:lnTo>
                  <a:pt x="8493" y="463"/>
                </a:lnTo>
                <a:lnTo>
                  <a:pt x="8103" y="317"/>
                </a:lnTo>
                <a:lnTo>
                  <a:pt x="7714" y="195"/>
                </a:lnTo>
                <a:lnTo>
                  <a:pt x="7300" y="98"/>
                </a:lnTo>
                <a:lnTo>
                  <a:pt x="6887" y="49"/>
                </a:lnTo>
                <a:lnTo>
                  <a:pt x="6473" y="0"/>
                </a:lnTo>
                <a:close/>
              </a:path>
            </a:pathLst>
          </a:custGeom>
          <a:solidFill>
            <a:srgbClr val="666666"/>
          </a:solidFill>
          <a:ln>
            <a:noFill/>
          </a:ln>
        </p:spPr>
        <p:txBody>
          <a:bodyPr spcFirstLastPara="1" wrap="square" lIns="91425" tIns="91425" rIns="91425" bIns="91425" anchor="ctr" anchorCtr="0">
            <a:noAutofit/>
          </a:bodyPr>
          <a:lstStyle/>
          <a:p>
            <a:pPr>
              <a:buClr>
                <a:srgbClr val="000000"/>
              </a:buClr>
              <a:buFont typeface="Arial"/>
              <a:buNone/>
            </a:pPr>
            <a:endParaRPr sz="1400" kern="0" dirty="0">
              <a:solidFill>
                <a:srgbClr val="000000"/>
              </a:solidFill>
              <a:cs typeface="Arial"/>
              <a:sym typeface="Arial"/>
            </a:endParaRPr>
          </a:p>
        </p:txBody>
      </p:sp>
      <p:sp>
        <p:nvSpPr>
          <p:cNvPr id="4" name="TextBox 3"/>
          <p:cNvSpPr txBox="1"/>
          <p:nvPr/>
        </p:nvSpPr>
        <p:spPr>
          <a:xfrm>
            <a:off x="1518303" y="2161026"/>
            <a:ext cx="5867400" cy="707886"/>
          </a:xfrm>
          <a:prstGeom prst="rect">
            <a:avLst/>
          </a:prstGeom>
          <a:noFill/>
        </p:spPr>
        <p:txBody>
          <a:bodyPr wrap="square" rtlCol="0">
            <a:spAutoFit/>
          </a:bodyPr>
          <a:lstStyle/>
          <a:p>
            <a:pPr algn="ctr"/>
            <a:r>
              <a:rPr lang="en-US" sz="4000" dirty="0">
                <a:solidFill>
                  <a:schemeClr val="bg1"/>
                </a:solidFill>
                <a:latin typeface="Segoe UI" pitchFamily="34" charset="0"/>
                <a:ea typeface="Segoe UI" pitchFamily="34" charset="0"/>
                <a:cs typeface="Segoe UI" pitchFamily="34" charset="0"/>
              </a:rPr>
              <a:t>Q&amp;A</a:t>
            </a:r>
          </a:p>
        </p:txBody>
      </p:sp>
    </p:spTree>
    <p:extLst>
      <p:ext uri="{BB962C8B-B14F-4D97-AF65-F5344CB8AC3E}">
        <p14:creationId xmlns:p14="http://schemas.microsoft.com/office/powerpoint/2010/main" val="2645672660"/>
      </p:ext>
    </p:extLst>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Eglamou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c808d36-874f-4b27-aec2-2fd649817929" xsi:nil="true"/>
    <lcf76f155ced4ddcb4097134ff3c332f xmlns="f2466082-b6bf-4153-98c3-3c41e85fda1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6CE710-A902-4782-88C8-87AB82C50BFF}">
  <ds:schemaRefs>
    <ds:schemaRef ds:uri="http://schemas.microsoft.com/office/2006/metadata/properties"/>
    <ds:schemaRef ds:uri="http://purl.org/dc/elements/1.1/"/>
    <ds:schemaRef ds:uri="http://purl.org/dc/dcmitype/"/>
    <ds:schemaRef ds:uri="dc808d36-874f-4b27-aec2-2fd649817929"/>
    <ds:schemaRef ds:uri="http://schemas.microsoft.com/office/infopath/2007/PartnerControls"/>
    <ds:schemaRef ds:uri="http://schemas.microsoft.com/office/2006/documentManagement/types"/>
    <ds:schemaRef ds:uri="ba2e8617-29ee-40b9-b822-c9e0f853d80d"/>
    <ds:schemaRef ds:uri="http://schemas.openxmlformats.org/package/2006/metadata/core-properties"/>
    <ds:schemaRef ds:uri="http://www.w3.org/XML/1998/namespace"/>
    <ds:schemaRef ds:uri="http://purl.org/dc/terms/"/>
    <ds:schemaRef ds:uri="f2466082-b6bf-4153-98c3-3c41e85fda18"/>
  </ds:schemaRefs>
</ds:datastoreItem>
</file>

<file path=customXml/itemProps2.xml><?xml version="1.0" encoding="utf-8"?>
<ds:datastoreItem xmlns:ds="http://schemas.openxmlformats.org/officeDocument/2006/customXml" ds:itemID="{17D3E64F-0251-4D9B-935D-8DD0956EB72F}"/>
</file>

<file path=customXml/itemProps3.xml><?xml version="1.0" encoding="utf-8"?>
<ds:datastoreItem xmlns:ds="http://schemas.openxmlformats.org/officeDocument/2006/customXml" ds:itemID="{EB2CA712-DB8D-4621-B2A5-2B37108E047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965</TotalTime>
  <Words>5428</Words>
  <Application>Microsoft Office PowerPoint</Application>
  <PresentationFormat>On-screen Show (16:9)</PresentationFormat>
  <Paragraphs>485</Paragraphs>
  <Slides>49</Slides>
  <Notes>49</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49</vt:i4>
      </vt:variant>
    </vt:vector>
  </HeadingPairs>
  <TitlesOfParts>
    <vt:vector size="61" baseType="lpstr">
      <vt:lpstr>Arial</vt:lpstr>
      <vt:lpstr>Calibri</vt:lpstr>
      <vt:lpstr>Lao UI</vt:lpstr>
      <vt:lpstr>Lato Hairline</vt:lpstr>
      <vt:lpstr>Lato Light</vt:lpstr>
      <vt:lpstr>Segoe UI</vt:lpstr>
      <vt:lpstr>Trade Gothic</vt:lpstr>
      <vt:lpstr>Verdana</vt:lpstr>
      <vt:lpstr>Wingdings</vt:lpstr>
      <vt:lpstr>Office Theme</vt:lpstr>
      <vt:lpstr>Eglamour template</vt:lpstr>
      <vt:lpstr>1_Eglamour template</vt:lpstr>
      <vt:lpstr>Federal Rules and Regulations: </vt:lpstr>
      <vt:lpstr>Administrative Requirements</vt:lpstr>
      <vt:lpstr>Grantee System Standards</vt:lpstr>
      <vt:lpstr>Financial Management System</vt:lpstr>
      <vt:lpstr>Suspension &amp; Debarment </vt:lpstr>
      <vt:lpstr>Procurement</vt:lpstr>
      <vt:lpstr>PowerPoint Presentation</vt:lpstr>
      <vt:lpstr>PowerPoint Presentation</vt:lpstr>
      <vt:lpstr>PowerPoint Presentation</vt:lpstr>
      <vt:lpstr>PowerPoint Presentation</vt:lpstr>
      <vt:lpstr>Telecommunications</vt:lpstr>
      <vt:lpstr>Ineligible Commodities</vt:lpstr>
      <vt:lpstr>Restricted Commodities</vt:lpstr>
      <vt:lpstr>Geographic Code</vt:lpstr>
      <vt:lpstr>PowerPoint Presentation</vt:lpstr>
      <vt:lpstr>PowerPoint Presentation</vt:lpstr>
      <vt:lpstr>PowerPoint Presentation</vt:lpstr>
      <vt:lpstr>Mandatory as Applicable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 Test of Allowability</vt:lpstr>
      <vt:lpstr>PowerPoint Presentation</vt:lpstr>
      <vt:lpstr>PowerPoint Presentation</vt:lpstr>
      <vt:lpstr>PowerPoint Presentation</vt:lpstr>
      <vt:lpstr>PowerPoint Presentation</vt:lpstr>
      <vt:lpstr>Allowability &amp; Supporting Documentation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Rules and Regulations:</dc:title>
  <dc:creator>Abigail Shepard- Moore</dc:creator>
  <cp:lastModifiedBy>Danielle Martin</cp:lastModifiedBy>
  <cp:revision>3</cp:revision>
  <dcterms:created xsi:type="dcterms:W3CDTF">2019-06-24T13:16:26Z</dcterms:created>
  <dcterms:modified xsi:type="dcterms:W3CDTF">2023-03-22T08:11:31Z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13945400</vt:r8>
  </property>
  <property fmtid="{D5CDD505-2E9C-101B-9397-08002B2CF9AE}" pid="4" name="MediaServiceImageTags">
    <vt:lpwstr/>
  </property>
</Properties>
</file>