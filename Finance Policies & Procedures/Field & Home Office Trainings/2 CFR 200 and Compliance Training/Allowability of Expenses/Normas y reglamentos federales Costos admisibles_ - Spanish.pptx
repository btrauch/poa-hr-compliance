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1" r:id="rId6"/>
  </p:sldMasterIdLst>
  <p:notesMasterIdLst>
    <p:notesMasterId r:id="rId48"/>
  </p:notesMasterIdLst>
  <p:sldIdLst>
    <p:sldId id="257" r:id="rId7"/>
    <p:sldId id="263" r:id="rId8"/>
    <p:sldId id="264" r:id="rId9"/>
    <p:sldId id="265" r:id="rId10"/>
    <p:sldId id="273" r:id="rId11"/>
    <p:sldId id="274" r:id="rId12"/>
    <p:sldId id="291" r:id="rId13"/>
    <p:sldId id="275" r:id="rId14"/>
    <p:sldId id="284" r:id="rId15"/>
    <p:sldId id="285" r:id="rId16"/>
    <p:sldId id="276" r:id="rId17"/>
    <p:sldId id="315" r:id="rId18"/>
    <p:sldId id="316" r:id="rId19"/>
    <p:sldId id="278" r:id="rId20"/>
    <p:sldId id="287" r:id="rId21"/>
    <p:sldId id="290" r:id="rId22"/>
    <p:sldId id="292" r:id="rId23"/>
    <p:sldId id="293" r:id="rId24"/>
    <p:sldId id="294" r:id="rId25"/>
    <p:sldId id="295" r:id="rId26"/>
    <p:sldId id="297" r:id="rId27"/>
    <p:sldId id="296" r:id="rId28"/>
    <p:sldId id="298" r:id="rId29"/>
    <p:sldId id="306" r:id="rId30"/>
    <p:sldId id="300" r:id="rId31"/>
    <p:sldId id="305" r:id="rId32"/>
    <p:sldId id="301" r:id="rId33"/>
    <p:sldId id="302" r:id="rId34"/>
    <p:sldId id="303" r:id="rId35"/>
    <p:sldId id="304" r:id="rId36"/>
    <p:sldId id="318" r:id="rId37"/>
    <p:sldId id="307" r:id="rId38"/>
    <p:sldId id="308" r:id="rId39"/>
    <p:sldId id="309" r:id="rId40"/>
    <p:sldId id="310" r:id="rId41"/>
    <p:sldId id="311" r:id="rId42"/>
    <p:sldId id="317" r:id="rId43"/>
    <p:sldId id="312" r:id="rId44"/>
    <p:sldId id="313" r:id="rId45"/>
    <p:sldId id="314" r:id="rId46"/>
    <p:sldId id="283" r:id="rId4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A746"/>
    <a:srgbClr val="DEAE58"/>
    <a:srgbClr val="E16EE4"/>
    <a:srgbClr val="00B2D0"/>
    <a:srgbClr val="5FACB9"/>
    <a:srgbClr val="F8A15A"/>
    <a:srgbClr val="FCCFAA"/>
    <a:srgbClr val="00C9DA"/>
    <a:srgbClr val="8BCBC0"/>
    <a:srgbClr val="75D1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07B17C-DCED-6029-BBB3-0E8B788DEFBD}" v="113" dt="2023-01-23T20:27:04.504"/>
    <p1510:client id="{4F523F52-28BD-480D-8E78-992217190931}" v="1" dt="2023-01-24T02:15:48.865"/>
    <p1510:client id="{B25631B7-14F0-E292-5827-882C6ACED98F}" v="172" dt="2023-01-23T23:40:40.323"/>
    <p1510:client id="{BC45F2DC-2C6C-C80D-31D6-B2509A1E90F4}" v="49" dt="2023-01-23T22:57:38.893"/>
    <p1510:client id="{D6605F0B-7130-4859-AC56-E361233189C9}" v="682" dt="2023-01-23T21:05:39.0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662" y="34"/>
      </p:cViewPr>
      <p:guideLst>
        <p:guide orient="horz" pos="162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ie Verganza" userId="ffc5f8f4-b46c-4eb7-ad0a-4bc869c58a2c" providerId="ADAL" clId="{061D9593-4CA5-451D-B1B2-98B28B165DDF}"/>
    <pc:docChg chg="undo custSel addSld modSld">
      <pc:chgData name="Stephanie Verganza" userId="ffc5f8f4-b46c-4eb7-ad0a-4bc869c58a2c" providerId="ADAL" clId="{061D9593-4CA5-451D-B1B2-98B28B165DDF}" dt="2020-01-09T13:33:05.552" v="355" actId="20577"/>
      <pc:docMkLst>
        <pc:docMk/>
      </pc:docMkLst>
      <pc:sldChg chg="modSp add">
        <pc:chgData name="Stephanie Verganza" userId="ffc5f8f4-b46c-4eb7-ad0a-4bc869c58a2c" providerId="ADAL" clId="{061D9593-4CA5-451D-B1B2-98B28B165DDF}" dt="2020-01-09T00:30:51.150" v="1" actId="20577"/>
        <pc:sldMkLst>
          <pc:docMk/>
          <pc:sldMk cId="1256478544" sldId="286"/>
        </pc:sldMkLst>
        <pc:spChg chg="mod">
          <ac:chgData name="Stephanie Verganza" userId="ffc5f8f4-b46c-4eb7-ad0a-4bc869c58a2c" providerId="ADAL" clId="{061D9593-4CA5-451D-B1B2-98B28B165DDF}" dt="2020-01-09T00:30:51.150" v="1" actId="20577"/>
          <ac:spMkLst>
            <pc:docMk/>
            <pc:sldMk cId="1256478544" sldId="286"/>
            <ac:spMk id="67" creationId="{00000000-0000-0000-0000-000000000000}"/>
          </ac:spMkLst>
        </pc:spChg>
      </pc:sldChg>
      <pc:sldChg chg="addSp delSp modSp add modNotesTx">
        <pc:chgData name="Stephanie Verganza" userId="ffc5f8f4-b46c-4eb7-ad0a-4bc869c58a2c" providerId="ADAL" clId="{061D9593-4CA5-451D-B1B2-98B28B165DDF}" dt="2020-01-09T00:41:53.558" v="321" actId="20577"/>
        <pc:sldMkLst>
          <pc:docMk/>
          <pc:sldMk cId="1922730267" sldId="287"/>
        </pc:sldMkLst>
        <pc:spChg chg="add del mod">
          <ac:chgData name="Stephanie Verganza" userId="ffc5f8f4-b46c-4eb7-ad0a-4bc869c58a2c" providerId="ADAL" clId="{061D9593-4CA5-451D-B1B2-98B28B165DDF}" dt="2020-01-09T00:34:16.269" v="70" actId="20577"/>
          <ac:spMkLst>
            <pc:docMk/>
            <pc:sldMk cId="1922730267" sldId="287"/>
            <ac:spMk id="6" creationId="{00000000-0000-0000-0000-000000000000}"/>
          </ac:spMkLst>
        </pc:spChg>
        <pc:spChg chg="mod">
          <ac:chgData name="Stephanie Verganza" userId="ffc5f8f4-b46c-4eb7-ad0a-4bc869c58a2c" providerId="ADAL" clId="{061D9593-4CA5-451D-B1B2-98B28B165DDF}" dt="2020-01-09T00:33:37.612" v="59" actId="20577"/>
          <ac:spMkLst>
            <pc:docMk/>
            <pc:sldMk cId="1922730267" sldId="287"/>
            <ac:spMk id="199" creationId="{00000000-0000-0000-0000-000000000000}"/>
          </ac:spMkLst>
        </pc:spChg>
        <pc:spChg chg="mod">
          <ac:chgData name="Stephanie Verganza" userId="ffc5f8f4-b46c-4eb7-ad0a-4bc869c58a2c" providerId="ADAL" clId="{061D9593-4CA5-451D-B1B2-98B28B165DDF}" dt="2020-01-09T00:41:12.773" v="313" actId="313"/>
          <ac:spMkLst>
            <pc:docMk/>
            <pc:sldMk cId="1922730267" sldId="287"/>
            <ac:spMk id="200" creationId="{00000000-0000-0000-0000-000000000000}"/>
          </ac:spMkLst>
        </pc:spChg>
      </pc:sldChg>
      <pc:sldChg chg="modSp add modNotesTx">
        <pc:chgData name="Stephanie Verganza" userId="ffc5f8f4-b46c-4eb7-ad0a-4bc869c58a2c" providerId="ADAL" clId="{061D9593-4CA5-451D-B1B2-98B28B165DDF}" dt="2020-01-09T13:33:05.552" v="355" actId="20577"/>
        <pc:sldMkLst>
          <pc:docMk/>
          <pc:sldMk cId="3085414058" sldId="288"/>
        </pc:sldMkLst>
        <pc:spChg chg="mod">
          <ac:chgData name="Stephanie Verganza" userId="ffc5f8f4-b46c-4eb7-ad0a-4bc869c58a2c" providerId="ADAL" clId="{061D9593-4CA5-451D-B1B2-98B28B165DDF}" dt="2020-01-09T13:32:22.940" v="349" actId="20577"/>
          <ac:spMkLst>
            <pc:docMk/>
            <pc:sldMk cId="3085414058" sldId="288"/>
            <ac:spMk id="6" creationId="{00000000-0000-0000-0000-000000000000}"/>
          </ac:spMkLst>
        </pc:spChg>
        <pc:spChg chg="mod">
          <ac:chgData name="Stephanie Verganza" userId="ffc5f8f4-b46c-4eb7-ad0a-4bc869c58a2c" providerId="ADAL" clId="{061D9593-4CA5-451D-B1B2-98B28B165DDF}" dt="2020-01-09T13:33:05.552" v="355" actId="20577"/>
          <ac:spMkLst>
            <pc:docMk/>
            <pc:sldMk cId="3085414058" sldId="288"/>
            <ac:spMk id="7" creationId="{00000000-0000-0000-0000-000000000000}"/>
          </ac:spMkLst>
        </pc:spChg>
        <pc:spChg chg="mod">
          <ac:chgData name="Stephanie Verganza" userId="ffc5f8f4-b46c-4eb7-ad0a-4bc869c58a2c" providerId="ADAL" clId="{061D9593-4CA5-451D-B1B2-98B28B165DDF}" dt="2020-01-09T13:32:04.622" v="338" actId="207"/>
          <ac:spMkLst>
            <pc:docMk/>
            <pc:sldMk cId="3085414058" sldId="288"/>
            <ac:spMk id="200" creationId="{00000000-0000-0000-0000-000000000000}"/>
          </ac:spMkLst>
        </pc:spChg>
      </pc:sldChg>
    </pc:docChg>
  </pc:docChgLst>
  <pc:docChgLst>
    <pc:chgData name="Megan Ash" userId="S::mash@partners.net::6f1afe83-cafa-44c1-84c8-e8b5d4a60212" providerId="AD" clId="Web-{1907B17C-DCED-6029-BBB3-0E8B788DEFBD}"/>
    <pc:docChg chg="modSld">
      <pc:chgData name="Megan Ash" userId="S::mash@partners.net::6f1afe83-cafa-44c1-84c8-e8b5d4a60212" providerId="AD" clId="Web-{1907B17C-DCED-6029-BBB3-0E8B788DEFBD}" dt="2023-01-23T20:27:04.504" v="112" actId="20577"/>
      <pc:docMkLst>
        <pc:docMk/>
      </pc:docMkLst>
      <pc:sldChg chg="delSp modSp">
        <pc:chgData name="Megan Ash" userId="S::mash@partners.net::6f1afe83-cafa-44c1-84c8-e8b5d4a60212" providerId="AD" clId="Web-{1907B17C-DCED-6029-BBB3-0E8B788DEFBD}" dt="2023-01-23T20:23:49.123" v="2" actId="20577"/>
        <pc:sldMkLst>
          <pc:docMk/>
          <pc:sldMk cId="3963571660" sldId="257"/>
        </pc:sldMkLst>
        <pc:spChg chg="del">
          <ac:chgData name="Megan Ash" userId="S::mash@partners.net::6f1afe83-cafa-44c1-84c8-e8b5d4a60212" providerId="AD" clId="Web-{1907B17C-DCED-6029-BBB3-0E8B788DEFBD}" dt="2023-01-23T20:22:45.700" v="0"/>
          <ac:spMkLst>
            <pc:docMk/>
            <pc:sldMk cId="3963571660" sldId="257"/>
            <ac:spMk id="7" creationId="{00000000-0000-0000-0000-000000000000}"/>
          </ac:spMkLst>
        </pc:spChg>
        <pc:spChg chg="mod">
          <ac:chgData name="Megan Ash" userId="S::mash@partners.net::6f1afe83-cafa-44c1-84c8-e8b5d4a60212" providerId="AD" clId="Web-{1907B17C-DCED-6029-BBB3-0E8B788DEFBD}" dt="2023-01-23T20:23:49.123" v="2" actId="20577"/>
          <ac:spMkLst>
            <pc:docMk/>
            <pc:sldMk cId="3963571660" sldId="257"/>
            <ac:spMk id="60" creationId="{00000000-0000-0000-0000-000000000000}"/>
          </ac:spMkLst>
        </pc:spChg>
      </pc:sldChg>
      <pc:sldChg chg="modSp">
        <pc:chgData name="Megan Ash" userId="S::mash@partners.net::6f1afe83-cafa-44c1-84c8-e8b5d4a60212" providerId="AD" clId="Web-{1907B17C-DCED-6029-BBB3-0E8B788DEFBD}" dt="2023-01-23T20:27:04.504" v="112" actId="20577"/>
        <pc:sldMkLst>
          <pc:docMk/>
          <pc:sldMk cId="4292549403" sldId="264"/>
        </pc:sldMkLst>
        <pc:spChg chg="mod">
          <ac:chgData name="Megan Ash" userId="S::mash@partners.net::6f1afe83-cafa-44c1-84c8-e8b5d4a60212" providerId="AD" clId="Web-{1907B17C-DCED-6029-BBB3-0E8B788DEFBD}" dt="2023-01-23T20:27:04.504" v="112" actId="20577"/>
          <ac:spMkLst>
            <pc:docMk/>
            <pc:sldMk cId="4292549403" sldId="264"/>
            <ac:spMk id="95" creationId="{00000000-0000-0000-0000-000000000000}"/>
          </ac:spMkLst>
        </pc:spChg>
      </pc:sldChg>
    </pc:docChg>
  </pc:docChgLst>
  <pc:docChgLst>
    <pc:chgData name="Danielle Martin" userId="04f63225-1d27-46ab-9c7c-1c8b513bed32" providerId="ADAL" clId="{D6605F0B-7130-4859-AC56-E361233189C9}"/>
    <pc:docChg chg="undo custSel addSld modSld">
      <pc:chgData name="Danielle Martin" userId="04f63225-1d27-46ab-9c7c-1c8b513bed32" providerId="ADAL" clId="{D6605F0B-7130-4859-AC56-E361233189C9}" dt="2023-01-23T21:05:39.015" v="673" actId="20577"/>
      <pc:docMkLst>
        <pc:docMk/>
      </pc:docMkLst>
      <pc:sldChg chg="modSp mod">
        <pc:chgData name="Danielle Martin" userId="04f63225-1d27-46ab-9c7c-1c8b513bed32" providerId="ADAL" clId="{D6605F0B-7130-4859-AC56-E361233189C9}" dt="2023-01-23T21:05:39.015" v="673" actId="20577"/>
        <pc:sldMkLst>
          <pc:docMk/>
          <pc:sldMk cId="3963571660" sldId="257"/>
        </pc:sldMkLst>
        <pc:spChg chg="mod">
          <ac:chgData name="Danielle Martin" userId="04f63225-1d27-46ab-9c7c-1c8b513bed32" providerId="ADAL" clId="{D6605F0B-7130-4859-AC56-E361233189C9}" dt="2023-01-23T21:05:39.015" v="673" actId="20577"/>
          <ac:spMkLst>
            <pc:docMk/>
            <pc:sldMk cId="3963571660" sldId="257"/>
            <ac:spMk id="2" creationId="{00000000-0000-0000-0000-000000000000}"/>
          </ac:spMkLst>
        </pc:spChg>
      </pc:sldChg>
      <pc:sldChg chg="modSp mod">
        <pc:chgData name="Danielle Martin" userId="04f63225-1d27-46ab-9c7c-1c8b513bed32" providerId="ADAL" clId="{D6605F0B-7130-4859-AC56-E361233189C9}" dt="2023-01-23T20:23:59.116" v="69" actId="20577"/>
        <pc:sldMkLst>
          <pc:docMk/>
          <pc:sldMk cId="4292549403" sldId="264"/>
        </pc:sldMkLst>
        <pc:spChg chg="mod">
          <ac:chgData name="Danielle Martin" userId="04f63225-1d27-46ab-9c7c-1c8b513bed32" providerId="ADAL" clId="{D6605F0B-7130-4859-AC56-E361233189C9}" dt="2023-01-23T20:23:59.116" v="69" actId="20577"/>
          <ac:spMkLst>
            <pc:docMk/>
            <pc:sldMk cId="4292549403" sldId="264"/>
            <ac:spMk id="95" creationId="{00000000-0000-0000-0000-000000000000}"/>
          </ac:spMkLst>
        </pc:spChg>
      </pc:sldChg>
      <pc:sldChg chg="modSp mod">
        <pc:chgData name="Danielle Martin" userId="04f63225-1d27-46ab-9c7c-1c8b513bed32" providerId="ADAL" clId="{D6605F0B-7130-4859-AC56-E361233189C9}" dt="2023-01-23T21:05:12.071" v="672" actId="14100"/>
        <pc:sldMkLst>
          <pc:docMk/>
          <pc:sldMk cId="2429378618" sldId="265"/>
        </pc:sldMkLst>
        <pc:spChg chg="mod">
          <ac:chgData name="Danielle Martin" userId="04f63225-1d27-46ab-9c7c-1c8b513bed32" providerId="ADAL" clId="{D6605F0B-7130-4859-AC56-E361233189C9}" dt="2023-01-23T21:05:12.071" v="672" actId="14100"/>
          <ac:spMkLst>
            <pc:docMk/>
            <pc:sldMk cId="2429378618" sldId="265"/>
            <ac:spMk id="67" creationId="{00000000-0000-0000-0000-000000000000}"/>
          </ac:spMkLst>
        </pc:spChg>
      </pc:sldChg>
      <pc:sldChg chg="modSp mod">
        <pc:chgData name="Danielle Martin" userId="04f63225-1d27-46ab-9c7c-1c8b513bed32" providerId="ADAL" clId="{D6605F0B-7130-4859-AC56-E361233189C9}" dt="2023-01-23T20:25:53.637" v="71" actId="20577"/>
        <pc:sldMkLst>
          <pc:docMk/>
          <pc:sldMk cId="1771842136" sldId="273"/>
        </pc:sldMkLst>
        <pc:spChg chg="mod">
          <ac:chgData name="Danielle Martin" userId="04f63225-1d27-46ab-9c7c-1c8b513bed32" providerId="ADAL" clId="{D6605F0B-7130-4859-AC56-E361233189C9}" dt="2023-01-23T20:25:53.637" v="71" actId="20577"/>
          <ac:spMkLst>
            <pc:docMk/>
            <pc:sldMk cId="1771842136" sldId="273"/>
            <ac:spMk id="88" creationId="{00000000-0000-0000-0000-000000000000}"/>
          </ac:spMkLst>
        </pc:spChg>
      </pc:sldChg>
      <pc:sldChg chg="modSp mod">
        <pc:chgData name="Danielle Martin" userId="04f63225-1d27-46ab-9c7c-1c8b513bed32" providerId="ADAL" clId="{D6605F0B-7130-4859-AC56-E361233189C9}" dt="2023-01-23T20:27:58.816" v="112" actId="20577"/>
        <pc:sldMkLst>
          <pc:docMk/>
          <pc:sldMk cId="4150192465" sldId="274"/>
        </pc:sldMkLst>
        <pc:spChg chg="mod">
          <ac:chgData name="Danielle Martin" userId="04f63225-1d27-46ab-9c7c-1c8b513bed32" providerId="ADAL" clId="{D6605F0B-7130-4859-AC56-E361233189C9}" dt="2023-01-23T20:27:07.100" v="88" actId="313"/>
          <ac:spMkLst>
            <pc:docMk/>
            <pc:sldMk cId="4150192465" sldId="274"/>
            <ac:spMk id="199" creationId="{00000000-0000-0000-0000-000000000000}"/>
          </ac:spMkLst>
        </pc:spChg>
        <pc:spChg chg="mod">
          <ac:chgData name="Danielle Martin" userId="04f63225-1d27-46ab-9c7c-1c8b513bed32" providerId="ADAL" clId="{D6605F0B-7130-4859-AC56-E361233189C9}" dt="2023-01-23T20:27:58.816" v="112" actId="20577"/>
          <ac:spMkLst>
            <pc:docMk/>
            <pc:sldMk cId="4150192465" sldId="274"/>
            <ac:spMk id="200" creationId="{00000000-0000-0000-0000-000000000000}"/>
          </ac:spMkLst>
        </pc:spChg>
      </pc:sldChg>
      <pc:sldChg chg="modSp mod">
        <pc:chgData name="Danielle Martin" userId="04f63225-1d27-46ab-9c7c-1c8b513bed32" providerId="ADAL" clId="{D6605F0B-7130-4859-AC56-E361233189C9}" dt="2023-01-23T20:28:23.953" v="115" actId="20577"/>
        <pc:sldMkLst>
          <pc:docMk/>
          <pc:sldMk cId="2858251979" sldId="275"/>
        </pc:sldMkLst>
        <pc:spChg chg="mod">
          <ac:chgData name="Danielle Martin" userId="04f63225-1d27-46ab-9c7c-1c8b513bed32" providerId="ADAL" clId="{D6605F0B-7130-4859-AC56-E361233189C9}" dt="2023-01-23T20:28:23.953" v="115" actId="20577"/>
          <ac:spMkLst>
            <pc:docMk/>
            <pc:sldMk cId="2858251979" sldId="275"/>
            <ac:spMk id="95" creationId="{00000000-0000-0000-0000-000000000000}"/>
          </ac:spMkLst>
        </pc:spChg>
      </pc:sldChg>
      <pc:sldChg chg="modSp mod">
        <pc:chgData name="Danielle Martin" userId="04f63225-1d27-46ab-9c7c-1c8b513bed32" providerId="ADAL" clId="{D6605F0B-7130-4859-AC56-E361233189C9}" dt="2023-01-23T20:32:28.154" v="262" actId="20577"/>
        <pc:sldMkLst>
          <pc:docMk/>
          <pc:sldMk cId="2934135243" sldId="276"/>
        </pc:sldMkLst>
        <pc:spChg chg="mod">
          <ac:chgData name="Danielle Martin" userId="04f63225-1d27-46ab-9c7c-1c8b513bed32" providerId="ADAL" clId="{D6605F0B-7130-4859-AC56-E361233189C9}" dt="2023-01-23T20:32:28.154" v="262" actId="20577"/>
          <ac:spMkLst>
            <pc:docMk/>
            <pc:sldMk cId="2934135243" sldId="276"/>
            <ac:spMk id="67" creationId="{00000000-0000-0000-0000-000000000000}"/>
          </ac:spMkLst>
        </pc:spChg>
      </pc:sldChg>
      <pc:sldChg chg="modSp mod">
        <pc:chgData name="Danielle Martin" userId="04f63225-1d27-46ab-9c7c-1c8b513bed32" providerId="ADAL" clId="{D6605F0B-7130-4859-AC56-E361233189C9}" dt="2023-01-23T20:35:52.928" v="280" actId="20577"/>
        <pc:sldMkLst>
          <pc:docMk/>
          <pc:sldMk cId="1253243273" sldId="278"/>
        </pc:sldMkLst>
        <pc:spChg chg="mod">
          <ac:chgData name="Danielle Martin" userId="04f63225-1d27-46ab-9c7c-1c8b513bed32" providerId="ADAL" clId="{D6605F0B-7130-4859-AC56-E361233189C9}" dt="2023-01-23T20:35:52.928" v="280" actId="20577"/>
          <ac:spMkLst>
            <pc:docMk/>
            <pc:sldMk cId="1253243273" sldId="278"/>
            <ac:spMk id="5" creationId="{00000000-0000-0000-0000-000000000000}"/>
          </ac:spMkLst>
        </pc:spChg>
        <pc:spChg chg="mod">
          <ac:chgData name="Danielle Martin" userId="04f63225-1d27-46ab-9c7c-1c8b513bed32" providerId="ADAL" clId="{D6605F0B-7130-4859-AC56-E361233189C9}" dt="2023-01-23T20:35:22.796" v="273" actId="20577"/>
          <ac:spMkLst>
            <pc:docMk/>
            <pc:sldMk cId="1253243273" sldId="278"/>
            <ac:spMk id="95" creationId="{00000000-0000-0000-0000-000000000000}"/>
          </ac:spMkLst>
        </pc:spChg>
      </pc:sldChg>
      <pc:sldChg chg="modSp mod">
        <pc:chgData name="Danielle Martin" userId="04f63225-1d27-46ab-9c7c-1c8b513bed32" providerId="ADAL" clId="{D6605F0B-7130-4859-AC56-E361233189C9}" dt="2023-01-23T20:31:01.455" v="220" actId="790"/>
        <pc:sldMkLst>
          <pc:docMk/>
          <pc:sldMk cId="4164642956" sldId="284"/>
        </pc:sldMkLst>
        <pc:spChg chg="mod">
          <ac:chgData name="Danielle Martin" userId="04f63225-1d27-46ab-9c7c-1c8b513bed32" providerId="ADAL" clId="{D6605F0B-7130-4859-AC56-E361233189C9}" dt="2023-01-23T20:31:01.455" v="220" actId="790"/>
          <ac:spMkLst>
            <pc:docMk/>
            <pc:sldMk cId="4164642956" sldId="284"/>
            <ac:spMk id="6" creationId="{00000000-0000-0000-0000-000000000000}"/>
          </ac:spMkLst>
        </pc:spChg>
      </pc:sldChg>
      <pc:sldChg chg="modSp mod">
        <pc:chgData name="Danielle Martin" userId="04f63225-1d27-46ab-9c7c-1c8b513bed32" providerId="ADAL" clId="{D6605F0B-7130-4859-AC56-E361233189C9}" dt="2023-01-23T20:31:54.885" v="237" actId="1076"/>
        <pc:sldMkLst>
          <pc:docMk/>
          <pc:sldMk cId="798250953" sldId="285"/>
        </pc:sldMkLst>
        <pc:spChg chg="mod">
          <ac:chgData name="Danielle Martin" userId="04f63225-1d27-46ab-9c7c-1c8b513bed32" providerId="ADAL" clId="{D6605F0B-7130-4859-AC56-E361233189C9}" dt="2023-01-23T20:31:41.835" v="236" actId="1076"/>
          <ac:spMkLst>
            <pc:docMk/>
            <pc:sldMk cId="798250953" sldId="285"/>
            <ac:spMk id="5" creationId="{00000000-0000-0000-0000-000000000000}"/>
          </ac:spMkLst>
        </pc:spChg>
        <pc:spChg chg="mod">
          <ac:chgData name="Danielle Martin" userId="04f63225-1d27-46ab-9c7c-1c8b513bed32" providerId="ADAL" clId="{D6605F0B-7130-4859-AC56-E361233189C9}" dt="2023-01-23T20:31:54.885" v="237" actId="1076"/>
          <ac:spMkLst>
            <pc:docMk/>
            <pc:sldMk cId="798250953" sldId="285"/>
            <ac:spMk id="6" creationId="{00000000-0000-0000-0000-000000000000}"/>
          </ac:spMkLst>
        </pc:spChg>
      </pc:sldChg>
      <pc:sldChg chg="modSp mod">
        <pc:chgData name="Danielle Martin" userId="04f63225-1d27-46ab-9c7c-1c8b513bed32" providerId="ADAL" clId="{D6605F0B-7130-4859-AC56-E361233189C9}" dt="2023-01-23T20:35:28.108" v="274" actId="404"/>
        <pc:sldMkLst>
          <pc:docMk/>
          <pc:sldMk cId="1172253917" sldId="287"/>
        </pc:sldMkLst>
        <pc:spChg chg="mod">
          <ac:chgData name="Danielle Martin" userId="04f63225-1d27-46ab-9c7c-1c8b513bed32" providerId="ADAL" clId="{D6605F0B-7130-4859-AC56-E361233189C9}" dt="2023-01-23T20:35:28.108" v="274" actId="404"/>
          <ac:spMkLst>
            <pc:docMk/>
            <pc:sldMk cId="1172253917" sldId="287"/>
            <ac:spMk id="5" creationId="{00000000-0000-0000-0000-000000000000}"/>
          </ac:spMkLst>
        </pc:spChg>
      </pc:sldChg>
      <pc:sldChg chg="modSp mod">
        <pc:chgData name="Danielle Martin" userId="04f63225-1d27-46ab-9c7c-1c8b513bed32" providerId="ADAL" clId="{D6605F0B-7130-4859-AC56-E361233189C9}" dt="2023-01-23T20:36:41.429" v="301" actId="14100"/>
        <pc:sldMkLst>
          <pc:docMk/>
          <pc:sldMk cId="3022750580" sldId="292"/>
        </pc:sldMkLst>
        <pc:spChg chg="mod">
          <ac:chgData name="Danielle Martin" userId="04f63225-1d27-46ab-9c7c-1c8b513bed32" providerId="ADAL" clId="{D6605F0B-7130-4859-AC56-E361233189C9}" dt="2023-01-23T20:36:41.429" v="301" actId="14100"/>
          <ac:spMkLst>
            <pc:docMk/>
            <pc:sldMk cId="3022750580" sldId="292"/>
            <ac:spMk id="7" creationId="{B37FB4E7-B8CD-9AB2-13AB-E2D6FED793FF}"/>
          </ac:spMkLst>
        </pc:spChg>
        <pc:spChg chg="mod">
          <ac:chgData name="Danielle Martin" userId="04f63225-1d27-46ab-9c7c-1c8b513bed32" providerId="ADAL" clId="{D6605F0B-7130-4859-AC56-E361233189C9}" dt="2023-01-23T20:36:10.078" v="295" actId="20577"/>
          <ac:spMkLst>
            <pc:docMk/>
            <pc:sldMk cId="3022750580" sldId="292"/>
            <ac:spMk id="199" creationId="{00000000-0000-0000-0000-000000000000}"/>
          </ac:spMkLst>
        </pc:spChg>
      </pc:sldChg>
      <pc:sldChg chg="modSp mod">
        <pc:chgData name="Danielle Martin" userId="04f63225-1d27-46ab-9c7c-1c8b513bed32" providerId="ADAL" clId="{D6605F0B-7130-4859-AC56-E361233189C9}" dt="2023-01-23T20:38:33.852" v="350" actId="20577"/>
        <pc:sldMkLst>
          <pc:docMk/>
          <pc:sldMk cId="825426635" sldId="293"/>
        </pc:sldMkLst>
        <pc:spChg chg="mod">
          <ac:chgData name="Danielle Martin" userId="04f63225-1d27-46ab-9c7c-1c8b513bed32" providerId="ADAL" clId="{D6605F0B-7130-4859-AC56-E361233189C9}" dt="2023-01-23T20:38:33.852" v="350" actId="20577"/>
          <ac:spMkLst>
            <pc:docMk/>
            <pc:sldMk cId="825426635" sldId="293"/>
            <ac:spMk id="7" creationId="{B37FB4E7-B8CD-9AB2-13AB-E2D6FED793FF}"/>
          </ac:spMkLst>
        </pc:spChg>
        <pc:spChg chg="mod">
          <ac:chgData name="Danielle Martin" userId="04f63225-1d27-46ab-9c7c-1c8b513bed32" providerId="ADAL" clId="{D6605F0B-7130-4859-AC56-E361233189C9}" dt="2023-01-23T20:37:16.004" v="314" actId="1076"/>
          <ac:spMkLst>
            <pc:docMk/>
            <pc:sldMk cId="825426635" sldId="293"/>
            <ac:spMk id="199" creationId="{00000000-0000-0000-0000-000000000000}"/>
          </ac:spMkLst>
        </pc:spChg>
      </pc:sldChg>
      <pc:sldChg chg="modSp mod">
        <pc:chgData name="Danielle Martin" userId="04f63225-1d27-46ab-9c7c-1c8b513bed32" providerId="ADAL" clId="{D6605F0B-7130-4859-AC56-E361233189C9}" dt="2023-01-23T20:39:20.867" v="365" actId="1076"/>
        <pc:sldMkLst>
          <pc:docMk/>
          <pc:sldMk cId="1955999628" sldId="294"/>
        </pc:sldMkLst>
        <pc:spChg chg="mod">
          <ac:chgData name="Danielle Martin" userId="04f63225-1d27-46ab-9c7c-1c8b513bed32" providerId="ADAL" clId="{D6605F0B-7130-4859-AC56-E361233189C9}" dt="2023-01-23T20:39:20.867" v="365" actId="1076"/>
          <ac:spMkLst>
            <pc:docMk/>
            <pc:sldMk cId="1955999628" sldId="294"/>
            <ac:spMk id="7" creationId="{B37FB4E7-B8CD-9AB2-13AB-E2D6FED793FF}"/>
          </ac:spMkLst>
        </pc:spChg>
        <pc:spChg chg="mod">
          <ac:chgData name="Danielle Martin" userId="04f63225-1d27-46ab-9c7c-1c8b513bed32" providerId="ADAL" clId="{D6605F0B-7130-4859-AC56-E361233189C9}" dt="2023-01-23T20:39:03.701" v="360" actId="1076"/>
          <ac:spMkLst>
            <pc:docMk/>
            <pc:sldMk cId="1955999628" sldId="294"/>
            <ac:spMk id="199" creationId="{00000000-0000-0000-0000-000000000000}"/>
          </ac:spMkLst>
        </pc:spChg>
      </pc:sldChg>
      <pc:sldChg chg="modSp mod">
        <pc:chgData name="Danielle Martin" userId="04f63225-1d27-46ab-9c7c-1c8b513bed32" providerId="ADAL" clId="{D6605F0B-7130-4859-AC56-E361233189C9}" dt="2023-01-23T20:39:31.799" v="368" actId="20577"/>
        <pc:sldMkLst>
          <pc:docMk/>
          <pc:sldMk cId="687924639" sldId="295"/>
        </pc:sldMkLst>
        <pc:spChg chg="mod">
          <ac:chgData name="Danielle Martin" userId="04f63225-1d27-46ab-9c7c-1c8b513bed32" providerId="ADAL" clId="{D6605F0B-7130-4859-AC56-E361233189C9}" dt="2023-01-23T20:39:31.799" v="368" actId="20577"/>
          <ac:spMkLst>
            <pc:docMk/>
            <pc:sldMk cId="687924639" sldId="295"/>
            <ac:spMk id="6" creationId="{00000000-0000-0000-0000-000000000000}"/>
          </ac:spMkLst>
        </pc:spChg>
      </pc:sldChg>
      <pc:sldChg chg="modSp mod">
        <pc:chgData name="Danielle Martin" userId="04f63225-1d27-46ab-9c7c-1c8b513bed32" providerId="ADAL" clId="{D6605F0B-7130-4859-AC56-E361233189C9}" dt="2023-01-23T20:40:52.878" v="400" actId="14100"/>
        <pc:sldMkLst>
          <pc:docMk/>
          <pc:sldMk cId="2947183603" sldId="296"/>
        </pc:sldMkLst>
        <pc:spChg chg="mod">
          <ac:chgData name="Danielle Martin" userId="04f63225-1d27-46ab-9c7c-1c8b513bed32" providerId="ADAL" clId="{D6605F0B-7130-4859-AC56-E361233189C9}" dt="2023-01-23T20:40:52.878" v="400" actId="14100"/>
          <ac:spMkLst>
            <pc:docMk/>
            <pc:sldMk cId="2947183603" sldId="296"/>
            <ac:spMk id="6" creationId="{00000000-0000-0000-0000-000000000000}"/>
          </ac:spMkLst>
        </pc:spChg>
      </pc:sldChg>
      <pc:sldChg chg="modSp mod">
        <pc:chgData name="Danielle Martin" userId="04f63225-1d27-46ab-9c7c-1c8b513bed32" providerId="ADAL" clId="{D6605F0B-7130-4859-AC56-E361233189C9}" dt="2023-01-23T20:39:54.072" v="389" actId="20577"/>
        <pc:sldMkLst>
          <pc:docMk/>
          <pc:sldMk cId="813357286" sldId="297"/>
        </pc:sldMkLst>
        <pc:spChg chg="mod">
          <ac:chgData name="Danielle Martin" userId="04f63225-1d27-46ab-9c7c-1c8b513bed32" providerId="ADAL" clId="{D6605F0B-7130-4859-AC56-E361233189C9}" dt="2023-01-23T20:39:54.072" v="389" actId="20577"/>
          <ac:spMkLst>
            <pc:docMk/>
            <pc:sldMk cId="813357286" sldId="297"/>
            <ac:spMk id="6" creationId="{00000000-0000-0000-0000-000000000000}"/>
          </ac:spMkLst>
        </pc:spChg>
      </pc:sldChg>
      <pc:sldChg chg="modSp mod">
        <pc:chgData name="Danielle Martin" userId="04f63225-1d27-46ab-9c7c-1c8b513bed32" providerId="ADAL" clId="{D6605F0B-7130-4859-AC56-E361233189C9}" dt="2023-01-23T20:42:47.173" v="471"/>
        <pc:sldMkLst>
          <pc:docMk/>
          <pc:sldMk cId="3592066258" sldId="298"/>
        </pc:sldMkLst>
        <pc:spChg chg="mod">
          <ac:chgData name="Danielle Martin" userId="04f63225-1d27-46ab-9c7c-1c8b513bed32" providerId="ADAL" clId="{D6605F0B-7130-4859-AC56-E361233189C9}" dt="2023-01-23T20:42:47.173" v="471"/>
          <ac:spMkLst>
            <pc:docMk/>
            <pc:sldMk cId="3592066258" sldId="298"/>
            <ac:spMk id="6" creationId="{00000000-0000-0000-0000-000000000000}"/>
          </ac:spMkLst>
        </pc:spChg>
      </pc:sldChg>
      <pc:sldChg chg="modSp mod">
        <pc:chgData name="Danielle Martin" userId="04f63225-1d27-46ab-9c7c-1c8b513bed32" providerId="ADAL" clId="{D6605F0B-7130-4859-AC56-E361233189C9}" dt="2023-01-23T20:43:39.752" v="482" actId="20577"/>
        <pc:sldMkLst>
          <pc:docMk/>
          <pc:sldMk cId="273270147" sldId="300"/>
        </pc:sldMkLst>
        <pc:spChg chg="mod">
          <ac:chgData name="Danielle Martin" userId="04f63225-1d27-46ab-9c7c-1c8b513bed32" providerId="ADAL" clId="{D6605F0B-7130-4859-AC56-E361233189C9}" dt="2023-01-23T20:43:39.752" v="482" actId="20577"/>
          <ac:spMkLst>
            <pc:docMk/>
            <pc:sldMk cId="273270147" sldId="300"/>
            <ac:spMk id="6" creationId="{00000000-0000-0000-0000-000000000000}"/>
          </ac:spMkLst>
        </pc:spChg>
      </pc:sldChg>
      <pc:sldChg chg="modSp mod">
        <pc:chgData name="Danielle Martin" userId="04f63225-1d27-46ab-9c7c-1c8b513bed32" providerId="ADAL" clId="{D6605F0B-7130-4859-AC56-E361233189C9}" dt="2023-01-23T20:45:32.429" v="520" actId="14100"/>
        <pc:sldMkLst>
          <pc:docMk/>
          <pc:sldMk cId="1901913421" sldId="301"/>
        </pc:sldMkLst>
        <pc:spChg chg="mod">
          <ac:chgData name="Danielle Martin" userId="04f63225-1d27-46ab-9c7c-1c8b513bed32" providerId="ADAL" clId="{D6605F0B-7130-4859-AC56-E361233189C9}" dt="2023-01-23T20:45:32.429" v="520" actId="14100"/>
          <ac:spMkLst>
            <pc:docMk/>
            <pc:sldMk cId="1901913421" sldId="301"/>
            <ac:spMk id="6" creationId="{00000000-0000-0000-0000-000000000000}"/>
          </ac:spMkLst>
        </pc:spChg>
      </pc:sldChg>
      <pc:sldChg chg="modSp mod">
        <pc:chgData name="Danielle Martin" userId="04f63225-1d27-46ab-9c7c-1c8b513bed32" providerId="ADAL" clId="{D6605F0B-7130-4859-AC56-E361233189C9}" dt="2023-01-23T20:50:00.141" v="604" actId="20577"/>
        <pc:sldMkLst>
          <pc:docMk/>
          <pc:sldMk cId="1245181069" sldId="302"/>
        </pc:sldMkLst>
        <pc:spChg chg="mod">
          <ac:chgData name="Danielle Martin" userId="04f63225-1d27-46ab-9c7c-1c8b513bed32" providerId="ADAL" clId="{D6605F0B-7130-4859-AC56-E361233189C9}" dt="2023-01-23T20:46:00.987" v="532" actId="20577"/>
          <ac:spMkLst>
            <pc:docMk/>
            <pc:sldMk cId="1245181069" sldId="302"/>
            <ac:spMk id="5" creationId="{00000000-0000-0000-0000-000000000000}"/>
          </ac:spMkLst>
        </pc:spChg>
        <pc:spChg chg="mod">
          <ac:chgData name="Danielle Martin" userId="04f63225-1d27-46ab-9c7c-1c8b513bed32" providerId="ADAL" clId="{D6605F0B-7130-4859-AC56-E361233189C9}" dt="2023-01-23T20:50:00.141" v="604" actId="20577"/>
          <ac:spMkLst>
            <pc:docMk/>
            <pc:sldMk cId="1245181069" sldId="302"/>
            <ac:spMk id="6" creationId="{00000000-0000-0000-0000-000000000000}"/>
          </ac:spMkLst>
        </pc:spChg>
      </pc:sldChg>
      <pc:sldChg chg="modSp mod">
        <pc:chgData name="Danielle Martin" userId="04f63225-1d27-46ab-9c7c-1c8b513bed32" providerId="ADAL" clId="{D6605F0B-7130-4859-AC56-E361233189C9}" dt="2023-01-23T20:52:00.897" v="646" actId="14100"/>
        <pc:sldMkLst>
          <pc:docMk/>
          <pc:sldMk cId="456219117" sldId="304"/>
        </pc:sldMkLst>
        <pc:spChg chg="mod">
          <ac:chgData name="Danielle Martin" userId="04f63225-1d27-46ab-9c7c-1c8b513bed32" providerId="ADAL" clId="{D6605F0B-7130-4859-AC56-E361233189C9}" dt="2023-01-23T20:52:00.897" v="646" actId="14100"/>
          <ac:spMkLst>
            <pc:docMk/>
            <pc:sldMk cId="456219117" sldId="304"/>
            <ac:spMk id="6" creationId="{00000000-0000-0000-0000-000000000000}"/>
          </ac:spMkLst>
        </pc:spChg>
      </pc:sldChg>
      <pc:sldChg chg="modSp mod">
        <pc:chgData name="Danielle Martin" userId="04f63225-1d27-46ab-9c7c-1c8b513bed32" providerId="ADAL" clId="{D6605F0B-7130-4859-AC56-E361233189C9}" dt="2023-01-23T20:44:21.027" v="503" actId="20577"/>
        <pc:sldMkLst>
          <pc:docMk/>
          <pc:sldMk cId="891313104" sldId="305"/>
        </pc:sldMkLst>
        <pc:spChg chg="mod">
          <ac:chgData name="Danielle Martin" userId="04f63225-1d27-46ab-9c7c-1c8b513bed32" providerId="ADAL" clId="{D6605F0B-7130-4859-AC56-E361233189C9}" dt="2023-01-23T20:44:05.837" v="500" actId="313"/>
          <ac:spMkLst>
            <pc:docMk/>
            <pc:sldMk cId="891313104" sldId="305"/>
            <ac:spMk id="5" creationId="{00000000-0000-0000-0000-000000000000}"/>
          </ac:spMkLst>
        </pc:spChg>
        <pc:spChg chg="mod">
          <ac:chgData name="Danielle Martin" userId="04f63225-1d27-46ab-9c7c-1c8b513bed32" providerId="ADAL" clId="{D6605F0B-7130-4859-AC56-E361233189C9}" dt="2023-01-23T20:44:21.027" v="503" actId="20577"/>
          <ac:spMkLst>
            <pc:docMk/>
            <pc:sldMk cId="891313104" sldId="305"/>
            <ac:spMk id="6" creationId="{00000000-0000-0000-0000-000000000000}"/>
          </ac:spMkLst>
        </pc:spChg>
      </pc:sldChg>
      <pc:sldChg chg="modSp mod">
        <pc:chgData name="Danielle Martin" userId="04f63225-1d27-46ab-9c7c-1c8b513bed32" providerId="ADAL" clId="{D6605F0B-7130-4859-AC56-E361233189C9}" dt="2023-01-23T20:52:13.914" v="664" actId="20577"/>
        <pc:sldMkLst>
          <pc:docMk/>
          <pc:sldMk cId="595429021" sldId="307"/>
        </pc:sldMkLst>
        <pc:spChg chg="mod">
          <ac:chgData name="Danielle Martin" userId="04f63225-1d27-46ab-9c7c-1c8b513bed32" providerId="ADAL" clId="{D6605F0B-7130-4859-AC56-E361233189C9}" dt="2023-01-23T20:52:13.914" v="664" actId="20577"/>
          <ac:spMkLst>
            <pc:docMk/>
            <pc:sldMk cId="595429021" sldId="307"/>
            <ac:spMk id="6" creationId="{00000000-0000-0000-0000-000000000000}"/>
          </ac:spMkLst>
        </pc:spChg>
      </pc:sldChg>
      <pc:sldChg chg="modSp mod">
        <pc:chgData name="Danielle Martin" userId="04f63225-1d27-46ab-9c7c-1c8b513bed32" providerId="ADAL" clId="{D6605F0B-7130-4859-AC56-E361233189C9}" dt="2023-01-23T20:52:26.578" v="667" actId="14100"/>
        <pc:sldMkLst>
          <pc:docMk/>
          <pc:sldMk cId="3796518868" sldId="308"/>
        </pc:sldMkLst>
        <pc:spChg chg="mod">
          <ac:chgData name="Danielle Martin" userId="04f63225-1d27-46ab-9c7c-1c8b513bed32" providerId="ADAL" clId="{D6605F0B-7130-4859-AC56-E361233189C9}" dt="2023-01-23T20:52:26.578" v="667" actId="14100"/>
          <ac:spMkLst>
            <pc:docMk/>
            <pc:sldMk cId="3796518868" sldId="308"/>
            <ac:spMk id="6" creationId="{00000000-0000-0000-0000-000000000000}"/>
          </ac:spMkLst>
        </pc:spChg>
      </pc:sldChg>
      <pc:sldChg chg="modSp mod">
        <pc:chgData name="Danielle Martin" userId="04f63225-1d27-46ab-9c7c-1c8b513bed32" providerId="ADAL" clId="{D6605F0B-7130-4859-AC56-E361233189C9}" dt="2023-01-23T20:52:39.304" v="670" actId="20577"/>
        <pc:sldMkLst>
          <pc:docMk/>
          <pc:sldMk cId="343750122" sldId="309"/>
        </pc:sldMkLst>
        <pc:spChg chg="mod">
          <ac:chgData name="Danielle Martin" userId="04f63225-1d27-46ab-9c7c-1c8b513bed32" providerId="ADAL" clId="{D6605F0B-7130-4859-AC56-E361233189C9}" dt="2023-01-23T20:52:39.304" v="670" actId="20577"/>
          <ac:spMkLst>
            <pc:docMk/>
            <pc:sldMk cId="343750122" sldId="309"/>
            <ac:spMk id="6" creationId="{00000000-0000-0000-0000-000000000000}"/>
          </ac:spMkLst>
        </pc:spChg>
      </pc:sldChg>
      <pc:sldChg chg="modSp add mod">
        <pc:chgData name="Danielle Martin" userId="04f63225-1d27-46ab-9c7c-1c8b513bed32" providerId="ADAL" clId="{D6605F0B-7130-4859-AC56-E361233189C9}" dt="2023-01-23T20:51:34.871" v="640" actId="1076"/>
        <pc:sldMkLst>
          <pc:docMk/>
          <pc:sldMk cId="757874873" sldId="318"/>
        </pc:sldMkLst>
        <pc:spChg chg="mod">
          <ac:chgData name="Danielle Martin" userId="04f63225-1d27-46ab-9c7c-1c8b513bed32" providerId="ADAL" clId="{D6605F0B-7130-4859-AC56-E361233189C9}" dt="2023-01-23T20:51:34.871" v="640" actId="1076"/>
          <ac:spMkLst>
            <pc:docMk/>
            <pc:sldMk cId="757874873" sldId="318"/>
            <ac:spMk id="6" creationId="{00000000-0000-0000-0000-000000000000}"/>
          </ac:spMkLst>
        </pc:spChg>
      </pc:sldChg>
    </pc:docChg>
  </pc:docChgLst>
  <pc:docChgLst>
    <pc:chgData name="Danielle Martin" userId="04f63225-1d27-46ab-9c7c-1c8b513bed32" providerId="ADAL" clId="{4F523F52-28BD-480D-8E78-992217190931}"/>
    <pc:docChg chg="custSel modSld">
      <pc:chgData name="Danielle Martin" userId="04f63225-1d27-46ab-9c7c-1c8b513bed32" providerId="ADAL" clId="{4F523F52-28BD-480D-8E78-992217190931}" dt="2023-01-24T02:15:44.411" v="49" actId="313"/>
      <pc:docMkLst>
        <pc:docMk/>
      </pc:docMkLst>
      <pc:sldChg chg="modSp mod">
        <pc:chgData name="Danielle Martin" userId="04f63225-1d27-46ab-9c7c-1c8b513bed32" providerId="ADAL" clId="{4F523F52-28BD-480D-8E78-992217190931}" dt="2023-01-24T02:14:57.983" v="5" actId="403"/>
        <pc:sldMkLst>
          <pc:docMk/>
          <pc:sldMk cId="4292549403" sldId="264"/>
        </pc:sldMkLst>
        <pc:spChg chg="mod">
          <ac:chgData name="Danielle Martin" userId="04f63225-1d27-46ab-9c7c-1c8b513bed32" providerId="ADAL" clId="{4F523F52-28BD-480D-8E78-992217190931}" dt="2023-01-24T02:14:57.983" v="5" actId="403"/>
          <ac:spMkLst>
            <pc:docMk/>
            <pc:sldMk cId="4292549403" sldId="264"/>
            <ac:spMk id="95" creationId="{00000000-0000-0000-0000-000000000000}"/>
          </ac:spMkLst>
        </pc:spChg>
      </pc:sldChg>
      <pc:sldChg chg="modSp mod">
        <pc:chgData name="Danielle Martin" userId="04f63225-1d27-46ab-9c7c-1c8b513bed32" providerId="ADAL" clId="{4F523F52-28BD-480D-8E78-992217190931}" dt="2023-01-24T02:15:44.411" v="49" actId="313"/>
        <pc:sldMkLst>
          <pc:docMk/>
          <pc:sldMk cId="917300249" sldId="306"/>
        </pc:sldMkLst>
        <pc:spChg chg="mod">
          <ac:chgData name="Danielle Martin" userId="04f63225-1d27-46ab-9c7c-1c8b513bed32" providerId="ADAL" clId="{4F523F52-28BD-480D-8E78-992217190931}" dt="2023-01-24T02:15:44.411" v="49" actId="313"/>
          <ac:spMkLst>
            <pc:docMk/>
            <pc:sldMk cId="917300249" sldId="306"/>
            <ac:spMk id="6" creationId="{00000000-0000-0000-0000-000000000000}"/>
          </ac:spMkLst>
        </pc:spChg>
      </pc:sldChg>
    </pc:docChg>
  </pc:docChgLst>
  <pc:docChgLst>
    <pc:chgData name="Megan Ash" userId="S::mash@partners.net::6f1afe83-cafa-44c1-84c8-e8b5d4a60212" providerId="AD" clId="Web-{BC45F2DC-2C6C-C80D-31D6-B2509A1E90F4}"/>
    <pc:docChg chg="modSld">
      <pc:chgData name="Megan Ash" userId="S::mash@partners.net::6f1afe83-cafa-44c1-84c8-e8b5d4a60212" providerId="AD" clId="Web-{BC45F2DC-2C6C-C80D-31D6-B2509A1E90F4}" dt="2023-01-23T22:57:38.127" v="39" actId="20577"/>
      <pc:docMkLst>
        <pc:docMk/>
      </pc:docMkLst>
      <pc:sldChg chg="modSp">
        <pc:chgData name="Megan Ash" userId="S::mash@partners.net::6f1afe83-cafa-44c1-84c8-e8b5d4a60212" providerId="AD" clId="Web-{BC45F2DC-2C6C-C80D-31D6-B2509A1E90F4}" dt="2023-01-23T21:53:12.017" v="17" actId="20577"/>
        <pc:sldMkLst>
          <pc:docMk/>
          <pc:sldMk cId="2934135243" sldId="276"/>
        </pc:sldMkLst>
        <pc:spChg chg="mod">
          <ac:chgData name="Megan Ash" userId="S::mash@partners.net::6f1afe83-cafa-44c1-84c8-e8b5d4a60212" providerId="AD" clId="Web-{BC45F2DC-2C6C-C80D-31D6-B2509A1E90F4}" dt="2023-01-23T21:53:12.017" v="17" actId="20577"/>
          <ac:spMkLst>
            <pc:docMk/>
            <pc:sldMk cId="2934135243" sldId="276"/>
            <ac:spMk id="67" creationId="{00000000-0000-0000-0000-000000000000}"/>
          </ac:spMkLst>
        </pc:spChg>
      </pc:sldChg>
      <pc:sldChg chg="modSp">
        <pc:chgData name="Megan Ash" userId="S::mash@partners.net::6f1afe83-cafa-44c1-84c8-e8b5d4a60212" providerId="AD" clId="Web-{BC45F2DC-2C6C-C80D-31D6-B2509A1E90F4}" dt="2023-01-23T21:56:43.837" v="22" actId="20577"/>
        <pc:sldMkLst>
          <pc:docMk/>
          <pc:sldMk cId="1253243273" sldId="278"/>
        </pc:sldMkLst>
        <pc:spChg chg="mod">
          <ac:chgData name="Megan Ash" userId="S::mash@partners.net::6f1afe83-cafa-44c1-84c8-e8b5d4a60212" providerId="AD" clId="Web-{BC45F2DC-2C6C-C80D-31D6-B2509A1E90F4}" dt="2023-01-23T21:56:43.837" v="22" actId="20577"/>
          <ac:spMkLst>
            <pc:docMk/>
            <pc:sldMk cId="1253243273" sldId="278"/>
            <ac:spMk id="95" creationId="{00000000-0000-0000-0000-000000000000}"/>
          </ac:spMkLst>
        </pc:spChg>
      </pc:sldChg>
      <pc:sldChg chg="modSp">
        <pc:chgData name="Megan Ash" userId="S::mash@partners.net::6f1afe83-cafa-44c1-84c8-e8b5d4a60212" providerId="AD" clId="Web-{BC45F2DC-2C6C-C80D-31D6-B2509A1E90F4}" dt="2023-01-23T21:18:38.962" v="13" actId="20577"/>
        <pc:sldMkLst>
          <pc:docMk/>
          <pc:sldMk cId="1172253917" sldId="287"/>
        </pc:sldMkLst>
        <pc:spChg chg="mod">
          <ac:chgData name="Megan Ash" userId="S::mash@partners.net::6f1afe83-cafa-44c1-84c8-e8b5d4a60212" providerId="AD" clId="Web-{BC45F2DC-2C6C-C80D-31D6-B2509A1E90F4}" dt="2023-01-23T21:18:38.962" v="13" actId="20577"/>
          <ac:spMkLst>
            <pc:docMk/>
            <pc:sldMk cId="1172253917" sldId="287"/>
            <ac:spMk id="95" creationId="{00000000-0000-0000-0000-000000000000}"/>
          </ac:spMkLst>
        </pc:spChg>
      </pc:sldChg>
      <pc:sldChg chg="modSp">
        <pc:chgData name="Megan Ash" userId="S::mash@partners.net::6f1afe83-cafa-44c1-84c8-e8b5d4a60212" providerId="AD" clId="Web-{BC45F2DC-2C6C-C80D-31D6-B2509A1E90F4}" dt="2023-01-23T22:57:38.127" v="39" actId="20577"/>
        <pc:sldMkLst>
          <pc:docMk/>
          <pc:sldMk cId="1955999628" sldId="294"/>
        </pc:sldMkLst>
        <pc:spChg chg="mod">
          <ac:chgData name="Megan Ash" userId="S::mash@partners.net::6f1afe83-cafa-44c1-84c8-e8b5d4a60212" providerId="AD" clId="Web-{BC45F2DC-2C6C-C80D-31D6-B2509A1E90F4}" dt="2023-01-23T22:57:38.127" v="39" actId="20577"/>
          <ac:spMkLst>
            <pc:docMk/>
            <pc:sldMk cId="1955999628" sldId="294"/>
            <ac:spMk id="7" creationId="{B37FB4E7-B8CD-9AB2-13AB-E2D6FED793FF}"/>
          </ac:spMkLst>
        </pc:spChg>
      </pc:sldChg>
      <pc:sldChg chg="modSp">
        <pc:chgData name="Megan Ash" userId="S::mash@partners.net::6f1afe83-cafa-44c1-84c8-e8b5d4a60212" providerId="AD" clId="Web-{BC45F2DC-2C6C-C80D-31D6-B2509A1E90F4}" dt="2023-01-23T22:00:37.595" v="26" actId="20577"/>
        <pc:sldMkLst>
          <pc:docMk/>
          <pc:sldMk cId="687924639" sldId="295"/>
        </pc:sldMkLst>
        <pc:spChg chg="mod">
          <ac:chgData name="Megan Ash" userId="S::mash@partners.net::6f1afe83-cafa-44c1-84c8-e8b5d4a60212" providerId="AD" clId="Web-{BC45F2DC-2C6C-C80D-31D6-B2509A1E90F4}" dt="2023-01-23T22:00:37.595" v="26" actId="20577"/>
          <ac:spMkLst>
            <pc:docMk/>
            <pc:sldMk cId="687924639" sldId="295"/>
            <ac:spMk id="6" creationId="{00000000-0000-0000-0000-000000000000}"/>
          </ac:spMkLst>
        </pc:spChg>
      </pc:sldChg>
      <pc:sldChg chg="modSp">
        <pc:chgData name="Megan Ash" userId="S::mash@partners.net::6f1afe83-cafa-44c1-84c8-e8b5d4a60212" providerId="AD" clId="Web-{BC45F2DC-2C6C-C80D-31D6-B2509A1E90F4}" dt="2023-01-23T22:01:36.362" v="28" actId="20577"/>
        <pc:sldMkLst>
          <pc:docMk/>
          <pc:sldMk cId="2947183603" sldId="296"/>
        </pc:sldMkLst>
        <pc:spChg chg="mod">
          <ac:chgData name="Megan Ash" userId="S::mash@partners.net::6f1afe83-cafa-44c1-84c8-e8b5d4a60212" providerId="AD" clId="Web-{BC45F2DC-2C6C-C80D-31D6-B2509A1E90F4}" dt="2023-01-23T22:01:36.362" v="28" actId="20577"/>
          <ac:spMkLst>
            <pc:docMk/>
            <pc:sldMk cId="2947183603" sldId="296"/>
            <ac:spMk id="6" creationId="{00000000-0000-0000-0000-000000000000}"/>
          </ac:spMkLst>
        </pc:spChg>
      </pc:sldChg>
      <pc:sldChg chg="modSp">
        <pc:chgData name="Megan Ash" userId="S::mash@partners.net::6f1afe83-cafa-44c1-84c8-e8b5d4a60212" providerId="AD" clId="Web-{BC45F2DC-2C6C-C80D-31D6-B2509A1E90F4}" dt="2023-01-23T22:02:58.303" v="33" actId="20577"/>
        <pc:sldMkLst>
          <pc:docMk/>
          <pc:sldMk cId="3592066258" sldId="298"/>
        </pc:sldMkLst>
        <pc:spChg chg="mod">
          <ac:chgData name="Megan Ash" userId="S::mash@partners.net::6f1afe83-cafa-44c1-84c8-e8b5d4a60212" providerId="AD" clId="Web-{BC45F2DC-2C6C-C80D-31D6-B2509A1E90F4}" dt="2023-01-23T22:02:58.303" v="33" actId="20577"/>
          <ac:spMkLst>
            <pc:docMk/>
            <pc:sldMk cId="3592066258" sldId="298"/>
            <ac:spMk id="6" creationId="{00000000-0000-0000-0000-000000000000}"/>
          </ac:spMkLst>
        </pc:spChg>
      </pc:sldChg>
      <pc:sldChg chg="modSp">
        <pc:chgData name="Megan Ash" userId="S::mash@partners.net::6f1afe83-cafa-44c1-84c8-e8b5d4a60212" providerId="AD" clId="Web-{BC45F2DC-2C6C-C80D-31D6-B2509A1E90F4}" dt="2023-01-23T22:12:36.947" v="35" actId="20577"/>
        <pc:sldMkLst>
          <pc:docMk/>
          <pc:sldMk cId="456219117" sldId="304"/>
        </pc:sldMkLst>
        <pc:spChg chg="mod">
          <ac:chgData name="Megan Ash" userId="S::mash@partners.net::6f1afe83-cafa-44c1-84c8-e8b5d4a60212" providerId="AD" clId="Web-{BC45F2DC-2C6C-C80D-31D6-B2509A1E90F4}" dt="2023-01-23T22:12:36.947" v="35" actId="20577"/>
          <ac:spMkLst>
            <pc:docMk/>
            <pc:sldMk cId="456219117" sldId="304"/>
            <ac:spMk id="5" creationId="{00000000-0000-0000-0000-000000000000}"/>
          </ac:spMkLst>
        </pc:spChg>
      </pc:sldChg>
      <pc:sldChg chg="modSp">
        <pc:chgData name="Megan Ash" userId="S::mash@partners.net::6f1afe83-cafa-44c1-84c8-e8b5d4a60212" providerId="AD" clId="Web-{BC45F2DC-2C6C-C80D-31D6-B2509A1E90F4}" dt="2023-01-23T21:15:22.230" v="10" actId="1076"/>
        <pc:sldMkLst>
          <pc:docMk/>
          <pc:sldMk cId="891313104" sldId="305"/>
        </pc:sldMkLst>
        <pc:spChg chg="mod">
          <ac:chgData name="Megan Ash" userId="S::mash@partners.net::6f1afe83-cafa-44c1-84c8-e8b5d4a60212" providerId="AD" clId="Web-{BC45F2DC-2C6C-C80D-31D6-B2509A1E90F4}" dt="2023-01-23T21:15:22.230" v="10" actId="1076"/>
          <ac:spMkLst>
            <pc:docMk/>
            <pc:sldMk cId="891313104" sldId="305"/>
            <ac:spMk id="5" creationId="{00000000-0000-0000-0000-000000000000}"/>
          </ac:spMkLst>
        </pc:spChg>
        <pc:spChg chg="mod">
          <ac:chgData name="Megan Ash" userId="S::mash@partners.net::6f1afe83-cafa-44c1-84c8-e8b5d4a60212" providerId="AD" clId="Web-{BC45F2DC-2C6C-C80D-31D6-B2509A1E90F4}" dt="2023-01-23T21:15:12.057" v="7" actId="1076"/>
          <ac:spMkLst>
            <pc:docMk/>
            <pc:sldMk cId="891313104" sldId="305"/>
            <ac:spMk id="6" creationId="{00000000-0000-0000-0000-000000000000}"/>
          </ac:spMkLst>
        </pc:spChg>
        <pc:spChg chg="mod">
          <ac:chgData name="Megan Ash" userId="S::mash@partners.net::6f1afe83-cafa-44c1-84c8-e8b5d4a60212" providerId="AD" clId="Web-{BC45F2DC-2C6C-C80D-31D6-B2509A1E90F4}" dt="2023-01-23T21:15:17.261" v="9" actId="1076"/>
          <ac:spMkLst>
            <pc:docMk/>
            <pc:sldMk cId="891313104" sldId="305"/>
            <ac:spMk id="7" creationId="{533AF332-9811-7D23-4208-4D604E488F0B}"/>
          </ac:spMkLst>
        </pc:spChg>
      </pc:sldChg>
      <pc:sldChg chg="modSp">
        <pc:chgData name="Megan Ash" userId="S::mash@partners.net::6f1afe83-cafa-44c1-84c8-e8b5d4a60212" providerId="AD" clId="Web-{BC45F2DC-2C6C-C80D-31D6-B2509A1E90F4}" dt="2023-01-23T21:14:40.180" v="5" actId="20577"/>
        <pc:sldMkLst>
          <pc:docMk/>
          <pc:sldMk cId="595429021" sldId="307"/>
        </pc:sldMkLst>
        <pc:spChg chg="mod">
          <ac:chgData name="Megan Ash" userId="S::mash@partners.net::6f1afe83-cafa-44c1-84c8-e8b5d4a60212" providerId="AD" clId="Web-{BC45F2DC-2C6C-C80D-31D6-B2509A1E90F4}" dt="2023-01-23T21:14:40.180" v="5" actId="20577"/>
          <ac:spMkLst>
            <pc:docMk/>
            <pc:sldMk cId="595429021" sldId="307"/>
            <ac:spMk id="5" creationId="{00000000-0000-0000-0000-000000000000}"/>
          </ac:spMkLst>
        </pc:spChg>
      </pc:sldChg>
      <pc:sldChg chg="modSp">
        <pc:chgData name="Megan Ash" userId="S::mash@partners.net::6f1afe83-cafa-44c1-84c8-e8b5d4a60212" providerId="AD" clId="Web-{BC45F2DC-2C6C-C80D-31D6-B2509A1E90F4}" dt="2023-01-23T21:14:13.663" v="2" actId="20577"/>
        <pc:sldMkLst>
          <pc:docMk/>
          <pc:sldMk cId="343750122" sldId="309"/>
        </pc:sldMkLst>
        <pc:spChg chg="mod">
          <ac:chgData name="Megan Ash" userId="S::mash@partners.net::6f1afe83-cafa-44c1-84c8-e8b5d4a60212" providerId="AD" clId="Web-{BC45F2DC-2C6C-C80D-31D6-B2509A1E90F4}" dt="2023-01-23T21:14:13.663" v="2" actId="20577"/>
          <ac:spMkLst>
            <pc:docMk/>
            <pc:sldMk cId="343750122" sldId="309"/>
            <ac:spMk id="5" creationId="{00000000-0000-0000-0000-000000000000}"/>
          </ac:spMkLst>
        </pc:spChg>
      </pc:sldChg>
    </pc:docChg>
  </pc:docChgLst>
  <pc:docChgLst>
    <pc:chgData name="Megan Ash" userId="S::mash@partners.net::6f1afe83-cafa-44c1-84c8-e8b5d4a60212" providerId="AD" clId="Web-{B25631B7-14F0-E292-5827-882C6ACED98F}"/>
    <pc:docChg chg="modSld">
      <pc:chgData name="Megan Ash" userId="S::mash@partners.net::6f1afe83-cafa-44c1-84c8-e8b5d4a60212" providerId="AD" clId="Web-{B25631B7-14F0-E292-5827-882C6ACED98F}" dt="2023-01-23T23:40:40.323" v="130" actId="20577"/>
      <pc:docMkLst>
        <pc:docMk/>
      </pc:docMkLst>
      <pc:sldChg chg="modSp">
        <pc:chgData name="Megan Ash" userId="S::mash@partners.net::6f1afe83-cafa-44c1-84c8-e8b5d4a60212" providerId="AD" clId="Web-{B25631B7-14F0-E292-5827-882C6ACED98F}" dt="2023-01-23T20:28:50.356" v="12" actId="20577"/>
        <pc:sldMkLst>
          <pc:docMk/>
          <pc:sldMk cId="4292549403" sldId="264"/>
        </pc:sldMkLst>
        <pc:spChg chg="mod">
          <ac:chgData name="Megan Ash" userId="S::mash@partners.net::6f1afe83-cafa-44c1-84c8-e8b5d4a60212" providerId="AD" clId="Web-{B25631B7-14F0-E292-5827-882C6ACED98F}" dt="2023-01-23T20:27:45.103" v="0" actId="1076"/>
          <ac:spMkLst>
            <pc:docMk/>
            <pc:sldMk cId="4292549403" sldId="264"/>
            <ac:spMk id="94" creationId="{00000000-0000-0000-0000-000000000000}"/>
          </ac:spMkLst>
        </pc:spChg>
        <pc:spChg chg="mod">
          <ac:chgData name="Megan Ash" userId="S::mash@partners.net::6f1afe83-cafa-44c1-84c8-e8b5d4a60212" providerId="AD" clId="Web-{B25631B7-14F0-E292-5827-882C6ACED98F}" dt="2023-01-23T20:28:50.356" v="12" actId="20577"/>
          <ac:spMkLst>
            <pc:docMk/>
            <pc:sldMk cId="4292549403" sldId="264"/>
            <ac:spMk id="95" creationId="{00000000-0000-0000-0000-000000000000}"/>
          </ac:spMkLst>
        </pc:spChg>
      </pc:sldChg>
      <pc:sldChg chg="modSp">
        <pc:chgData name="Megan Ash" userId="S::mash@partners.net::6f1afe83-cafa-44c1-84c8-e8b5d4a60212" providerId="AD" clId="Web-{B25631B7-14F0-E292-5827-882C6ACED98F}" dt="2023-01-23T20:31:16.017" v="19" actId="20577"/>
        <pc:sldMkLst>
          <pc:docMk/>
          <pc:sldMk cId="2429378618" sldId="265"/>
        </pc:sldMkLst>
        <pc:spChg chg="mod">
          <ac:chgData name="Megan Ash" userId="S::mash@partners.net::6f1afe83-cafa-44c1-84c8-e8b5d4a60212" providerId="AD" clId="Web-{B25631B7-14F0-E292-5827-882C6ACED98F}" dt="2023-01-23T20:31:16.017" v="19" actId="20577"/>
          <ac:spMkLst>
            <pc:docMk/>
            <pc:sldMk cId="2429378618" sldId="265"/>
            <ac:spMk id="67" creationId="{00000000-0000-0000-0000-000000000000}"/>
          </ac:spMkLst>
        </pc:spChg>
      </pc:sldChg>
      <pc:sldChg chg="modSp">
        <pc:chgData name="Megan Ash" userId="S::mash@partners.net::6f1afe83-cafa-44c1-84c8-e8b5d4a60212" providerId="AD" clId="Web-{B25631B7-14F0-E292-5827-882C6ACED98F}" dt="2023-01-23T20:32:39.988" v="24" actId="20577"/>
        <pc:sldMkLst>
          <pc:docMk/>
          <pc:sldMk cId="4150192465" sldId="274"/>
        </pc:sldMkLst>
        <pc:spChg chg="mod">
          <ac:chgData name="Megan Ash" userId="S::mash@partners.net::6f1afe83-cafa-44c1-84c8-e8b5d4a60212" providerId="AD" clId="Web-{B25631B7-14F0-E292-5827-882C6ACED98F}" dt="2023-01-23T20:32:39.988" v="24" actId="20577"/>
          <ac:spMkLst>
            <pc:docMk/>
            <pc:sldMk cId="4150192465" sldId="274"/>
            <ac:spMk id="200" creationId="{00000000-0000-0000-0000-000000000000}"/>
          </ac:spMkLst>
        </pc:spChg>
      </pc:sldChg>
      <pc:sldChg chg="modSp">
        <pc:chgData name="Megan Ash" userId="S::mash@partners.net::6f1afe83-cafa-44c1-84c8-e8b5d4a60212" providerId="AD" clId="Web-{B25631B7-14F0-E292-5827-882C6ACED98F}" dt="2023-01-23T20:42:13.242" v="37" actId="20577"/>
        <pc:sldMkLst>
          <pc:docMk/>
          <pc:sldMk cId="2858251979" sldId="275"/>
        </pc:sldMkLst>
        <pc:spChg chg="mod">
          <ac:chgData name="Megan Ash" userId="S::mash@partners.net::6f1afe83-cafa-44c1-84c8-e8b5d4a60212" providerId="AD" clId="Web-{B25631B7-14F0-E292-5827-882C6ACED98F}" dt="2023-01-23T20:42:13.242" v="37" actId="20577"/>
          <ac:spMkLst>
            <pc:docMk/>
            <pc:sldMk cId="2858251979" sldId="275"/>
            <ac:spMk id="95" creationId="{00000000-0000-0000-0000-000000000000}"/>
          </ac:spMkLst>
        </pc:spChg>
      </pc:sldChg>
      <pc:sldChg chg="modSp">
        <pc:chgData name="Megan Ash" userId="S::mash@partners.net::6f1afe83-cafa-44c1-84c8-e8b5d4a60212" providerId="AD" clId="Web-{B25631B7-14F0-E292-5827-882C6ACED98F}" dt="2023-01-23T20:48:29.520" v="68" actId="20577"/>
        <pc:sldMkLst>
          <pc:docMk/>
          <pc:sldMk cId="2934135243" sldId="276"/>
        </pc:sldMkLst>
        <pc:spChg chg="mod">
          <ac:chgData name="Megan Ash" userId="S::mash@partners.net::6f1afe83-cafa-44c1-84c8-e8b5d4a60212" providerId="AD" clId="Web-{B25631B7-14F0-E292-5827-882C6ACED98F}" dt="2023-01-23T20:48:29.520" v="68" actId="20577"/>
          <ac:spMkLst>
            <pc:docMk/>
            <pc:sldMk cId="2934135243" sldId="276"/>
            <ac:spMk id="67" creationId="{00000000-0000-0000-0000-000000000000}"/>
          </ac:spMkLst>
        </pc:spChg>
      </pc:sldChg>
      <pc:sldChg chg="modSp">
        <pc:chgData name="Megan Ash" userId="S::mash@partners.net::6f1afe83-cafa-44c1-84c8-e8b5d4a60212" providerId="AD" clId="Web-{B25631B7-14F0-E292-5827-882C6ACED98F}" dt="2023-01-23T20:43:35.760" v="47" actId="20577"/>
        <pc:sldMkLst>
          <pc:docMk/>
          <pc:sldMk cId="4164642956" sldId="284"/>
        </pc:sldMkLst>
        <pc:spChg chg="mod">
          <ac:chgData name="Megan Ash" userId="S::mash@partners.net::6f1afe83-cafa-44c1-84c8-e8b5d4a60212" providerId="AD" clId="Web-{B25631B7-14F0-E292-5827-882C6ACED98F}" dt="2023-01-23T20:43:35.760" v="47" actId="20577"/>
          <ac:spMkLst>
            <pc:docMk/>
            <pc:sldMk cId="4164642956" sldId="284"/>
            <ac:spMk id="6" creationId="{00000000-0000-0000-0000-000000000000}"/>
          </ac:spMkLst>
        </pc:spChg>
      </pc:sldChg>
      <pc:sldChg chg="modSp">
        <pc:chgData name="Megan Ash" userId="S::mash@partners.net::6f1afe83-cafa-44c1-84c8-e8b5d4a60212" providerId="AD" clId="Web-{B25631B7-14F0-E292-5827-882C6ACED98F}" dt="2023-01-23T20:46:07.390" v="65" actId="20577"/>
        <pc:sldMkLst>
          <pc:docMk/>
          <pc:sldMk cId="798250953" sldId="285"/>
        </pc:sldMkLst>
        <pc:spChg chg="mod">
          <ac:chgData name="Megan Ash" userId="S::mash@partners.net::6f1afe83-cafa-44c1-84c8-e8b5d4a60212" providerId="AD" clId="Web-{B25631B7-14F0-E292-5827-882C6ACED98F}" dt="2023-01-23T20:46:07.390" v="65" actId="20577"/>
          <ac:spMkLst>
            <pc:docMk/>
            <pc:sldMk cId="798250953" sldId="285"/>
            <ac:spMk id="6" creationId="{00000000-0000-0000-0000-000000000000}"/>
          </ac:spMkLst>
        </pc:spChg>
      </pc:sldChg>
      <pc:sldChg chg="modSp">
        <pc:chgData name="Megan Ash" userId="S::mash@partners.net::6f1afe83-cafa-44c1-84c8-e8b5d4a60212" providerId="AD" clId="Web-{B25631B7-14F0-E292-5827-882C6ACED98F}" dt="2023-01-23T20:41:09.880" v="28" actId="20577"/>
        <pc:sldMkLst>
          <pc:docMk/>
          <pc:sldMk cId="2581595366" sldId="291"/>
        </pc:sldMkLst>
        <pc:spChg chg="mod">
          <ac:chgData name="Megan Ash" userId="S::mash@partners.net::6f1afe83-cafa-44c1-84c8-e8b5d4a60212" providerId="AD" clId="Web-{B25631B7-14F0-E292-5827-882C6ACED98F}" dt="2023-01-23T20:41:09.880" v="28" actId="20577"/>
          <ac:spMkLst>
            <pc:docMk/>
            <pc:sldMk cId="2581595366" sldId="291"/>
            <ac:spMk id="200" creationId="{00000000-0000-0000-0000-000000000000}"/>
          </ac:spMkLst>
        </pc:spChg>
      </pc:sldChg>
      <pc:sldChg chg="modSp">
        <pc:chgData name="Megan Ash" userId="S::mash@partners.net::6f1afe83-cafa-44c1-84c8-e8b5d4a60212" providerId="AD" clId="Web-{B25631B7-14F0-E292-5827-882C6ACED98F}" dt="2023-01-23T22:30:15.106" v="81" actId="20577"/>
        <pc:sldMkLst>
          <pc:docMk/>
          <pc:sldMk cId="3022750580" sldId="292"/>
        </pc:sldMkLst>
        <pc:spChg chg="mod">
          <ac:chgData name="Megan Ash" userId="S::mash@partners.net::6f1afe83-cafa-44c1-84c8-e8b5d4a60212" providerId="AD" clId="Web-{B25631B7-14F0-E292-5827-882C6ACED98F}" dt="2023-01-23T22:30:15.106" v="81" actId="20577"/>
          <ac:spMkLst>
            <pc:docMk/>
            <pc:sldMk cId="3022750580" sldId="292"/>
            <ac:spMk id="7" creationId="{B37FB4E7-B8CD-9AB2-13AB-E2D6FED793FF}"/>
          </ac:spMkLst>
        </pc:spChg>
      </pc:sldChg>
      <pc:sldChg chg="modSp">
        <pc:chgData name="Megan Ash" userId="S::mash@partners.net::6f1afe83-cafa-44c1-84c8-e8b5d4a60212" providerId="AD" clId="Web-{B25631B7-14F0-E292-5827-882C6ACED98F}" dt="2023-01-23T22:34:54.333" v="101" actId="20577"/>
        <pc:sldMkLst>
          <pc:docMk/>
          <pc:sldMk cId="825426635" sldId="293"/>
        </pc:sldMkLst>
        <pc:spChg chg="mod">
          <ac:chgData name="Megan Ash" userId="S::mash@partners.net::6f1afe83-cafa-44c1-84c8-e8b5d4a60212" providerId="AD" clId="Web-{B25631B7-14F0-E292-5827-882C6ACED98F}" dt="2023-01-23T22:34:54.333" v="101" actId="20577"/>
          <ac:spMkLst>
            <pc:docMk/>
            <pc:sldMk cId="825426635" sldId="293"/>
            <ac:spMk id="7" creationId="{B37FB4E7-B8CD-9AB2-13AB-E2D6FED793FF}"/>
          </ac:spMkLst>
        </pc:spChg>
      </pc:sldChg>
      <pc:sldChg chg="modSp">
        <pc:chgData name="Megan Ash" userId="S::mash@partners.net::6f1afe83-cafa-44c1-84c8-e8b5d4a60212" providerId="AD" clId="Web-{B25631B7-14F0-E292-5827-882C6ACED98F}" dt="2023-01-23T23:15:24.307" v="111" actId="20577"/>
        <pc:sldMkLst>
          <pc:docMk/>
          <pc:sldMk cId="2947183603" sldId="296"/>
        </pc:sldMkLst>
        <pc:spChg chg="mod">
          <ac:chgData name="Megan Ash" userId="S::mash@partners.net::6f1afe83-cafa-44c1-84c8-e8b5d4a60212" providerId="AD" clId="Web-{B25631B7-14F0-E292-5827-882C6ACED98F}" dt="2023-01-23T23:15:24.307" v="111" actId="20577"/>
          <ac:spMkLst>
            <pc:docMk/>
            <pc:sldMk cId="2947183603" sldId="296"/>
            <ac:spMk id="5" creationId="{00000000-0000-0000-0000-000000000000}"/>
          </ac:spMkLst>
        </pc:spChg>
      </pc:sldChg>
      <pc:sldChg chg="modSp">
        <pc:chgData name="Megan Ash" userId="S::mash@partners.net::6f1afe83-cafa-44c1-84c8-e8b5d4a60212" providerId="AD" clId="Web-{B25631B7-14F0-E292-5827-882C6ACED98F}" dt="2023-01-23T23:15:47.683" v="114" actId="20577"/>
        <pc:sldMkLst>
          <pc:docMk/>
          <pc:sldMk cId="3592066258" sldId="298"/>
        </pc:sldMkLst>
        <pc:spChg chg="mod">
          <ac:chgData name="Megan Ash" userId="S::mash@partners.net::6f1afe83-cafa-44c1-84c8-e8b5d4a60212" providerId="AD" clId="Web-{B25631B7-14F0-E292-5827-882C6ACED98F}" dt="2023-01-23T23:15:47.683" v="114" actId="20577"/>
          <ac:spMkLst>
            <pc:docMk/>
            <pc:sldMk cId="3592066258" sldId="298"/>
            <ac:spMk id="5" creationId="{00000000-0000-0000-0000-000000000000}"/>
          </ac:spMkLst>
        </pc:spChg>
      </pc:sldChg>
      <pc:sldChg chg="modSp">
        <pc:chgData name="Megan Ash" userId="S::mash@partners.net::6f1afe83-cafa-44c1-84c8-e8b5d4a60212" providerId="AD" clId="Web-{B25631B7-14F0-E292-5827-882C6ACED98F}" dt="2023-01-23T22:50:39.002" v="107" actId="20577"/>
        <pc:sldMkLst>
          <pc:docMk/>
          <pc:sldMk cId="273270147" sldId="300"/>
        </pc:sldMkLst>
        <pc:spChg chg="mod">
          <ac:chgData name="Megan Ash" userId="S::mash@partners.net::6f1afe83-cafa-44c1-84c8-e8b5d4a60212" providerId="AD" clId="Web-{B25631B7-14F0-E292-5827-882C6ACED98F}" dt="2023-01-23T22:50:39.002" v="107" actId="20577"/>
          <ac:spMkLst>
            <pc:docMk/>
            <pc:sldMk cId="273270147" sldId="300"/>
            <ac:spMk id="6" creationId="{00000000-0000-0000-0000-000000000000}"/>
          </ac:spMkLst>
        </pc:spChg>
      </pc:sldChg>
      <pc:sldChg chg="modSp">
        <pc:chgData name="Megan Ash" userId="S::mash@partners.net::6f1afe83-cafa-44c1-84c8-e8b5d4a60212" providerId="AD" clId="Web-{B25631B7-14F0-E292-5827-882C6ACED98F}" dt="2023-01-23T22:51:57.395" v="110" actId="20577"/>
        <pc:sldMkLst>
          <pc:docMk/>
          <pc:sldMk cId="891313104" sldId="305"/>
        </pc:sldMkLst>
        <pc:spChg chg="mod">
          <ac:chgData name="Megan Ash" userId="S::mash@partners.net::6f1afe83-cafa-44c1-84c8-e8b5d4a60212" providerId="AD" clId="Web-{B25631B7-14F0-E292-5827-882C6ACED98F}" dt="2023-01-23T22:51:57.395" v="110" actId="20577"/>
          <ac:spMkLst>
            <pc:docMk/>
            <pc:sldMk cId="891313104" sldId="305"/>
            <ac:spMk id="6" creationId="{00000000-0000-0000-0000-000000000000}"/>
          </ac:spMkLst>
        </pc:spChg>
      </pc:sldChg>
      <pc:sldChg chg="modSp">
        <pc:chgData name="Megan Ash" userId="S::mash@partners.net::6f1afe83-cafa-44c1-84c8-e8b5d4a60212" providerId="AD" clId="Web-{B25631B7-14F0-E292-5827-882C6ACED98F}" dt="2023-01-23T22:49:43.547" v="104" actId="20577"/>
        <pc:sldMkLst>
          <pc:docMk/>
          <pc:sldMk cId="917300249" sldId="306"/>
        </pc:sldMkLst>
        <pc:spChg chg="mod">
          <ac:chgData name="Megan Ash" userId="S::mash@partners.net::6f1afe83-cafa-44c1-84c8-e8b5d4a60212" providerId="AD" clId="Web-{B25631B7-14F0-E292-5827-882C6ACED98F}" dt="2023-01-23T22:49:43.547" v="104" actId="20577"/>
          <ac:spMkLst>
            <pc:docMk/>
            <pc:sldMk cId="917300249" sldId="306"/>
            <ac:spMk id="6" creationId="{00000000-0000-0000-0000-000000000000}"/>
          </ac:spMkLst>
        </pc:spChg>
      </pc:sldChg>
      <pc:sldChg chg="modSp">
        <pc:chgData name="Megan Ash" userId="S::mash@partners.net::6f1afe83-cafa-44c1-84c8-e8b5d4a60212" providerId="AD" clId="Web-{B25631B7-14F0-E292-5827-882C6ACED98F}" dt="2023-01-23T23:31:58.098" v="119" actId="20577"/>
        <pc:sldMkLst>
          <pc:docMk/>
          <pc:sldMk cId="595429021" sldId="307"/>
        </pc:sldMkLst>
        <pc:spChg chg="mod">
          <ac:chgData name="Megan Ash" userId="S::mash@partners.net::6f1afe83-cafa-44c1-84c8-e8b5d4a60212" providerId="AD" clId="Web-{B25631B7-14F0-E292-5827-882C6ACED98F}" dt="2023-01-23T23:31:58.098" v="119" actId="20577"/>
          <ac:spMkLst>
            <pc:docMk/>
            <pc:sldMk cId="595429021" sldId="307"/>
            <ac:spMk id="6" creationId="{00000000-0000-0000-0000-000000000000}"/>
          </ac:spMkLst>
        </pc:spChg>
      </pc:sldChg>
      <pc:sldChg chg="modSp">
        <pc:chgData name="Megan Ash" userId="S::mash@partners.net::6f1afe83-cafa-44c1-84c8-e8b5d4a60212" providerId="AD" clId="Web-{B25631B7-14F0-E292-5827-882C6ACED98F}" dt="2023-01-23T23:36:03.171" v="122" actId="20577"/>
        <pc:sldMkLst>
          <pc:docMk/>
          <pc:sldMk cId="3796518868" sldId="308"/>
        </pc:sldMkLst>
        <pc:spChg chg="mod">
          <ac:chgData name="Megan Ash" userId="S::mash@partners.net::6f1afe83-cafa-44c1-84c8-e8b5d4a60212" providerId="AD" clId="Web-{B25631B7-14F0-E292-5827-882C6ACED98F}" dt="2023-01-23T23:36:03.171" v="122" actId="20577"/>
          <ac:spMkLst>
            <pc:docMk/>
            <pc:sldMk cId="3796518868" sldId="308"/>
            <ac:spMk id="6" creationId="{00000000-0000-0000-0000-000000000000}"/>
          </ac:spMkLst>
        </pc:spChg>
      </pc:sldChg>
      <pc:sldChg chg="modSp">
        <pc:chgData name="Megan Ash" userId="S::mash@partners.net::6f1afe83-cafa-44c1-84c8-e8b5d4a60212" providerId="AD" clId="Web-{B25631B7-14F0-E292-5827-882C6ACED98F}" dt="2023-01-23T23:39:49.821" v="127" actId="20577"/>
        <pc:sldMkLst>
          <pc:docMk/>
          <pc:sldMk cId="2152854943" sldId="310"/>
        </pc:sldMkLst>
        <pc:spChg chg="mod">
          <ac:chgData name="Megan Ash" userId="S::mash@partners.net::6f1afe83-cafa-44c1-84c8-e8b5d4a60212" providerId="AD" clId="Web-{B25631B7-14F0-E292-5827-882C6ACED98F}" dt="2023-01-23T23:39:49.821" v="127" actId="20577"/>
          <ac:spMkLst>
            <pc:docMk/>
            <pc:sldMk cId="2152854943" sldId="310"/>
            <ac:spMk id="6" creationId="{00000000-0000-0000-0000-000000000000}"/>
          </ac:spMkLst>
        </pc:spChg>
      </pc:sldChg>
      <pc:sldChg chg="modSp">
        <pc:chgData name="Megan Ash" userId="S::mash@partners.net::6f1afe83-cafa-44c1-84c8-e8b5d4a60212" providerId="AD" clId="Web-{B25631B7-14F0-E292-5827-882C6ACED98F}" dt="2023-01-23T23:40:40.323" v="130" actId="20577"/>
        <pc:sldMkLst>
          <pc:docMk/>
          <pc:sldMk cId="1941554211" sldId="311"/>
        </pc:sldMkLst>
        <pc:spChg chg="mod">
          <ac:chgData name="Megan Ash" userId="S::mash@partners.net::6f1afe83-cafa-44c1-84c8-e8b5d4a60212" providerId="AD" clId="Web-{B25631B7-14F0-E292-5827-882C6ACED98F}" dt="2023-01-23T23:40:40.323" v="130" actId="20577"/>
          <ac:spMkLst>
            <pc:docMk/>
            <pc:sldMk cId="1941554211" sldId="311"/>
            <ac:spMk id="6" creationId="{00000000-0000-0000-0000-000000000000}"/>
          </ac:spMkLst>
        </pc:spChg>
      </pc:sldChg>
      <pc:sldChg chg="modSp">
        <pc:chgData name="Megan Ash" userId="S::mash@partners.net::6f1afe83-cafa-44c1-84c8-e8b5d4a60212" providerId="AD" clId="Web-{B25631B7-14F0-E292-5827-882C6ACED98F}" dt="2023-01-23T20:49:50.960" v="70" actId="20577"/>
        <pc:sldMkLst>
          <pc:docMk/>
          <pc:sldMk cId="457462656" sldId="315"/>
        </pc:sldMkLst>
        <pc:spChg chg="mod">
          <ac:chgData name="Megan Ash" userId="S::mash@partners.net::6f1afe83-cafa-44c1-84c8-e8b5d4a60212" providerId="AD" clId="Web-{B25631B7-14F0-E292-5827-882C6ACED98F}" dt="2023-01-23T20:49:50.960" v="70" actId="20577"/>
          <ac:spMkLst>
            <pc:docMk/>
            <pc:sldMk cId="457462656" sldId="315"/>
            <ac:spMk id="6" creationId="{00000000-0000-0000-0000-000000000000}"/>
          </ac:spMkLst>
        </pc:spChg>
      </pc:sldChg>
      <pc:sldChg chg="modSp">
        <pc:chgData name="Megan Ash" userId="S::mash@partners.net::6f1afe83-cafa-44c1-84c8-e8b5d4a60212" providerId="AD" clId="Web-{B25631B7-14F0-E292-5827-882C6ACED98F}" dt="2023-01-23T20:50:01.586" v="72" actId="20577"/>
        <pc:sldMkLst>
          <pc:docMk/>
          <pc:sldMk cId="2932724168" sldId="316"/>
        </pc:sldMkLst>
        <pc:spChg chg="mod">
          <ac:chgData name="Megan Ash" userId="S::mash@partners.net::6f1afe83-cafa-44c1-84c8-e8b5d4a60212" providerId="AD" clId="Web-{B25631B7-14F0-E292-5827-882C6ACED98F}" dt="2023-01-23T20:50:01.586" v="72" actId="20577"/>
          <ac:spMkLst>
            <pc:docMk/>
            <pc:sldMk cId="2932724168" sldId="31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203F82-69B2-4E0B-BA84-A107AD31EA49}" type="datetimeFigureOut">
              <a:rPr lang="en-US" smtClean="0"/>
              <a:t>1/23/2023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Haga clic para editar los estilos de texto maestro</a:t>
            </a:r>
          </a:p>
          <a:p>
            <a:pPr lvl="1"/>
            <a:r>
              <a:rPr lang="en-US"/>
              <a:t>Segundo nivel</a:t>
            </a:r>
          </a:p>
          <a:p>
            <a:pPr lvl="2"/>
            <a:r>
              <a:rPr lang="en-US"/>
              <a:t>Tercer nivel</a:t>
            </a:r>
          </a:p>
          <a:p>
            <a:pPr lvl="3"/>
            <a:r>
              <a:rPr lang="en-US"/>
              <a:t>Cuarto nivel</a:t>
            </a:r>
          </a:p>
          <a:p>
            <a:pPr lvl="4"/>
            <a:r>
              <a:rPr lang="en-US"/>
              <a:t>Quinto nivel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B1F323-6A80-4D1A-89AA-49486A57E67A}" type="slidenum">
              <a:rPr lang="en-US" smtClean="0"/>
              <a:t>‹#›</a:t>
            </a:fld>
            <a:endParaRPr lang="en-US"/>
          </a:p>
        </p:txBody>
      </p:sp>
    </p:spTree>
    <p:extLst>
      <p:ext uri="{BB962C8B-B14F-4D97-AF65-F5344CB8AC3E}">
        <p14:creationId xmlns:p14="http://schemas.microsoft.com/office/powerpoint/2010/main" val="25710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latin typeface="Trade Gothic" panose="02000503020000020004" pitchFamily="2" charset="0"/>
              </a:rPr>
              <a:t>Principios contables generalmente aceptados (PCGA)</a:t>
            </a:r>
          </a:p>
          <a:p>
            <a:endParaRPr lang="en-US"/>
          </a:p>
          <a:p>
            <a:r>
              <a:rPr lang="en-US"/>
              <a:t>Debe ser NECESARIA, </a:t>
            </a:r>
            <a:r>
              <a:rPr lang="en-US" baseline="0"/>
              <a:t>RAZONABLE, ASIGNABLE y CONFORME a las condiciones de la subvención. </a:t>
            </a:r>
          </a:p>
          <a:p>
            <a:endParaRPr lang="en-US" baseline="0"/>
          </a:p>
          <a:p>
            <a:r>
              <a:rPr lang="en-US" baseline="0"/>
              <a:t>Coherencia en la propuesta, imputación e información de los costes: </a:t>
            </a:r>
          </a:p>
          <a:p>
            <a:endParaRPr lang="en-US" baseline="0"/>
          </a:p>
          <a:p>
            <a:r>
              <a:rPr lang="en-US"/>
              <a:t>§200.403 (d) establece: "Un coste no podrá asignarse a una concesión federal como coste directo si cualquier otro coste incurrido para el mismo fin en circunstancias similares ha sido asignado a la concesión federal como coste indirecto."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latin typeface="Trade Gothic" panose="02000503020000020004" pitchFamily="2" charset="0"/>
              </a:rPr>
              <a:t>Principios contables generalmente aceptados (PCGA)</a:t>
            </a:r>
          </a:p>
          <a:p>
            <a:endParaRPr lang="en-US"/>
          </a:p>
          <a:p>
            <a:r>
              <a:rPr lang="en-US"/>
              <a:t>Debe ser NECESARIA, </a:t>
            </a:r>
            <a:r>
              <a:rPr lang="en-US" baseline="0"/>
              <a:t>RAZONABLE, ASIGNABLE y CONFORME a las condiciones de la subvención. </a:t>
            </a:r>
          </a:p>
          <a:p>
            <a:endParaRPr lang="en-US" baseline="0"/>
          </a:p>
          <a:p>
            <a:r>
              <a:rPr lang="en-US" baseline="0"/>
              <a:t>Coherencia en la propuesta, imputación e información de los costes: </a:t>
            </a:r>
          </a:p>
          <a:p>
            <a:endParaRPr lang="en-US" baseline="0"/>
          </a:p>
          <a:p>
            <a:r>
              <a:rPr lang="en-US"/>
              <a:t>§200.403 (d) establece: "Un coste no podrá asignarse a una concesión federal como coste directo si cualquier otro coste incurrido para el mismo fin en circunstancias similares ha sido asignado a la concesión federal como coste indirecto." </a:t>
            </a:r>
          </a:p>
        </p:txBody>
      </p:sp>
    </p:spTree>
    <p:extLst>
      <p:ext uri="{BB962C8B-B14F-4D97-AF65-F5344CB8AC3E}">
        <p14:creationId xmlns:p14="http://schemas.microsoft.com/office/powerpoint/2010/main" val="4048405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C00000"/>
                </a:solidFill>
                <a:latin typeface="Trade Gothic" panose="02000503020000020004" pitchFamily="2" charset="0"/>
              </a:rPr>
              <a:t>(imputable o asignable)</a:t>
            </a:r>
            <a:endParaRPr lang="en-US" sz="2400" b="1">
              <a:latin typeface="Trade Gothic" panose="02000503020000020004" pitchFamily="2" charset="0"/>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C00000"/>
                </a:solidFill>
                <a:latin typeface="Trade Gothic" panose="02000503020000020004" pitchFamily="2" charset="0"/>
              </a:rPr>
              <a:t>(imputable o asignable)</a:t>
            </a:r>
            <a:endParaRPr lang="en-US" sz="2400" b="1">
              <a:latin typeface="Trade Gothic" panose="02000503020000020004" pitchFamily="2" charset="0"/>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176664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C00000"/>
                </a:solidFill>
                <a:latin typeface="Trade Gothic" panose="02000503020000020004" pitchFamily="2" charset="0"/>
              </a:rPr>
              <a:t>(imputable o asignable)</a:t>
            </a:r>
            <a:endParaRPr lang="en-US" sz="2400" b="1">
              <a:latin typeface="Trade Gothic" panose="02000503020000020004" pitchFamily="2" charset="0"/>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935987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C00000"/>
                </a:solidFill>
                <a:latin typeface="Trade Gothic" panose="02000503020000020004" pitchFamily="2" charset="0"/>
              </a:rPr>
              <a:t>(imputable o imputable)</a:t>
            </a:r>
            <a:endParaRPr lang="en-US" sz="2400" b="1">
              <a:latin typeface="Trade Gothic" panose="02000503020000020004" pitchFamily="2" charset="0"/>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515869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1790347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2133693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a:p>
        </p:txBody>
      </p:sp>
    </p:spTree>
    <p:extLst>
      <p:ext uri="{BB962C8B-B14F-4D97-AF65-F5344CB8AC3E}">
        <p14:creationId xmlns:p14="http://schemas.microsoft.com/office/powerpoint/2010/main" val="41955959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a:p>
        </p:txBody>
      </p:sp>
    </p:spTree>
    <p:extLst>
      <p:ext uri="{BB962C8B-B14F-4D97-AF65-F5344CB8AC3E}">
        <p14:creationId xmlns:p14="http://schemas.microsoft.com/office/powerpoint/2010/main" val="20411491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a:p>
        </p:txBody>
      </p:sp>
    </p:spTree>
    <p:extLst>
      <p:ext uri="{BB962C8B-B14F-4D97-AF65-F5344CB8AC3E}">
        <p14:creationId xmlns:p14="http://schemas.microsoft.com/office/powerpoint/2010/main" val="4596922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869305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1042293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34936818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23418875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7481942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32055326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2231603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2949112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25206936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68336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61081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7257715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4912510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24973727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37672831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3710555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21658875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20517156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28914965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40334748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B3C591-59DC-4018-8F9B-DC064D3F1B80}"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221642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1444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3C591-59DC-4018-8F9B-DC064D3F1B80}"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18336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B3C591-59DC-4018-8F9B-DC064D3F1B80}" type="datetimeFigureOut">
              <a:rPr lang="en-US" smtClean="0"/>
              <a:t>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163334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B3C591-59DC-4018-8F9B-DC064D3F1B80}" type="datetimeFigureOut">
              <a:rPr lang="en-US" smtClean="0"/>
              <a:t>1/23/2023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23734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B3C591-59DC-4018-8F9B-DC064D3F1B80}" type="datetimeFigureOut">
              <a:rPr lang="en-US" smtClean="0"/>
              <a:t>1/23/2023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07886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3C591-59DC-4018-8F9B-DC064D3F1B80}" type="datetimeFigureOut">
              <a:rPr lang="en-US" smtClean="0"/>
              <a:t>1/23/2023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322918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7196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106327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5529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8"/>
            <a:ext cx="6019800" cy="43886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757687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5" y="1"/>
            <a:ext cx="4095677" cy="5143500"/>
          </a:xfrm>
          <a:prstGeom prst="rect">
            <a:avLst/>
          </a:prstGeom>
          <a:noFill/>
          <a:ln>
            <a:noFill/>
          </a:ln>
        </p:spPr>
      </p:pic>
      <p:sp>
        <p:nvSpPr>
          <p:cNvPr id="11" name="Google Shape;11;p2"/>
          <p:cNvSpPr txBox="1">
            <a:spLocks noGrp="1"/>
          </p:cNvSpPr>
          <p:nvPr>
            <p:ph type="ctrTitle"/>
          </p:nvPr>
        </p:nvSpPr>
        <p:spPr>
          <a:xfrm>
            <a:off x="3208125" y="3287226"/>
            <a:ext cx="5250300" cy="1159801"/>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415723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2683976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a:p>
        </p:txBody>
      </p:sp>
    </p:spTree>
    <p:extLst>
      <p:ext uri="{BB962C8B-B14F-4D97-AF65-F5344CB8AC3E}">
        <p14:creationId xmlns:p14="http://schemas.microsoft.com/office/powerpoint/2010/main" val="83543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3834229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1104682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153608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a:p>
        </p:txBody>
      </p:sp>
    </p:spTree>
    <p:extLst>
      <p:ext uri="{BB962C8B-B14F-4D97-AF65-F5344CB8AC3E}">
        <p14:creationId xmlns:p14="http://schemas.microsoft.com/office/powerpoint/2010/main" val="2081109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535816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a:p>
        </p:txBody>
      </p:sp>
    </p:spTree>
    <p:extLst>
      <p:ext uri="{BB962C8B-B14F-4D97-AF65-F5344CB8AC3E}">
        <p14:creationId xmlns:p14="http://schemas.microsoft.com/office/powerpoint/2010/main" val="2600558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173912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1012378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84097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a:p>
        </p:txBody>
      </p:sp>
    </p:spTree>
    <p:extLst>
      <p:ext uri="{BB962C8B-B14F-4D97-AF65-F5344CB8AC3E}">
        <p14:creationId xmlns:p14="http://schemas.microsoft.com/office/powerpoint/2010/main" val="3143621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9144000" cy="5143503"/>
          </a:xfrm>
          <a:prstGeom prst="rect">
            <a:avLst/>
          </a:prstGeom>
          <a:noFill/>
          <a:ln>
            <a:noFill/>
          </a:ln>
        </p:spPr>
      </p:pic>
      <p:sp>
        <p:nvSpPr>
          <p:cNvPr id="52" name="Google Shape;52;p11"/>
          <p:cNvSpPr txBox="1">
            <a:spLocks noGrp="1"/>
          </p:cNvSpPr>
          <p:nvPr>
            <p:ph type="sldNum" idx="12"/>
          </p:nvPr>
        </p:nvSpPr>
        <p:spPr>
          <a:xfrm>
            <a:off x="4297650" y="4447973"/>
            <a:ext cx="548700" cy="3936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a:pPr/>
              <a:t>‹#›</a:t>
            </a:fld>
            <a:endParaRPr/>
          </a:p>
        </p:txBody>
      </p:sp>
    </p:spTree>
    <p:extLst>
      <p:ext uri="{BB962C8B-B14F-4D97-AF65-F5344CB8AC3E}">
        <p14:creationId xmlns:p14="http://schemas.microsoft.com/office/powerpoint/2010/main" val="365262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Haga clic para editar el estilo del título principal</a:t>
            </a:r>
          </a:p>
        </p:txBody>
      </p:sp>
      <p:sp>
        <p:nvSpPr>
          <p:cNvPr id="3" name="Text Placeholder 2"/>
          <p:cNvSpPr>
            <a:spLocks noGrp="1"/>
          </p:cNvSpPr>
          <p:nvPr>
            <p:ph type="body" idx="1"/>
          </p:nvPr>
        </p:nvSpPr>
        <p:spPr>
          <a:xfrm>
            <a:off x="457200" y="1200150"/>
            <a:ext cx="8229600" cy="3394473"/>
          </a:xfrm>
          <a:prstGeom prst="rect">
            <a:avLst/>
          </a:prstGeom>
        </p:spPr>
        <p:txBody>
          <a:bodyPr vert="horz" lIns="91440" tIns="45720" rIns="91440" bIns="45720" rtlCol="0">
            <a:normAutofit/>
          </a:bodyPr>
          <a:lstStyle/>
          <a:p>
            <a:pPr lvl="0"/>
            <a:r>
              <a:rPr lang="en-US"/>
              <a:t>Haga clic para editar los estilos de texto maestro</a:t>
            </a:r>
          </a:p>
          <a:p>
            <a:pPr lvl="1"/>
            <a:r>
              <a:rPr lang="en-US"/>
              <a:t>Segundo nivel</a:t>
            </a:r>
          </a:p>
          <a:p>
            <a:pPr lvl="2"/>
            <a:r>
              <a:rPr lang="en-US"/>
              <a:t>Tercer nivel</a:t>
            </a:r>
          </a:p>
          <a:p>
            <a:pPr lvl="3"/>
            <a:r>
              <a:rPr lang="en-US"/>
              <a:t>Cuarto nivel</a:t>
            </a:r>
          </a:p>
          <a:p>
            <a:pPr lvl="4"/>
            <a:r>
              <a:rPr lang="en-US"/>
              <a:t>Quinto nivel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7B3C591-59DC-4018-8F9B-DC064D3F1B80}" type="datetimeFigureOut">
              <a:rPr lang="en-US" smtClean="0"/>
              <a:t>1/23/2023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9F2E89-3652-49D8-B08D-2B87096A2995}" type="slidenum">
              <a:rPr lang="en-US" smtClean="0"/>
              <a:t>‹#›</a:t>
            </a:fld>
            <a:endParaRPr lang="en-US"/>
          </a:p>
        </p:txBody>
      </p:sp>
    </p:spTree>
    <p:extLst>
      <p:ext uri="{BB962C8B-B14F-4D97-AF65-F5344CB8AC3E}">
        <p14:creationId xmlns:p14="http://schemas.microsoft.com/office/powerpoint/2010/main" val="110933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t>‹#›</a:t>
            </a:fld>
            <a:endParaRPr kern="0"/>
          </a:p>
        </p:txBody>
      </p:sp>
    </p:spTree>
    <p:extLst>
      <p:ext uri="{BB962C8B-B14F-4D97-AF65-F5344CB8AC3E}">
        <p14:creationId xmlns:p14="http://schemas.microsoft.com/office/powerpoint/2010/main" val="345436456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t>‹#›</a:t>
            </a:fld>
            <a:endParaRPr kern="0"/>
          </a:p>
        </p:txBody>
      </p:sp>
    </p:spTree>
    <p:extLst>
      <p:ext uri="{BB962C8B-B14F-4D97-AF65-F5344CB8AC3E}">
        <p14:creationId xmlns:p14="http://schemas.microsoft.com/office/powerpoint/2010/main" val="95317590"/>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hyperlink" Target="https://www.ecfr.gov/current/title-2/subtitle-A/chapter-II/part-200?toc=1" TargetMode="External"/><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D/section-200.302"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a20080eff2ea53/section-200.40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0"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partnersnet107.sharepoint.com/:x:/s/External/EcGY8UdL7vdGlypWvWJF-TEBSk3KvSkRpHN4b6XTa4DkpQ?e=tuSPVY" TargetMode="External"/><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hyperlink" Target="https://www.ecfr.gov/current/title-2/subtitle-A/chapter-II/part-200/subpart-E/subject-group-ECFRed1f39f9b3d4e72/section-200.430#p-200.430(i)" TargetMode="External"/><Relationship Id="rId5" Type="http://schemas.openxmlformats.org/officeDocument/2006/relationships/image" Target="../media/image9.png"/><Relationship Id="rId4" Type="http://schemas.openxmlformats.org/officeDocument/2006/relationships/hyperlink" Target="https://partnersnet107.sharepoint.com/:x:/s/External/Ecc_ECqCC11AiHX8aH3tugUBWUthVSEpuGqLieznQzoqRg?e=DN5c8o"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image" Target="../media/image11.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31"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31"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D/subject-group-ECFR8feb98c2e3e5ad2/section-200.314"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hyperlink" Target="../govinfo.gov/content/pkg/CFR-2014-title2-vol1/pdf/CFR-2014-title2-vol1-sec200-20.pdf"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D/subject-group-ECFR8feb98c2e3e5ad2/section-200.313"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hyperlink" Target="https://www.ecfr.gov/current/title-2/subtitle-A/chapter-II/part-200/subpart-E/subject-group-ECFRed1f39f9b3d4e72/section-200.475" TargetMode="Externa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hyperlink" Target="https://www.ecfr.gov/current/title-2/subtitle-A/chapter-II/part-200/subpart-E/subject-group-ECFRed1f39f9b3d4e72/section-200.475" TargetMode="External"/><Relationship Id="rId5" Type="http://schemas.openxmlformats.org/officeDocument/2006/relationships/hyperlink" Target="https://partnersnet107.sharepoint.com/:x:/s/External/EXw1fXiVnBtCj9tLCKG63XoBTlgz_-rvp6dCjolbNNovPA?e=WUggv6" TargetMode="Externa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hyperlink" Target="https://www.ecfr.gov/current/title-2/subtitle-A/chapter-II/part-200/subpart-E/subject-group-ECFRed1f39f9b3d4e72/section-200.475" TargetMode="External"/><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hyperlink" Target="https://aoprals.state.gov/web920/per_diem.asp" TargetMode="External"/><Relationship Id="rId5" Type="http://schemas.openxmlformats.org/officeDocument/2006/relationships/hyperlink" Target="https://www.gsa.gov/travel/plan-book/per-diem-rates" TargetMode="Externa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hyperlink" Target="https://www.ecfr.gov/current/title-2/subtitle-A/chapter-II/part-200/subpart-E/subject-group-ECFRed1f39f9b3d4e72/section-200.475" TargetMode="External"/><Relationship Id="rId2" Type="http://schemas.openxmlformats.org/officeDocument/2006/relationships/notesSlide" Target="../notesSlides/notesSlide26.xml"/><Relationship Id="rId1" Type="http://schemas.openxmlformats.org/officeDocument/2006/relationships/slideLayout" Target="../slideLayouts/slideLayout16.xml"/><Relationship Id="rId6" Type="http://schemas.openxmlformats.org/officeDocument/2006/relationships/hyperlink" Target="https://aoprals.state.gov/web920/per_diem.asp" TargetMode="External"/><Relationship Id="rId5" Type="http://schemas.openxmlformats.org/officeDocument/2006/relationships/hyperlink" Target="https://www.gsa.gov/travel/plan-book/per-diem-rates" TargetMode="Externa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7.xml"/><Relationship Id="rId1" Type="http://schemas.openxmlformats.org/officeDocument/2006/relationships/slideLayout" Target="../slideLayouts/slideLayout16.xml"/><Relationship Id="rId6" Type="http://schemas.openxmlformats.org/officeDocument/2006/relationships/hyperlink" Target="https://www.ecfr.gov/current/title-2/subtitle-A/chapter-II/part-200/subpart-E/subject-group-ECFRed1f39f9b3d4e72/section-200.475" TargetMode="External"/><Relationship Id="rId5" Type="http://schemas.openxmlformats.org/officeDocument/2006/relationships/hyperlink" Target="https://www.irs.gov/newsroom/irs-issues-standard-mileage-rates-for-2023-business-use-increases-3-cents-per-mile" TargetMode="Externa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8.xml"/><Relationship Id="rId1" Type="http://schemas.openxmlformats.org/officeDocument/2006/relationships/slideLayout" Target="../slideLayouts/slideLayout16.xml"/><Relationship Id="rId6" Type="http://schemas.openxmlformats.org/officeDocument/2006/relationships/hyperlink" Target="https://www.ecfr.gov/current/title-2/subtitle-A/chapter-II/part-200/subpart-E/subject-group-ECFRed1f39f9b3d4e72/section-200.475" TargetMode="External"/><Relationship Id="rId5" Type="http://schemas.openxmlformats.org/officeDocument/2006/relationships/hyperlink" Target="https://partnersnet107.sharepoint.com/:w:/s/External/EXu9Cz1A0OFPsL5GSI0TsWkBV2x9MJQmiWFxgU_NBT9Tag?e=LURpgE" TargetMode="Externa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9.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0.xml"/><Relationship Id="rId1" Type="http://schemas.openxmlformats.org/officeDocument/2006/relationships/slideLayout" Target="../slideLayouts/slideLayout16.xml"/><Relationship Id="rId5" Type="http://schemas.openxmlformats.org/officeDocument/2006/relationships/hyperlink" Target="https://partnersnet107.sharepoint.com/:w:/s/External/EXu9Cz1A0OFPsL5GSI0TsWkBV2x9MJQmiWFxgU_NBT9Tag?e=LURpgE" TargetMode="Externa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1.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2.xml"/><Relationship Id="rId1" Type="http://schemas.openxmlformats.org/officeDocument/2006/relationships/slideLayout" Target="../slideLayouts/slideLayout16.xml"/><Relationship Id="rId5" Type="http://schemas.openxmlformats.org/officeDocument/2006/relationships/hyperlink" Target="https://www.ecfr.gov/current/title-2/subtitle-A/chapter-II/part-200/subpart-E/subject-group-ECFRed1f39f9b3d4e72/section-200.432" TargetMode="Externa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3.xml"/><Relationship Id="rId1" Type="http://schemas.openxmlformats.org/officeDocument/2006/relationships/slideLayout" Target="../slideLayouts/slideLayout16.xml"/><Relationship Id="rId5" Type="http://schemas.openxmlformats.org/officeDocument/2006/relationships/hyperlink" Target="https://www.ecfr.gov/current/title-2/subtitle-A/chapter-II/part-200/subpart-E/subject-group-ECFRed1f39f9b3d4e72/section-200.432" TargetMode="Externa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s://www.dol.gov/sites/dolgov/files/ILAB/MPG_2021_OCFT_FINAL_12312020.pdf" TargetMode="External"/><Relationship Id="rId2" Type="http://schemas.openxmlformats.org/officeDocument/2006/relationships/notesSlide" Target="../notesSlides/notesSlide34.xml"/><Relationship Id="rId1" Type="http://schemas.openxmlformats.org/officeDocument/2006/relationships/slideLayout" Target="../slideLayouts/slideLayout16.xml"/><Relationship Id="rId6" Type="http://schemas.openxmlformats.org/officeDocument/2006/relationships/hyperlink" Target="https://www.ecfr.gov/current/title-2/subtitle-A/chapter-II/part-200/subpart-E/subject-group-ECFRea20080eff2ea53/section-200.410" TargetMode="External"/><Relationship Id="rId5" Type="http://schemas.openxmlformats.org/officeDocument/2006/relationships/image" Target="../media/image9.png"/><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s://www.dol.gov/sites/dolgov/files/ILAB/MPG_2021_OCFT_FINAL_12312020.pdf" TargetMode="External"/><Relationship Id="rId2" Type="http://schemas.openxmlformats.org/officeDocument/2006/relationships/notesSlide" Target="../notesSlides/notesSlide35.xml"/><Relationship Id="rId1" Type="http://schemas.openxmlformats.org/officeDocument/2006/relationships/slideLayout" Target="../slideLayouts/slideLayout16.xml"/><Relationship Id="rId6" Type="http://schemas.openxmlformats.org/officeDocument/2006/relationships/hyperlink" Target="https://www.ecfr.gov/current/title-2/subtitle-A/chapter-II/part-200/subpart-E/subject-group-ECFRed1f39f9b3d4e72/section-200.438" TargetMode="External"/><Relationship Id="rId5" Type="http://schemas.openxmlformats.org/officeDocument/2006/relationships/image" Target="../media/image9.png"/><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1.xml"/><Relationship Id="rId1" Type="http://schemas.openxmlformats.org/officeDocument/2006/relationships/slideLayout" Target="../slideLayouts/slideLayout25.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1905000" y="1047750"/>
            <a:ext cx="7162800" cy="2435323"/>
          </a:xfrm>
          <a:prstGeom prst="rect">
            <a:avLst/>
          </a:prstGeom>
        </p:spPr>
        <p:txBody>
          <a:bodyPr spcFirstLastPara="1" wrap="square" lIns="91425" tIns="91425" rIns="91425" bIns="91425" anchor="b" anchorCtr="0">
            <a:noAutofit/>
          </a:bodyPr>
          <a:lstStyle/>
          <a:p>
            <a:r>
              <a:rPr lang="en-US" sz="4400">
                <a:solidFill>
                  <a:schemeClr val="bg1"/>
                </a:solidFill>
                <a:latin typeface="Segoe UI"/>
                <a:ea typeface="Segoe UI" pitchFamily="34" charset="0"/>
                <a:cs typeface="Segoe UI"/>
              </a:rPr>
              <a:t>Normas y </a:t>
            </a:r>
            <a:r>
              <a:rPr lang="en-US" sz="4400" err="1">
                <a:solidFill>
                  <a:schemeClr val="bg1"/>
                </a:solidFill>
                <a:latin typeface="Segoe UI"/>
                <a:ea typeface="Segoe UI" pitchFamily="34" charset="0"/>
                <a:cs typeface="Segoe UI"/>
              </a:rPr>
              <a:t>reglamentos</a:t>
            </a:r>
            <a:r>
              <a:rPr lang="en-US" sz="4400">
                <a:solidFill>
                  <a:schemeClr val="bg1"/>
                </a:solidFill>
                <a:latin typeface="Segoe UI"/>
                <a:ea typeface="Segoe UI" pitchFamily="34" charset="0"/>
                <a:cs typeface="Segoe UI"/>
              </a:rPr>
              <a:t> federales: Costos </a:t>
            </a:r>
            <a:r>
              <a:rPr lang="en-US" sz="4400" err="1">
                <a:solidFill>
                  <a:schemeClr val="bg1"/>
                </a:solidFill>
                <a:latin typeface="Segoe UI"/>
                <a:ea typeface="Segoe UI" pitchFamily="34" charset="0"/>
                <a:cs typeface="Segoe UI"/>
              </a:rPr>
              <a:t>admisibles</a:t>
            </a:r>
            <a:br>
              <a:rPr lang="en-US" sz="4400">
                <a:latin typeface="Segoe UI" pitchFamily="34" charset="0"/>
                <a:ea typeface="Segoe UI" pitchFamily="34" charset="0"/>
                <a:cs typeface="Segoe UI" pitchFamily="34" charset="0"/>
              </a:rPr>
            </a:br>
            <a:endParaRPr sz="4800"/>
          </a:p>
        </p:txBody>
      </p:sp>
      <p:cxnSp>
        <p:nvCxnSpPr>
          <p:cNvPr id="4" name="Straight Connector 3"/>
          <p:cNvCxnSpPr/>
          <p:nvPr/>
        </p:nvCxnSpPr>
        <p:spPr>
          <a:xfrm>
            <a:off x="5854826" y="426252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9952" y="4347705"/>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959226" y="2971800"/>
            <a:ext cx="5867400" cy="400110"/>
          </a:xfrm>
          <a:prstGeom prst="rect">
            <a:avLst/>
          </a:prstGeom>
        </p:spPr>
        <p:txBody>
          <a:bodyPr wrap="square">
            <a:spAutoFit/>
          </a:bodyPr>
          <a:lstStyle/>
          <a:p>
            <a:pPr algn="r"/>
            <a:r>
              <a:rPr lang="en-US" sz="2000">
                <a:solidFill>
                  <a:schemeClr val="bg1"/>
                </a:solidFill>
                <a:latin typeface="Segoe UI" panose="020B0502040204020203" pitchFamily="34" charset="0"/>
                <a:ea typeface="Segoe UI" panose="020B0502040204020203" pitchFamily="34" charset="0"/>
                <a:cs typeface="Segoe UI" panose="020B0502040204020203" pitchFamily="34" charset="0"/>
              </a:rPr>
              <a:t>El Código de Reglamentos Federales (2 CFR 200)</a:t>
            </a:r>
          </a:p>
        </p:txBody>
      </p:sp>
    </p:spTree>
    <p:extLst>
      <p:ext uri="{BB962C8B-B14F-4D97-AF65-F5344CB8AC3E}">
        <p14:creationId xmlns:p14="http://schemas.microsoft.com/office/powerpoint/2010/main" val="3963571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4"/>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a:solidFill>
                <a:srgbClr val="FFFFFF"/>
              </a:solidFill>
              <a:sym typeface="Arial"/>
            </a:endParaRPr>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Requisitos administrativos</a:t>
            </a:r>
            <a:endParaRPr sz="400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1244445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470595" y="178594"/>
            <a:ext cx="5824330" cy="857400"/>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cs typeface="Segoe UI" pitchFamily="34" charset="0"/>
              </a:rPr>
              <a:t>Reglamentos federales</a:t>
            </a:r>
            <a:endParaRPr sz="3600">
              <a:solidFill>
                <a:schemeClr val="tx1"/>
              </a:solidFill>
            </a:endParaRPr>
          </a:p>
        </p:txBody>
      </p:sp>
      <p:sp>
        <p:nvSpPr>
          <p:cNvPr id="95" name="Google Shape;95;p18"/>
          <p:cNvSpPr txBox="1">
            <a:spLocks noGrp="1"/>
          </p:cNvSpPr>
          <p:nvPr>
            <p:ph type="body" idx="1"/>
          </p:nvPr>
        </p:nvSpPr>
        <p:spPr>
          <a:xfrm>
            <a:off x="331589" y="1037600"/>
            <a:ext cx="6019800" cy="2802032"/>
          </a:xfrm>
          <a:prstGeom prst="rect">
            <a:avLst/>
          </a:prstGeom>
        </p:spPr>
        <p:txBody>
          <a:bodyPr spcFirstLastPara="1" wrap="square" lIns="91425" tIns="91425" rIns="91425" bIns="91425" anchor="t" anchorCtr="0">
            <a:noAutofit/>
          </a:bodyPr>
          <a:lstStyle/>
          <a:p>
            <a:pPr>
              <a:lnSpc>
                <a:spcPts val="2300"/>
              </a:lnSpc>
              <a:buClrTx/>
              <a:buFont typeface="Arial" panose="020B0604020202020204" pitchFamily="34" charset="0"/>
              <a:buChar char="•"/>
            </a:pPr>
            <a:r>
              <a:rPr lang="en-US" sz="1700" dirty="0">
                <a:solidFill>
                  <a:schemeClr val="tx1"/>
                </a:solidFill>
                <a:latin typeface="Segoe UI"/>
                <a:ea typeface="Segoe UI" panose="020B0502040204020203" pitchFamily="34" charset="0"/>
                <a:cs typeface="Segoe UI"/>
                <a:hlinkClick r:id="rId3">
                  <a:extLst>
                    <a:ext uri="{A12FA001-AC4F-418D-AE19-62706E023703}">
                      <ahyp:hlinkClr xmlns:ahyp="http://schemas.microsoft.com/office/drawing/2018/hyperlinkcolor" val="tx"/>
                    </a:ext>
                  </a:extLst>
                </a:hlinkClick>
              </a:rPr>
              <a:t>2 CFR 200 (Código de </a:t>
            </a:r>
            <a:r>
              <a:rPr lang="en-US" sz="1700" dirty="0" err="1">
                <a:solidFill>
                  <a:schemeClr val="tx1"/>
                </a:solidFill>
                <a:latin typeface="Segoe UI"/>
                <a:ea typeface="Segoe UI" panose="020B0502040204020203" pitchFamily="34" charset="0"/>
                <a:cs typeface="Segoe UI"/>
                <a:hlinkClick r:id="rId3">
                  <a:extLst>
                    <a:ext uri="{A12FA001-AC4F-418D-AE19-62706E023703}">
                      <ahyp:hlinkClr xmlns:ahyp="http://schemas.microsoft.com/office/drawing/2018/hyperlinkcolor" val="tx"/>
                    </a:ext>
                  </a:extLst>
                </a:hlinkClick>
              </a:rPr>
              <a:t>Reglamentos</a:t>
            </a:r>
            <a:r>
              <a:rPr lang="en-US" sz="1700" dirty="0">
                <a:solidFill>
                  <a:schemeClr val="tx1"/>
                </a:solidFill>
                <a:latin typeface="Segoe UI"/>
                <a:ea typeface="Segoe UI" panose="020B0502040204020203" pitchFamily="34" charset="0"/>
                <a:cs typeface="Segoe UI"/>
                <a:hlinkClick r:id="rId3">
                  <a:extLst>
                    <a:ext uri="{A12FA001-AC4F-418D-AE19-62706E023703}">
                      <ahyp:hlinkClr xmlns:ahyp="http://schemas.microsoft.com/office/drawing/2018/hyperlinkcolor" val="tx"/>
                    </a:ext>
                  </a:extLst>
                </a:hlinkClick>
              </a:rPr>
              <a:t> Federales)</a:t>
            </a:r>
            <a:endParaRPr lang="en-US" sz="1700" dirty="0">
              <a:solidFill>
                <a:schemeClr val="tx1"/>
              </a:solidFill>
              <a:latin typeface="Segoe UI"/>
              <a:ea typeface="Segoe UI" panose="020B0502040204020203" pitchFamily="34" charset="0"/>
              <a:cs typeface="Segoe UI"/>
            </a:endParaRPr>
          </a:p>
          <a:p>
            <a:pPr>
              <a:lnSpc>
                <a:spcPts val="2300"/>
              </a:lnSpc>
              <a:buClrTx/>
              <a:buFont typeface="Arial" panose="020B0604020202020204" pitchFamily="34" charset="0"/>
              <a:buChar char="•"/>
            </a:pPr>
            <a:r>
              <a:rPr lang="en-US" sz="1700" dirty="0" err="1">
                <a:solidFill>
                  <a:schemeClr val="tx1"/>
                </a:solidFill>
                <a:latin typeface="Segoe UI"/>
                <a:ea typeface="Segoe UI" panose="020B0502040204020203" pitchFamily="34" charset="0"/>
                <a:cs typeface="Segoe UI"/>
              </a:rPr>
              <a:t>Departamento</a:t>
            </a:r>
            <a:r>
              <a:rPr lang="en-US" sz="1700" dirty="0">
                <a:solidFill>
                  <a:schemeClr val="tx1"/>
                </a:solidFill>
                <a:latin typeface="Segoe UI"/>
                <a:ea typeface="Segoe UI" panose="020B0502040204020203" pitchFamily="34" charset="0"/>
                <a:cs typeface="Segoe UI"/>
              </a:rPr>
              <a:t> de </a:t>
            </a:r>
            <a:r>
              <a:rPr lang="en-US" sz="1700" dirty="0" err="1">
                <a:solidFill>
                  <a:schemeClr val="tx1"/>
                </a:solidFill>
                <a:latin typeface="Segoe UI"/>
                <a:ea typeface="Segoe UI" panose="020B0502040204020203" pitchFamily="34" charset="0"/>
                <a:cs typeface="Segoe UI"/>
              </a:rPr>
              <a:t>Trabajo</a:t>
            </a:r>
            <a:r>
              <a:rPr lang="en-US" sz="1700" dirty="0">
                <a:solidFill>
                  <a:schemeClr val="tx1"/>
                </a:solidFill>
                <a:latin typeface="Segoe UI"/>
                <a:ea typeface="Segoe UI" panose="020B0502040204020203" pitchFamily="34" charset="0"/>
                <a:cs typeface="Segoe UI"/>
              </a:rPr>
              <a:t> MPG (Management Procedure &amp; Guidelines)</a:t>
            </a:r>
          </a:p>
          <a:p>
            <a:pPr marL="114300" indent="0">
              <a:lnSpc>
                <a:spcPts val="2300"/>
              </a:lnSpc>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ts val="2300"/>
              </a:lnSpc>
              <a:buClrTx/>
              <a:buFont typeface="Arial" panose="020B0604020202020204" pitchFamily="34" charset="0"/>
              <a:buChar char="•"/>
            </a:pPr>
            <a:r>
              <a:rPr lang="es-CR" sz="2000" b="1" u="sng" dirty="0">
                <a:solidFill>
                  <a:schemeClr val="tx1"/>
                </a:solidFill>
                <a:latin typeface="Segoe UI"/>
                <a:ea typeface="Segoe UI" panose="020B0502040204020203" pitchFamily="34" charset="0"/>
                <a:cs typeface="Segoe UI"/>
              </a:rPr>
              <a:t>Para que un gasto sea admisible en el acuerdo, debe cumplir la normativas</a:t>
            </a:r>
          </a:p>
          <a:p>
            <a:pPr>
              <a:lnSpc>
                <a:spcPts val="2300"/>
              </a:lnSpc>
              <a:buClrTx/>
              <a:buFont typeface="Arial" panose="020B0604020202020204" pitchFamily="34" charset="0"/>
              <a:buChar char="•"/>
            </a:pPr>
            <a:endParaRPr lang="es-CR" sz="2000" b="1" u="sng" dirty="0">
              <a:solidFill>
                <a:schemeClr val="tx1"/>
              </a:solidFill>
              <a:latin typeface="Segoe UI"/>
              <a:ea typeface="Segoe UI" panose="020B0502040204020203" pitchFamily="34" charset="0"/>
              <a:cs typeface="Segoe UI"/>
            </a:endParaRPr>
          </a:p>
          <a:p>
            <a:pPr>
              <a:lnSpc>
                <a:spcPts val="2300"/>
              </a:lnSpc>
              <a:buClrTx/>
              <a:buFont typeface="Arial" panose="020B0604020202020204" pitchFamily="34" charset="0"/>
              <a:buChar char="•"/>
            </a:pPr>
            <a:r>
              <a:rPr lang="es-CR" sz="1700" dirty="0">
                <a:solidFill>
                  <a:schemeClr val="tx1"/>
                </a:solidFill>
                <a:latin typeface="Segoe UI"/>
                <a:ea typeface="Segoe UI" panose="020B0502040204020203" pitchFamily="34" charset="0"/>
                <a:cs typeface="Segoe UI"/>
              </a:rPr>
              <a:t>En caso de duda sobre un gasto, consulte con el POA</a:t>
            </a:r>
          </a:p>
          <a:p>
            <a:pPr lvl="1">
              <a:lnSpc>
                <a:spcPts val="2300"/>
              </a:lnSpc>
              <a:buClr>
                <a:schemeClr val="tx1"/>
              </a:buClr>
              <a:buFont typeface="Arial,Sans-Serif" panose="020B0604020202020204" pitchFamily="34" charset="0"/>
              <a:buChar char="•"/>
            </a:pPr>
            <a:r>
              <a:rPr lang="es-CR" sz="1200" dirty="0">
                <a:solidFill>
                  <a:schemeClr val="tx1"/>
                </a:solidFill>
                <a:latin typeface="Segoe UI"/>
                <a:cs typeface="Segoe UI"/>
              </a:rPr>
              <a:t>Juan Carlos Mendoza (jcmendoza@partners.net)</a:t>
            </a:r>
            <a:endParaRPr lang="es-CR" sz="1200" dirty="0">
              <a:solidFill>
                <a:schemeClr val="tx1"/>
              </a:solidFill>
            </a:endParaRPr>
          </a:p>
          <a:p>
            <a:pPr lvl="1">
              <a:lnSpc>
                <a:spcPts val="2300"/>
              </a:lnSpc>
              <a:buClr>
                <a:schemeClr val="tx1"/>
              </a:buClr>
              <a:buFont typeface="Arial,Sans-Serif" panose="020B0604020202020204" pitchFamily="34" charset="0"/>
              <a:buChar char="•"/>
            </a:pPr>
            <a:r>
              <a:rPr lang="es-CR" sz="1200" dirty="0">
                <a:solidFill>
                  <a:schemeClr val="tx1"/>
                </a:solidFill>
                <a:latin typeface="Segoe UI"/>
                <a:cs typeface="Segoe UI"/>
              </a:rPr>
              <a:t>Megan Ash (mash@partners.net) </a:t>
            </a:r>
            <a:endParaRPr lang="es-CR" sz="2800" dirty="0">
              <a:solidFill>
                <a:schemeClr val="tx1"/>
              </a:solidFill>
            </a:endParaRPr>
          </a:p>
          <a:p>
            <a:pPr lvl="1">
              <a:lnSpc>
                <a:spcPts val="2300"/>
              </a:lnSpc>
              <a:buClr>
                <a:schemeClr val="tx1"/>
              </a:buClr>
              <a:buFont typeface="Arial" panose="020B0604020202020204" pitchFamily="34" charset="0"/>
              <a:buChar char="•"/>
            </a:pPr>
            <a:r>
              <a:rPr lang="es-CR" sz="1200" dirty="0">
                <a:solidFill>
                  <a:schemeClr val="tx1"/>
                </a:solidFill>
                <a:latin typeface="Segoe UI"/>
                <a:ea typeface="Segoe UI" panose="020B0502040204020203" pitchFamily="34" charset="0"/>
                <a:cs typeface="Segoe UI"/>
              </a:rPr>
              <a:t>Allison McGovern (amcgovern@partners.net)</a:t>
            </a:r>
            <a:endParaRPr lang="es-CR" sz="1200" dirty="0">
              <a:solidFill>
                <a:schemeClr val="tx1"/>
              </a:solidFill>
              <a:latin typeface="Segoe UI"/>
              <a:ea typeface="Segoe UI" panose="020B0502040204020203" pitchFamily="34" charset="0"/>
              <a:cs typeface="Segoe UI" panose="020B0502040204020203" pitchFamily="34" charset="0"/>
            </a:endParaRPr>
          </a:p>
          <a:p>
            <a:pPr lvl="1">
              <a:lnSpc>
                <a:spcPts val="2300"/>
              </a:lnSpc>
              <a:buClr>
                <a:schemeClr val="tx1"/>
              </a:buClr>
              <a:buFont typeface="Arial" panose="020B0604020202020204" pitchFamily="34" charset="0"/>
              <a:buChar char="•"/>
            </a:pPr>
            <a:endParaRPr lang="es-CR" sz="1200" dirty="0">
              <a:solidFill>
                <a:schemeClr val="tx1"/>
              </a:solidFill>
              <a:latin typeface="Segoe UI"/>
              <a:ea typeface="Segoe UI" panose="020B0502040204020203" pitchFamily="34" charset="0"/>
              <a:cs typeface="Segoe UI" panose="020B0502040204020203" pitchFamily="34" charset="0"/>
            </a:endParaRPr>
          </a:p>
          <a:p>
            <a:pPr lvl="2">
              <a:lnSpc>
                <a:spcPts val="2300"/>
              </a:lnSpc>
              <a:buClrTx/>
              <a:buFont typeface="Arial" panose="020B0604020202020204" pitchFamily="34" charset="0"/>
              <a:buChar char="•"/>
            </a:pPr>
            <a:endParaRPr lang="es-CR" sz="10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2">
              <a:lnSpc>
                <a:spcPts val="2300"/>
              </a:lnSpc>
              <a:buClrTx/>
              <a:buFont typeface="Arial" panose="020B0604020202020204" pitchFamily="34" charset="0"/>
              <a:buChar char="•"/>
            </a:pPr>
            <a:endParaRPr lang="es-CR" sz="10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2">
              <a:lnSpc>
                <a:spcPts val="2300"/>
              </a:lnSpc>
              <a:buClrTx/>
              <a:buFont typeface="Arial" panose="020B0604020202020204" pitchFamily="34" charset="0"/>
              <a:buChar char="•"/>
            </a:pPr>
            <a:endParaRPr lang="es-CR"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549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ea typeface="Segoe UI" pitchFamily="34" charset="0"/>
                <a:cs typeface="Segoe UI" pitchFamily="34" charset="0"/>
              </a:rPr>
              <a:t>Sistema de gestión financiera</a:t>
            </a:r>
            <a:endParaRPr sz="3600">
              <a:solidFill>
                <a:schemeClr val="tx1"/>
              </a:solidFill>
            </a:endParaRPr>
          </a:p>
        </p:txBody>
      </p:sp>
      <p:sp>
        <p:nvSpPr>
          <p:cNvPr id="67" name="Google Shape;67;p14"/>
          <p:cNvSpPr txBox="1">
            <a:spLocks noGrp="1"/>
          </p:cNvSpPr>
          <p:nvPr>
            <p:ph type="body" idx="1"/>
          </p:nvPr>
        </p:nvSpPr>
        <p:spPr>
          <a:xfrm>
            <a:off x="152400" y="1357313"/>
            <a:ext cx="6019800"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s-CR" sz="1500">
                <a:solidFill>
                  <a:schemeClr val="tx1"/>
                </a:solidFill>
                <a:latin typeface="Segoe UI"/>
                <a:ea typeface="Segoe UI" panose="020B0502040204020203" pitchFamily="34" charset="0"/>
                <a:cs typeface="Segoe UI"/>
              </a:rPr>
              <a:t>Identificación contable de todos los fondos recibidas y gastadas desde el gobierno de los EE.UU.</a:t>
            </a:r>
            <a:endParaRPr lang="es-CR" sz="700">
              <a:solidFill>
                <a:schemeClr val="tx1"/>
              </a:solidFill>
              <a:latin typeface="Segoe UI"/>
              <a:ea typeface="Segoe UI" panose="020B0502040204020203" pitchFamily="34" charset="0"/>
              <a:cs typeface="Segoe UI"/>
            </a:endParaRPr>
          </a:p>
          <a:p>
            <a:pPr>
              <a:spcBef>
                <a:spcPts val="0"/>
              </a:spcBef>
              <a:spcAft>
                <a:spcPts val="1200"/>
              </a:spcAft>
              <a:buClrTx/>
              <a:buSzPct val="106000"/>
              <a:buFont typeface="Arial" panose="020B0604020202020204" pitchFamily="34" charset="0"/>
              <a:buChar char="•"/>
            </a:pPr>
            <a:r>
              <a:rPr lang="es-CR" sz="1500">
                <a:solidFill>
                  <a:schemeClr val="tx1"/>
                </a:solidFill>
                <a:latin typeface="Segoe UI"/>
                <a:ea typeface="Segoe UI" panose="020B0502040204020203" pitchFamily="34" charset="0"/>
                <a:cs typeface="Segoe UI"/>
              </a:rPr>
              <a:t>Mantener registros que documenten el origen y la aplicación de los fondos para las actividades financiadas con fondos federales. </a:t>
            </a:r>
            <a:endParaRPr lang="es-CR" sz="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s-CR" sz="1500">
                <a:solidFill>
                  <a:schemeClr val="tx1"/>
                </a:solidFill>
                <a:latin typeface="Segoe UI"/>
                <a:ea typeface="Segoe UI" panose="020B0502040204020203" pitchFamily="34" charset="0"/>
                <a:cs typeface="Segoe UI"/>
              </a:rPr>
              <a:t>Garantizar la eficacia de los controles internos y la rendición de cuentas </a:t>
            </a:r>
            <a:endParaRPr lang="es-CR" sz="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s-CR" sz="1500">
                <a:solidFill>
                  <a:schemeClr val="tx1"/>
                </a:solidFill>
                <a:latin typeface="Segoe UI"/>
                <a:ea typeface="Segoe UI" panose="020B0502040204020203" pitchFamily="34" charset="0"/>
                <a:cs typeface="Segoe UI"/>
              </a:rPr>
              <a:t>Comparación de los gastos con los importes presupuestados para cada concesión federal</a:t>
            </a:r>
            <a:endParaRPr lang="es-CR" sz="700">
              <a:solidFill>
                <a:schemeClr val="tx1"/>
              </a:solidFill>
              <a:latin typeface="Segoe UI"/>
              <a:ea typeface="Segoe UI" panose="020B0502040204020203" pitchFamily="34" charset="0"/>
              <a:cs typeface="Segoe UI"/>
            </a:endParaRPr>
          </a:p>
          <a:p>
            <a:pPr>
              <a:spcBef>
                <a:spcPts val="0"/>
              </a:spcBef>
              <a:spcAft>
                <a:spcPts val="1200"/>
              </a:spcAft>
              <a:buClrTx/>
              <a:buSzPct val="106000"/>
              <a:buFont typeface="Arial" panose="020B0604020202020204" pitchFamily="34" charset="0"/>
              <a:buChar char="•"/>
            </a:pPr>
            <a:r>
              <a:rPr lang="es-CR" sz="1500">
                <a:solidFill>
                  <a:schemeClr val="tx1"/>
                </a:solidFill>
                <a:latin typeface="Segoe UI"/>
                <a:ea typeface="Segoe UI" panose="020B0502040204020203" pitchFamily="34" charset="0"/>
                <a:cs typeface="Segoe UI"/>
              </a:rPr>
              <a:t>Incluir procedimientos escritos: (1) para aplicar los requisitos de pago; (2) determinar la admisibilidad de los costos </a:t>
            </a:r>
            <a:endParaRPr lang="es-CR" sz="1500">
              <a:solidFill>
                <a:schemeClr val="tx1"/>
              </a:solidFill>
              <a:latin typeface="Segoe UI"/>
              <a:ea typeface="Segoe UI" panose="020B0502040204020203" pitchFamily="34" charset="0"/>
              <a:cs typeface="Segoe UI" panose="020B0502040204020203" pitchFamily="34" charset="0"/>
            </a:endParaRPr>
          </a:p>
          <a:p>
            <a:pPr marL="0" indent="0">
              <a:spcBef>
                <a:spcPts val="400"/>
              </a:spcBef>
              <a:buClr>
                <a:schemeClr val="dk1"/>
              </a:buClr>
              <a:buSzPts val="1100"/>
              <a:buNone/>
            </a:pPr>
            <a:endParaRPr lang="es-CR" sz="1400" b="1"/>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4"/>
              </a:rPr>
              <a:t>   2 CFR 200.302</a:t>
            </a:r>
            <a:endParaRPr lang="en-US"/>
          </a:p>
        </p:txBody>
      </p:sp>
    </p:spTree>
    <p:extLst>
      <p:ext uri="{BB962C8B-B14F-4D97-AF65-F5344CB8AC3E}">
        <p14:creationId xmlns:p14="http://schemas.microsoft.com/office/powerpoint/2010/main" val="2429378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a:latin typeface="Segoe UI" panose="020B0502040204020203" pitchFamily="34" charset="0"/>
                <a:ea typeface="Segoe UI" panose="020B0502040204020203" pitchFamily="34" charset="0"/>
                <a:cs typeface="Segoe UI" panose="020B0502040204020203" pitchFamily="34" charset="0"/>
              </a:rPr>
              <a:t>Principios de </a:t>
            </a:r>
            <a:r>
              <a:rPr lang="en-US" sz="4000" i="0" err="1">
                <a:latin typeface="Segoe UI" panose="020B0502040204020203" pitchFamily="34" charset="0"/>
                <a:ea typeface="Segoe UI" panose="020B0502040204020203" pitchFamily="34" charset="0"/>
                <a:cs typeface="Segoe UI" panose="020B0502040204020203" pitchFamily="34" charset="0"/>
              </a:rPr>
              <a:t>costos</a:t>
            </a:r>
            <a:endParaRPr sz="4000" i="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1842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296118" y="37097"/>
            <a:ext cx="6023113" cy="857400"/>
          </a:xfrm>
          <a:prstGeom prst="rect">
            <a:avLst/>
          </a:prstGeom>
        </p:spPr>
        <p:txBody>
          <a:bodyPr spcFirstLastPara="1" wrap="square" lIns="91425" tIns="91425" rIns="91425" bIns="91425" anchor="b" anchorCtr="0">
            <a:noAutofit/>
          </a:bodyPr>
          <a:lstStyle/>
          <a:p>
            <a:pPr lvl="0"/>
            <a:r>
              <a:rPr lang="es-CR" sz="3200">
                <a:solidFill>
                  <a:schemeClr val="tx1"/>
                </a:solidFill>
                <a:latin typeface="Segoe UI" pitchFamily="34" charset="0"/>
                <a:ea typeface="Segoe UI" pitchFamily="34" charset="0"/>
                <a:cs typeface="Segoe UI" pitchFamily="34" charset="0"/>
              </a:rPr>
              <a:t>Prueba general de elegibilidad </a:t>
            </a:r>
            <a:endParaRPr lang="es-CR" sz="3200">
              <a:solidFill>
                <a:schemeClr val="tx1"/>
              </a:solidFill>
            </a:endParaRPr>
          </a:p>
        </p:txBody>
      </p:sp>
      <p:sp>
        <p:nvSpPr>
          <p:cNvPr id="200" name="Google Shape;200;p30"/>
          <p:cNvSpPr txBox="1">
            <a:spLocks noGrp="1"/>
          </p:cNvSpPr>
          <p:nvPr>
            <p:ph type="body" idx="1"/>
          </p:nvPr>
        </p:nvSpPr>
        <p:spPr>
          <a:xfrm>
            <a:off x="260023" y="1200150"/>
            <a:ext cx="6638082" cy="3810000"/>
          </a:xfrm>
          <a:prstGeom prst="rect">
            <a:avLst/>
          </a:prstGeom>
        </p:spPr>
        <p:txBody>
          <a:bodyPr spcFirstLastPara="1" wrap="square" lIns="91425" tIns="91425" rIns="91425" bIns="91425" anchor="t" anchorCtr="0">
            <a:noAutofit/>
          </a:bodyPr>
          <a:lstStyle/>
          <a:p>
            <a:pPr marL="495300" indent="-342900">
              <a:lnSpc>
                <a:spcPct val="150000"/>
              </a:lnSpc>
              <a:buClrTx/>
              <a:buSzPct val="106000"/>
              <a:buFont typeface="+mj-lt"/>
              <a:buAutoNum type="arabicPeriod"/>
            </a:pPr>
            <a:r>
              <a:rPr lang="en-US" b="1" err="1">
                <a:solidFill>
                  <a:srgbClr val="000000"/>
                </a:solidFill>
                <a:latin typeface="Segoe UI"/>
                <a:ea typeface="Segoe UI" panose="020B0502040204020203" pitchFamily="34" charset="0"/>
                <a:cs typeface="Segoe UI"/>
              </a:rPr>
              <a:t>Necesario</a:t>
            </a:r>
            <a:endParaRPr lang="en-US" b="1">
              <a:solidFill>
                <a:srgbClr val="000000"/>
              </a:solidFill>
              <a:latin typeface="Segoe UI"/>
              <a:ea typeface="Segoe UI" panose="020B0502040204020203" pitchFamily="34" charset="0"/>
              <a:cs typeface="Segoe UI"/>
            </a:endParaRPr>
          </a:p>
          <a:p>
            <a:pPr marL="495300" indent="-342900">
              <a:lnSpc>
                <a:spcPct val="150000"/>
              </a:lnSpc>
              <a:buClrTx/>
              <a:buSzPct val="106000"/>
              <a:buFont typeface="+mj-lt"/>
              <a:buAutoNum type="arabicPeriod"/>
            </a:pPr>
            <a:r>
              <a:rPr lang="en-US" b="1" err="1">
                <a:solidFill>
                  <a:srgbClr val="000000"/>
                </a:solidFill>
                <a:latin typeface="Segoe UI"/>
                <a:ea typeface="Segoe UI" panose="020B0502040204020203" pitchFamily="34" charset="0"/>
                <a:cs typeface="Segoe UI"/>
              </a:rPr>
              <a:t>Razonable</a:t>
            </a:r>
            <a:endParaRPr lang="en-US" b="1">
              <a:solidFill>
                <a:srgbClr val="000000"/>
              </a:solidFill>
              <a:latin typeface="Segoe UI"/>
              <a:ea typeface="Segoe UI" panose="020B0502040204020203" pitchFamily="34" charset="0"/>
              <a:cs typeface="Segoe UI"/>
            </a:endParaRPr>
          </a:p>
          <a:p>
            <a:pPr marL="495300" indent="-342900">
              <a:lnSpc>
                <a:spcPct val="150000"/>
              </a:lnSpc>
              <a:buClrTx/>
              <a:buSzPct val="106000"/>
              <a:buFont typeface="+mj-lt"/>
              <a:buAutoNum type="arabicPeriod"/>
            </a:pPr>
            <a:r>
              <a:rPr lang="en-US" b="1" err="1">
                <a:solidFill>
                  <a:srgbClr val="000000"/>
                </a:solidFill>
                <a:latin typeface="Segoe UI"/>
                <a:ea typeface="Segoe UI" panose="020B0502040204020203" pitchFamily="34" charset="0"/>
                <a:cs typeface="Segoe UI"/>
              </a:rPr>
              <a:t>Asignable</a:t>
            </a:r>
            <a:endParaRPr lang="en-US" b="1">
              <a:solidFill>
                <a:srgbClr val="000000"/>
              </a:solidFill>
              <a:latin typeface="Segoe UI"/>
              <a:ea typeface="Segoe UI" panose="020B0502040204020203" pitchFamily="34" charset="0"/>
              <a:cs typeface="Segoe UI"/>
            </a:endParaRPr>
          </a:p>
          <a:p>
            <a:pPr marL="495300" indent="-342900">
              <a:lnSpc>
                <a:spcPct val="150000"/>
              </a:lnSpc>
              <a:buClrTx/>
              <a:buSzPct val="106000"/>
              <a:buFont typeface="+mj-lt"/>
              <a:buAutoNum type="arabicPeriod"/>
            </a:pPr>
            <a:r>
              <a:rPr lang="en-US" err="1">
                <a:solidFill>
                  <a:srgbClr val="000000"/>
                </a:solidFill>
                <a:latin typeface="Segoe UI"/>
                <a:ea typeface="Segoe UI" panose="020B0502040204020203" pitchFamily="34" charset="0"/>
                <a:cs typeface="Segoe UI"/>
              </a:rPr>
              <a:t>Tratamiento</a:t>
            </a:r>
            <a:r>
              <a:rPr lang="en-US">
                <a:solidFill>
                  <a:srgbClr val="000000"/>
                </a:solidFill>
                <a:latin typeface="Segoe UI"/>
                <a:ea typeface="Segoe UI" panose="020B0502040204020203" pitchFamily="34" charset="0"/>
                <a:cs typeface="Segoe UI"/>
              </a:rPr>
              <a:t> </a:t>
            </a:r>
            <a:r>
              <a:rPr lang="en-US" b="1" err="1">
                <a:solidFill>
                  <a:srgbClr val="000000"/>
                </a:solidFill>
                <a:latin typeface="Segoe UI"/>
                <a:ea typeface="Segoe UI" panose="020B0502040204020203" pitchFamily="34" charset="0"/>
                <a:cs typeface="Segoe UI"/>
              </a:rPr>
              <a:t>consistente</a:t>
            </a:r>
            <a:r>
              <a:rPr lang="en-US" b="1">
                <a:solidFill>
                  <a:srgbClr val="000000"/>
                </a:solidFill>
                <a:latin typeface="Segoe UI"/>
                <a:ea typeface="Segoe UI" panose="020B0502040204020203" pitchFamily="34" charset="0"/>
                <a:cs typeface="Segoe UI"/>
              </a:rPr>
              <a:t> </a:t>
            </a:r>
            <a:r>
              <a:rPr lang="en-US">
                <a:solidFill>
                  <a:srgbClr val="000000"/>
                </a:solidFill>
                <a:latin typeface="Segoe UI"/>
                <a:ea typeface="Segoe UI" panose="020B0502040204020203" pitchFamily="34" charset="0"/>
                <a:cs typeface="Segoe UI"/>
              </a:rPr>
              <a:t>y </a:t>
            </a:r>
            <a:r>
              <a:rPr lang="en-US" err="1">
                <a:solidFill>
                  <a:srgbClr val="000000"/>
                </a:solidFill>
                <a:latin typeface="Segoe UI"/>
                <a:ea typeface="Segoe UI" panose="020B0502040204020203" pitchFamily="34" charset="0"/>
                <a:cs typeface="Segoe UI"/>
              </a:rPr>
              <a:t>uniforme</a:t>
            </a:r>
            <a:r>
              <a:rPr lang="en-US">
                <a:solidFill>
                  <a:srgbClr val="000000"/>
                </a:solidFill>
                <a:latin typeface="Segoe UI"/>
                <a:ea typeface="Segoe UI" panose="020B0502040204020203" pitchFamily="34" charset="0"/>
                <a:cs typeface="Segoe UI"/>
              </a:rPr>
              <a:t> del </a:t>
            </a:r>
            <a:r>
              <a:rPr lang="en-US" err="1">
                <a:solidFill>
                  <a:srgbClr val="000000"/>
                </a:solidFill>
                <a:latin typeface="Segoe UI"/>
                <a:ea typeface="Segoe UI" panose="020B0502040204020203" pitchFamily="34" charset="0"/>
                <a:cs typeface="Segoe UI"/>
              </a:rPr>
              <a:t>gasto</a:t>
            </a:r>
            <a:r>
              <a:rPr lang="en-US">
                <a:solidFill>
                  <a:srgbClr val="000000"/>
                </a:solidFill>
                <a:latin typeface="Segoe UI"/>
                <a:ea typeface="Segoe UI" panose="020B0502040204020203" pitchFamily="34" charset="0"/>
                <a:cs typeface="Segoe UI"/>
              </a:rPr>
              <a:t> </a:t>
            </a:r>
            <a:r>
              <a:rPr lang="en-US" err="1">
                <a:solidFill>
                  <a:srgbClr val="000000"/>
                </a:solidFill>
                <a:latin typeface="Segoe UI"/>
                <a:ea typeface="Segoe UI" panose="020B0502040204020203" pitchFamily="34" charset="0"/>
                <a:cs typeface="Segoe UI"/>
              </a:rPr>
              <a:t>en</a:t>
            </a:r>
            <a:r>
              <a:rPr lang="en-US">
                <a:solidFill>
                  <a:srgbClr val="000000"/>
                </a:solidFill>
                <a:latin typeface="Segoe UI"/>
                <a:ea typeface="Segoe UI" panose="020B0502040204020203" pitchFamily="34" charset="0"/>
                <a:cs typeface="Segoe UI"/>
              </a:rPr>
              <a:t> </a:t>
            </a:r>
            <a:r>
              <a:rPr lang="en-US" err="1">
                <a:solidFill>
                  <a:srgbClr val="000000"/>
                </a:solidFill>
                <a:latin typeface="Segoe UI"/>
                <a:ea typeface="Segoe UI" panose="020B0502040204020203" pitchFamily="34" charset="0"/>
                <a:cs typeface="Segoe UI"/>
              </a:rPr>
              <a:t>todas</a:t>
            </a:r>
            <a:r>
              <a:rPr lang="en-US">
                <a:solidFill>
                  <a:srgbClr val="000000"/>
                </a:solidFill>
                <a:latin typeface="Segoe UI"/>
                <a:ea typeface="Segoe UI" panose="020B0502040204020203" pitchFamily="34" charset="0"/>
                <a:cs typeface="Segoe UI"/>
              </a:rPr>
              <a:t> las </a:t>
            </a:r>
            <a:r>
              <a:rPr lang="en-US" err="1">
                <a:solidFill>
                  <a:srgbClr val="000000"/>
                </a:solidFill>
                <a:latin typeface="Segoe UI"/>
                <a:ea typeface="Segoe UI" panose="020B0502040204020203" pitchFamily="34" charset="0"/>
                <a:cs typeface="Segoe UI"/>
              </a:rPr>
              <a:t>actividades</a:t>
            </a:r>
            <a:r>
              <a:rPr lang="en-US">
                <a:solidFill>
                  <a:srgbClr val="000000"/>
                </a:solidFill>
                <a:latin typeface="Segoe UI"/>
                <a:ea typeface="Segoe UI" panose="020B0502040204020203" pitchFamily="34" charset="0"/>
                <a:cs typeface="Segoe UI"/>
              </a:rPr>
              <a:t> de la </a:t>
            </a:r>
            <a:r>
              <a:rPr lang="en-US" err="1">
                <a:solidFill>
                  <a:srgbClr val="000000"/>
                </a:solidFill>
                <a:latin typeface="Segoe UI"/>
                <a:ea typeface="Segoe UI" panose="020B0502040204020203" pitchFamily="34" charset="0"/>
                <a:cs typeface="Segoe UI"/>
              </a:rPr>
              <a:t>organización</a:t>
            </a:r>
            <a:endParaRPr lang="en-US">
              <a:solidFill>
                <a:srgbClr val="000000"/>
              </a:solidFill>
              <a:latin typeface="Segoe UI"/>
              <a:ea typeface="Segoe UI" panose="020B0502040204020203" pitchFamily="34" charset="0"/>
              <a:cs typeface="Segoe UI"/>
            </a:endParaRPr>
          </a:p>
          <a:p>
            <a:pPr marL="495300" indent="-342900">
              <a:lnSpc>
                <a:spcPct val="150000"/>
              </a:lnSpc>
              <a:buClrTx/>
              <a:buSzPct val="106000"/>
              <a:buFont typeface="+mj-lt"/>
              <a:buAutoNum type="arabicPeriod"/>
            </a:pPr>
            <a:r>
              <a:rPr lang="en-US" err="1">
                <a:solidFill>
                  <a:srgbClr val="000000"/>
                </a:solidFill>
                <a:latin typeface="Segoe UI"/>
                <a:ea typeface="Segoe UI" panose="020B0502040204020203" pitchFamily="34" charset="0"/>
                <a:cs typeface="Segoe UI"/>
              </a:rPr>
              <a:t>Tratados</a:t>
            </a:r>
            <a:r>
              <a:rPr lang="en-US">
                <a:solidFill>
                  <a:srgbClr val="000000"/>
                </a:solidFill>
                <a:latin typeface="Segoe UI"/>
                <a:ea typeface="Segoe UI" panose="020B0502040204020203" pitchFamily="34" charset="0"/>
                <a:cs typeface="Segoe UI"/>
              </a:rPr>
              <a:t> </a:t>
            </a:r>
            <a:r>
              <a:rPr lang="en-US" err="1">
                <a:solidFill>
                  <a:srgbClr val="000000"/>
                </a:solidFill>
                <a:latin typeface="Segoe UI"/>
                <a:ea typeface="Segoe UI" panose="020B0502040204020203" pitchFamily="34" charset="0"/>
                <a:cs typeface="Segoe UI"/>
              </a:rPr>
              <a:t>sistemáticamente</a:t>
            </a:r>
            <a:r>
              <a:rPr lang="en-US">
                <a:solidFill>
                  <a:srgbClr val="000000"/>
                </a:solidFill>
                <a:latin typeface="Segoe UI"/>
                <a:ea typeface="Segoe UI" panose="020B0502040204020203" pitchFamily="34" charset="0"/>
                <a:cs typeface="Segoe UI"/>
              </a:rPr>
              <a:t> </a:t>
            </a:r>
            <a:r>
              <a:rPr lang="en-US" err="1">
                <a:solidFill>
                  <a:srgbClr val="000000"/>
                </a:solidFill>
                <a:latin typeface="Segoe UI"/>
                <a:ea typeface="Segoe UI" panose="020B0502040204020203" pitchFamily="34" charset="0"/>
                <a:cs typeface="Segoe UI"/>
              </a:rPr>
              <a:t>como</a:t>
            </a:r>
            <a:r>
              <a:rPr lang="en-US">
                <a:solidFill>
                  <a:srgbClr val="000000"/>
                </a:solidFill>
                <a:latin typeface="Segoe UI"/>
                <a:ea typeface="Segoe UI" panose="020B0502040204020203" pitchFamily="34" charset="0"/>
                <a:cs typeface="Segoe UI"/>
              </a:rPr>
              <a:t> </a:t>
            </a:r>
            <a:r>
              <a:rPr lang="en-US" b="1" err="1">
                <a:solidFill>
                  <a:srgbClr val="000000"/>
                </a:solidFill>
                <a:latin typeface="Segoe UI"/>
                <a:ea typeface="Segoe UI" panose="020B0502040204020203" pitchFamily="34" charset="0"/>
                <a:cs typeface="Segoe UI"/>
              </a:rPr>
              <a:t>costos</a:t>
            </a:r>
            <a:r>
              <a:rPr lang="en-US" b="1">
                <a:solidFill>
                  <a:srgbClr val="000000"/>
                </a:solidFill>
                <a:latin typeface="Segoe UI"/>
                <a:ea typeface="Segoe UI" panose="020B0502040204020203" pitchFamily="34" charset="0"/>
                <a:cs typeface="Segoe UI"/>
              </a:rPr>
              <a:t> </a:t>
            </a:r>
            <a:r>
              <a:rPr lang="en-US" b="1" err="1">
                <a:solidFill>
                  <a:srgbClr val="000000"/>
                </a:solidFill>
                <a:latin typeface="Segoe UI"/>
                <a:ea typeface="Segoe UI" panose="020B0502040204020203" pitchFamily="34" charset="0"/>
                <a:cs typeface="Segoe UI"/>
              </a:rPr>
              <a:t>directos</a:t>
            </a:r>
            <a:r>
              <a:rPr lang="en-US" b="1">
                <a:solidFill>
                  <a:srgbClr val="000000"/>
                </a:solidFill>
                <a:latin typeface="Segoe UI"/>
                <a:ea typeface="Segoe UI" panose="020B0502040204020203" pitchFamily="34" charset="0"/>
                <a:cs typeface="Segoe UI"/>
              </a:rPr>
              <a:t>/</a:t>
            </a:r>
            <a:r>
              <a:rPr lang="en-US" b="1" err="1">
                <a:solidFill>
                  <a:srgbClr val="000000"/>
                </a:solidFill>
                <a:latin typeface="Segoe UI"/>
                <a:ea typeface="Segoe UI" panose="020B0502040204020203" pitchFamily="34" charset="0"/>
                <a:cs typeface="Segoe UI"/>
              </a:rPr>
              <a:t>indirectos</a:t>
            </a:r>
            <a:r>
              <a:rPr lang="en-US" b="1">
                <a:solidFill>
                  <a:srgbClr val="000000"/>
                </a:solidFill>
                <a:latin typeface="Segoe UI"/>
                <a:ea typeface="Segoe UI" panose="020B0502040204020203" pitchFamily="34" charset="0"/>
                <a:cs typeface="Segoe UI"/>
              </a:rPr>
              <a:t> </a:t>
            </a:r>
            <a:r>
              <a:rPr lang="en-US">
                <a:solidFill>
                  <a:schemeClr val="accent6">
                    <a:lumMod val="75000"/>
                  </a:schemeClr>
                </a:solidFill>
                <a:latin typeface="Segoe UI"/>
                <a:ea typeface="Segoe UI" panose="020B0502040204020203" pitchFamily="34" charset="0"/>
                <a:cs typeface="Segoe UI"/>
              </a:rPr>
              <a:t>(sin doble </a:t>
            </a:r>
            <a:r>
              <a:rPr lang="en-US" err="1">
                <a:solidFill>
                  <a:schemeClr val="accent6">
                    <a:lumMod val="75000"/>
                  </a:schemeClr>
                </a:solidFill>
                <a:latin typeface="Segoe UI"/>
                <a:ea typeface="Segoe UI" panose="020B0502040204020203" pitchFamily="34" charset="0"/>
                <a:cs typeface="Segoe UI"/>
              </a:rPr>
              <a:t>imputación</a:t>
            </a:r>
            <a:r>
              <a:rPr lang="en-US">
                <a:solidFill>
                  <a:schemeClr val="accent6">
                    <a:lumMod val="75000"/>
                  </a:schemeClr>
                </a:solidFill>
                <a:latin typeface="Segoe UI"/>
                <a:ea typeface="Segoe UI" panose="020B0502040204020203" pitchFamily="34" charset="0"/>
                <a:cs typeface="Segoe UI"/>
              </a:rPr>
              <a:t>)</a:t>
            </a:r>
          </a:p>
          <a:p>
            <a:pPr marL="495300" indent="-342900">
              <a:lnSpc>
                <a:spcPct val="150000"/>
              </a:lnSpc>
              <a:buClrTx/>
              <a:buSzPct val="106000"/>
              <a:buFont typeface="+mj-lt"/>
              <a:buAutoNum type="arabicPeriod"/>
            </a:pPr>
            <a:r>
              <a:rPr lang="en-US" err="1">
                <a:solidFill>
                  <a:srgbClr val="000000"/>
                </a:solidFill>
                <a:latin typeface="Segoe UI"/>
                <a:ea typeface="Segoe UI" panose="020B0502040204020203" pitchFamily="34" charset="0"/>
                <a:cs typeface="Segoe UI"/>
              </a:rPr>
              <a:t>Cumplir</a:t>
            </a:r>
            <a:r>
              <a:rPr lang="en-US">
                <a:solidFill>
                  <a:srgbClr val="000000"/>
                </a:solidFill>
                <a:latin typeface="Segoe UI"/>
                <a:ea typeface="Segoe UI" panose="020B0502040204020203" pitchFamily="34" charset="0"/>
                <a:cs typeface="Segoe UI"/>
              </a:rPr>
              <a:t> las </a:t>
            </a:r>
            <a:r>
              <a:rPr lang="en-US" err="1">
                <a:solidFill>
                  <a:srgbClr val="000000"/>
                </a:solidFill>
                <a:latin typeface="Segoe UI"/>
                <a:ea typeface="Segoe UI" panose="020B0502040204020203" pitchFamily="34" charset="0"/>
                <a:cs typeface="Segoe UI"/>
              </a:rPr>
              <a:t>limitaciones</a:t>
            </a:r>
            <a:r>
              <a:rPr lang="en-US">
                <a:solidFill>
                  <a:srgbClr val="000000"/>
                </a:solidFill>
                <a:latin typeface="Segoe UI"/>
                <a:ea typeface="Segoe UI" panose="020B0502040204020203" pitchFamily="34" charset="0"/>
                <a:cs typeface="Segoe UI"/>
              </a:rPr>
              <a:t> del </a:t>
            </a:r>
            <a:r>
              <a:rPr lang="en-US" err="1">
                <a:solidFill>
                  <a:srgbClr val="000000"/>
                </a:solidFill>
                <a:latin typeface="Segoe UI"/>
                <a:ea typeface="Segoe UI" panose="020B0502040204020203" pitchFamily="34" charset="0"/>
                <a:cs typeface="Segoe UI"/>
              </a:rPr>
              <a:t>acuerdo</a:t>
            </a:r>
            <a:r>
              <a:rPr lang="en-US">
                <a:solidFill>
                  <a:srgbClr val="000000"/>
                </a:solidFill>
                <a:latin typeface="Segoe UI"/>
                <a:ea typeface="Segoe UI" panose="020B0502040204020203" pitchFamily="34" charset="0"/>
                <a:cs typeface="Segoe UI"/>
              </a:rPr>
              <a:t> </a:t>
            </a:r>
            <a:endParaRPr lang="en-US">
              <a:solidFill>
                <a:srgbClr val="000000"/>
              </a:solidFill>
              <a:latin typeface="Segoe UI"/>
              <a:ea typeface="Segoe UI" panose="020B0502040204020203" pitchFamily="34" charset="0"/>
              <a:cs typeface="Segoe UI" panose="020B0502040204020203" pitchFamily="34" charset="0"/>
            </a:endParaRPr>
          </a:p>
          <a:p>
            <a:pPr marL="495300" indent="-342900">
              <a:lnSpc>
                <a:spcPct val="150000"/>
              </a:lnSpc>
              <a:buClrTx/>
              <a:buSzPct val="106000"/>
              <a:buFont typeface="+mj-lt"/>
              <a:buAutoNum type="arabicPeriod"/>
            </a:pPr>
            <a:r>
              <a:rPr lang="en-US" err="1">
                <a:solidFill>
                  <a:srgbClr val="000000"/>
                </a:solidFill>
                <a:latin typeface="Segoe UI"/>
                <a:ea typeface="Segoe UI" panose="020B0502040204020203" pitchFamily="34" charset="0"/>
                <a:cs typeface="Segoe UI"/>
              </a:rPr>
              <a:t>Conformidad</a:t>
            </a:r>
            <a:r>
              <a:rPr lang="en-US">
                <a:solidFill>
                  <a:srgbClr val="000000"/>
                </a:solidFill>
                <a:latin typeface="Segoe UI"/>
                <a:ea typeface="Segoe UI" panose="020B0502040204020203" pitchFamily="34" charset="0"/>
                <a:cs typeface="Segoe UI"/>
              </a:rPr>
              <a:t> con </a:t>
            </a:r>
            <a:r>
              <a:rPr lang="en-US" err="1">
                <a:solidFill>
                  <a:srgbClr val="000000"/>
                </a:solidFill>
                <a:latin typeface="Segoe UI"/>
                <a:ea typeface="Segoe UI" panose="020B0502040204020203" pitchFamily="34" charset="0"/>
                <a:cs typeface="Segoe UI"/>
              </a:rPr>
              <a:t>los</a:t>
            </a:r>
            <a:r>
              <a:rPr lang="en-US">
                <a:solidFill>
                  <a:srgbClr val="000000"/>
                </a:solidFill>
                <a:latin typeface="Segoe UI"/>
                <a:ea typeface="Segoe UI" panose="020B0502040204020203" pitchFamily="34" charset="0"/>
                <a:cs typeface="Segoe UI"/>
              </a:rPr>
              <a:t> </a:t>
            </a:r>
            <a:r>
              <a:rPr lang="en-US" err="1">
                <a:solidFill>
                  <a:srgbClr val="000000"/>
                </a:solidFill>
                <a:latin typeface="Segoe UI"/>
                <a:ea typeface="Segoe UI" panose="020B0502040204020203" pitchFamily="34" charset="0"/>
                <a:cs typeface="Segoe UI"/>
              </a:rPr>
              <a:t>principios</a:t>
            </a:r>
            <a:r>
              <a:rPr lang="en-US">
                <a:solidFill>
                  <a:srgbClr val="000000"/>
                </a:solidFill>
                <a:latin typeface="Segoe UI"/>
                <a:ea typeface="Segoe UI" panose="020B0502040204020203" pitchFamily="34" charset="0"/>
                <a:cs typeface="Segoe UI"/>
              </a:rPr>
              <a:t> </a:t>
            </a:r>
            <a:r>
              <a:rPr lang="en-US" err="1">
                <a:solidFill>
                  <a:srgbClr val="000000"/>
                </a:solidFill>
                <a:latin typeface="Segoe UI"/>
                <a:ea typeface="Segoe UI" panose="020B0502040204020203" pitchFamily="34" charset="0"/>
                <a:cs typeface="Segoe UI"/>
              </a:rPr>
              <a:t>contables</a:t>
            </a:r>
            <a:r>
              <a:rPr lang="en-US">
                <a:solidFill>
                  <a:srgbClr val="000000"/>
                </a:solidFill>
                <a:latin typeface="Segoe UI"/>
                <a:ea typeface="Segoe UI" panose="020B0502040204020203" pitchFamily="34" charset="0"/>
                <a:cs typeface="Segoe UI"/>
              </a:rPr>
              <a:t> </a:t>
            </a:r>
            <a:r>
              <a:rPr lang="en-US" err="1">
                <a:solidFill>
                  <a:srgbClr val="000000"/>
                </a:solidFill>
                <a:latin typeface="Segoe UI"/>
                <a:ea typeface="Segoe UI" panose="020B0502040204020203" pitchFamily="34" charset="0"/>
                <a:cs typeface="Segoe UI"/>
              </a:rPr>
              <a:t>generalmente</a:t>
            </a:r>
            <a:r>
              <a:rPr lang="en-US">
                <a:solidFill>
                  <a:srgbClr val="000000"/>
                </a:solidFill>
                <a:latin typeface="Segoe UI"/>
                <a:ea typeface="Segoe UI" panose="020B0502040204020203" pitchFamily="34" charset="0"/>
                <a:cs typeface="Segoe UI"/>
              </a:rPr>
              <a:t> </a:t>
            </a:r>
            <a:r>
              <a:rPr lang="en-US" err="1">
                <a:solidFill>
                  <a:srgbClr val="000000"/>
                </a:solidFill>
                <a:latin typeface="Segoe UI"/>
                <a:ea typeface="Segoe UI" panose="020B0502040204020203" pitchFamily="34" charset="0"/>
                <a:cs typeface="Segoe UI"/>
              </a:rPr>
              <a:t>aceptados</a:t>
            </a:r>
            <a:r>
              <a:rPr lang="en-US">
                <a:solidFill>
                  <a:srgbClr val="000000"/>
                </a:solidFill>
                <a:latin typeface="Segoe UI"/>
                <a:ea typeface="Segoe UI" panose="020B0502040204020203" pitchFamily="34" charset="0"/>
                <a:cs typeface="Segoe UI"/>
              </a:rPr>
              <a:t> (GAAP)</a:t>
            </a:r>
            <a:endParaRPr lang="en-US">
              <a:solidFill>
                <a:schemeClr val="accent6">
                  <a:lumMod val="75000"/>
                </a:schemeClr>
              </a:solidFill>
              <a:latin typeface="Segoe UI"/>
              <a:ea typeface="Segoe UI" panose="020B0502040204020203" pitchFamily="34" charset="0"/>
              <a:cs typeface="Segoe UI"/>
            </a:endParaRPr>
          </a:p>
          <a:p>
            <a:pPr marL="495300" indent="-342900">
              <a:lnSpc>
                <a:spcPct val="150000"/>
              </a:lnSpc>
              <a:buClrTx/>
              <a:buSzPct val="106000"/>
              <a:buFont typeface="+mj-lt"/>
              <a:buAutoNum type="arabicPeriod"/>
            </a:pPr>
            <a:r>
              <a:rPr lang="en-US" b="1" err="1">
                <a:solidFill>
                  <a:srgbClr val="000000"/>
                </a:solidFill>
                <a:latin typeface="Segoe UI"/>
                <a:ea typeface="Segoe UI" panose="020B0502040204020203" pitchFamily="34" charset="0"/>
                <a:cs typeface="Segoe UI"/>
              </a:rPr>
              <a:t>Documentación</a:t>
            </a:r>
            <a:r>
              <a:rPr lang="en-US" b="1">
                <a:solidFill>
                  <a:srgbClr val="000000"/>
                </a:solidFill>
                <a:latin typeface="Segoe UI"/>
                <a:ea typeface="Segoe UI" panose="020B0502040204020203" pitchFamily="34" charset="0"/>
                <a:cs typeface="Segoe UI"/>
              </a:rPr>
              <a:t> </a:t>
            </a:r>
            <a:r>
              <a:rPr lang="en-US" b="1" err="1">
                <a:solidFill>
                  <a:srgbClr val="000000"/>
                </a:solidFill>
                <a:latin typeface="Segoe UI"/>
                <a:ea typeface="Segoe UI" panose="020B0502040204020203" pitchFamily="34" charset="0"/>
                <a:cs typeface="Segoe UI"/>
              </a:rPr>
              <a:t>adecuada</a:t>
            </a:r>
            <a:endParaRPr lang="en-US" b="1">
              <a:solidFill>
                <a:srgbClr val="000000"/>
              </a:solidFill>
              <a:latin typeface="Segoe UI"/>
              <a:ea typeface="Segoe UI" panose="020B0502040204020203" pitchFamily="34" charset="0"/>
              <a:cs typeface="Segoe UI"/>
            </a:endParaRPr>
          </a:p>
          <a:p>
            <a:pPr marL="495300" indent="-342900">
              <a:lnSpc>
                <a:spcPct val="150000"/>
              </a:lnSpc>
              <a:buClrTx/>
              <a:buSzPct val="106000"/>
              <a:buFont typeface="+mj-lt"/>
              <a:buAutoNum type="arabicPeriod"/>
            </a:pPr>
            <a:r>
              <a:rPr lang="en-US" b="1" err="1">
                <a:solidFill>
                  <a:srgbClr val="000000"/>
                </a:solidFill>
                <a:latin typeface="Segoe UI"/>
                <a:ea typeface="Segoe UI" panose="020B0502040204020203" pitchFamily="34" charset="0"/>
                <a:cs typeface="Segoe UI"/>
              </a:rPr>
              <a:t>Gastos</a:t>
            </a:r>
            <a:r>
              <a:rPr lang="en-US" b="1">
                <a:solidFill>
                  <a:srgbClr val="000000"/>
                </a:solidFill>
                <a:latin typeface="Segoe UI"/>
                <a:ea typeface="Segoe UI" panose="020B0502040204020203" pitchFamily="34" charset="0"/>
                <a:cs typeface="Segoe UI"/>
              </a:rPr>
              <a:t> </a:t>
            </a:r>
            <a:r>
              <a:rPr lang="en-US" b="1" err="1">
                <a:solidFill>
                  <a:srgbClr val="000000"/>
                </a:solidFill>
                <a:latin typeface="Segoe UI"/>
                <a:ea typeface="Segoe UI" panose="020B0502040204020203" pitchFamily="34" charset="0"/>
                <a:cs typeface="Segoe UI"/>
              </a:rPr>
              <a:t>incurridos</a:t>
            </a:r>
            <a:r>
              <a:rPr lang="en-US" b="1">
                <a:solidFill>
                  <a:srgbClr val="000000"/>
                </a:solidFill>
                <a:latin typeface="Segoe UI"/>
                <a:ea typeface="Segoe UI" panose="020B0502040204020203" pitchFamily="34" charset="0"/>
                <a:cs typeface="Segoe UI"/>
              </a:rPr>
              <a:t> </a:t>
            </a:r>
            <a:r>
              <a:rPr lang="en-US" b="1" err="1">
                <a:solidFill>
                  <a:srgbClr val="000000"/>
                </a:solidFill>
                <a:latin typeface="Segoe UI"/>
                <a:ea typeface="Segoe UI" panose="020B0502040204020203" pitchFamily="34" charset="0"/>
                <a:cs typeface="Segoe UI"/>
              </a:rPr>
              <a:t>durante</a:t>
            </a:r>
            <a:r>
              <a:rPr lang="en-US" b="1">
                <a:solidFill>
                  <a:srgbClr val="000000"/>
                </a:solidFill>
                <a:latin typeface="Segoe UI"/>
                <a:ea typeface="Segoe UI" panose="020B0502040204020203" pitchFamily="34" charset="0"/>
                <a:cs typeface="Segoe UI"/>
              </a:rPr>
              <a:t> las </a:t>
            </a:r>
            <a:r>
              <a:rPr lang="en-US" b="1" err="1">
                <a:solidFill>
                  <a:srgbClr val="000000"/>
                </a:solidFill>
                <a:latin typeface="Segoe UI"/>
                <a:ea typeface="Segoe UI" panose="020B0502040204020203" pitchFamily="34" charset="0"/>
                <a:cs typeface="Segoe UI"/>
              </a:rPr>
              <a:t>fechas</a:t>
            </a:r>
            <a:r>
              <a:rPr lang="en-US" b="1">
                <a:solidFill>
                  <a:srgbClr val="000000"/>
                </a:solidFill>
                <a:latin typeface="Segoe UI"/>
                <a:ea typeface="Segoe UI" panose="020B0502040204020203" pitchFamily="34" charset="0"/>
                <a:cs typeface="Segoe UI"/>
              </a:rPr>
              <a:t> </a:t>
            </a:r>
            <a:r>
              <a:rPr lang="en-US" b="1" err="1">
                <a:solidFill>
                  <a:srgbClr val="000000"/>
                </a:solidFill>
                <a:latin typeface="Segoe UI"/>
                <a:ea typeface="Segoe UI" panose="020B0502040204020203" pitchFamily="34" charset="0"/>
                <a:cs typeface="Segoe UI"/>
              </a:rPr>
              <a:t>efectivas</a:t>
            </a:r>
            <a:r>
              <a:rPr lang="en-US" b="1">
                <a:solidFill>
                  <a:srgbClr val="000000"/>
                </a:solidFill>
                <a:latin typeface="Segoe UI"/>
                <a:ea typeface="Segoe UI" panose="020B0502040204020203" pitchFamily="34" charset="0"/>
                <a:cs typeface="Segoe UI"/>
              </a:rPr>
              <a:t> de </a:t>
            </a:r>
            <a:r>
              <a:rPr lang="en-US" b="1" err="1">
                <a:solidFill>
                  <a:srgbClr val="000000"/>
                </a:solidFill>
                <a:latin typeface="Segoe UI"/>
                <a:ea typeface="Segoe UI" panose="020B0502040204020203" pitchFamily="34" charset="0"/>
                <a:cs typeface="Segoe UI"/>
              </a:rPr>
              <a:t>adjudicación</a:t>
            </a:r>
            <a:endParaRPr lang="en-US" b="1">
              <a:solidFill>
                <a:srgbClr val="000000"/>
              </a:solidFill>
              <a:latin typeface="Segoe UI"/>
              <a:ea typeface="Segoe UI" panose="020B0502040204020203" pitchFamily="34" charset="0"/>
              <a:cs typeface="Segoe UI"/>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7A2CA04-C8EB-830E-0D2B-88A7DDC0D552}"/>
              </a:ext>
            </a:extLst>
          </p:cNvPr>
          <p:cNvSpPr/>
          <p:nvPr/>
        </p:nvSpPr>
        <p:spPr>
          <a:xfrm>
            <a:off x="-228600" y="819150"/>
            <a:ext cx="2593848" cy="428625"/>
          </a:xfrm>
          <a:prstGeom prst="rect">
            <a:avLst/>
          </a:prstGeom>
          <a:solidFill>
            <a:srgbClr val="E16EE4">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4"/>
              </a:rPr>
              <a:t>   2 CFR 200.403</a:t>
            </a:r>
            <a:endParaRPr lang="en-US"/>
          </a:p>
        </p:txBody>
      </p:sp>
    </p:spTree>
    <p:extLst>
      <p:ext uri="{BB962C8B-B14F-4D97-AF65-F5344CB8AC3E}">
        <p14:creationId xmlns:p14="http://schemas.microsoft.com/office/powerpoint/2010/main" val="4150192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296118" y="37097"/>
            <a:ext cx="6023113" cy="857400"/>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ea typeface="Segoe UI" pitchFamily="34" charset="0"/>
                <a:cs typeface="Segoe UI" pitchFamily="34" charset="0"/>
              </a:rPr>
              <a:t>Necesario</a:t>
            </a:r>
            <a:endParaRPr sz="3600">
              <a:solidFill>
                <a:schemeClr val="tx1"/>
              </a:solidFill>
            </a:endParaRPr>
          </a:p>
        </p:txBody>
      </p:sp>
      <p:sp>
        <p:nvSpPr>
          <p:cNvPr id="200" name="Google Shape;200;p30"/>
          <p:cNvSpPr txBox="1">
            <a:spLocks noGrp="1"/>
          </p:cNvSpPr>
          <p:nvPr>
            <p:ph type="body" idx="1"/>
          </p:nvPr>
        </p:nvSpPr>
        <p:spPr>
          <a:xfrm>
            <a:off x="296118" y="971550"/>
            <a:ext cx="6409482" cy="3810000"/>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a:solidFill>
                  <a:schemeClr val="tx1"/>
                </a:solidFill>
                <a:latin typeface="Segoe UI"/>
                <a:ea typeface="Segoe UI" panose="020B0502040204020203" pitchFamily="34" charset="0"/>
                <a:cs typeface="Segoe UI"/>
              </a:rPr>
              <a:t>Un </a:t>
            </a:r>
            <a:r>
              <a:rPr lang="en-US" sz="1700" b="1" err="1">
                <a:solidFill>
                  <a:schemeClr val="tx1"/>
                </a:solidFill>
                <a:latin typeface="Segoe UI"/>
                <a:ea typeface="Segoe UI" panose="020B0502040204020203" pitchFamily="34" charset="0"/>
                <a:cs typeface="Segoe UI"/>
              </a:rPr>
              <a:t>costo</a:t>
            </a:r>
            <a:r>
              <a:rPr lang="en-US" sz="1700" b="1">
                <a:solidFill>
                  <a:schemeClr val="tx1"/>
                </a:solidFill>
                <a:latin typeface="Segoe UI"/>
                <a:ea typeface="Segoe UI" panose="020B0502040204020203" pitchFamily="34" charset="0"/>
                <a:cs typeface="Segoe UI"/>
              </a:rPr>
              <a:t> es </a:t>
            </a:r>
            <a:r>
              <a:rPr lang="en-US" sz="1700" b="1" err="1">
                <a:solidFill>
                  <a:schemeClr val="tx1"/>
                </a:solidFill>
                <a:latin typeface="Segoe UI"/>
                <a:ea typeface="Segoe UI" panose="020B0502040204020203" pitchFamily="34" charset="0"/>
                <a:cs typeface="Segoe UI"/>
              </a:rPr>
              <a:t>necesario</a:t>
            </a:r>
            <a:r>
              <a:rPr lang="en-US" sz="1700" b="1">
                <a:solidFill>
                  <a:schemeClr val="tx1"/>
                </a:solidFill>
                <a:latin typeface="Segoe UI"/>
                <a:ea typeface="Segoe UI" panose="020B0502040204020203" pitchFamily="34" charset="0"/>
                <a:cs typeface="Segoe UI"/>
              </a:rPr>
              <a:t> </a:t>
            </a:r>
            <a:r>
              <a:rPr lang="en-US" sz="1700" b="1" err="1">
                <a:solidFill>
                  <a:schemeClr val="tx1"/>
                </a:solidFill>
                <a:latin typeface="Segoe UI"/>
                <a:ea typeface="Segoe UI" panose="020B0502040204020203" pitchFamily="34" charset="0"/>
                <a:cs typeface="Segoe UI"/>
              </a:rPr>
              <a:t>si</a:t>
            </a:r>
            <a:r>
              <a:rPr lang="en-US" sz="1700" b="1">
                <a:solidFill>
                  <a:schemeClr val="tx1"/>
                </a:solidFill>
                <a:latin typeface="Segoe UI"/>
                <a:ea typeface="Segoe UI" panose="020B0502040204020203" pitchFamily="34" charset="0"/>
                <a:cs typeface="Segoe UI"/>
              </a:rPr>
              <a:t>:</a:t>
            </a:r>
          </a:p>
          <a:p>
            <a:pPr lvl="1">
              <a:lnSpc>
                <a:spcPct val="150000"/>
              </a:lnSpc>
              <a:buClrTx/>
              <a:buFont typeface="Segoe UI" panose="020B0502040204020203" pitchFamily="34" charset="0"/>
              <a:buChar char="−"/>
            </a:pPr>
            <a:r>
              <a:rPr lang="en-US" sz="1700">
                <a:solidFill>
                  <a:schemeClr val="tx1"/>
                </a:solidFill>
                <a:latin typeface="Segoe UI"/>
                <a:ea typeface="Segoe UI" panose="020B0502040204020203" pitchFamily="34" charset="0"/>
                <a:cs typeface="Segoe UI"/>
              </a:rPr>
              <a:t>Es </a:t>
            </a:r>
            <a:r>
              <a:rPr lang="en-US" sz="1700" err="1">
                <a:solidFill>
                  <a:schemeClr val="tx1"/>
                </a:solidFill>
                <a:latin typeface="Segoe UI"/>
                <a:ea typeface="Segoe UI" panose="020B0502040204020203" pitchFamily="34" charset="0"/>
                <a:cs typeface="Segoe UI"/>
              </a:rPr>
              <a:t>necesario</a:t>
            </a:r>
            <a:r>
              <a:rPr lang="en-US" sz="1700">
                <a:solidFill>
                  <a:schemeClr val="tx1"/>
                </a:solidFill>
                <a:latin typeface="Segoe UI"/>
                <a:ea typeface="Segoe UI" panose="020B0502040204020203" pitchFamily="34" charset="0"/>
                <a:cs typeface="Segoe UI"/>
              </a:rPr>
              <a:t> para </a:t>
            </a:r>
            <a:r>
              <a:rPr lang="en-US" sz="1700" err="1">
                <a:solidFill>
                  <a:schemeClr val="tx1"/>
                </a:solidFill>
                <a:latin typeface="Segoe UI"/>
                <a:ea typeface="Segoe UI" panose="020B0502040204020203" pitchFamily="34" charset="0"/>
                <a:cs typeface="Segoe UI"/>
              </a:rPr>
              <a:t>el</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éxito</a:t>
            </a:r>
            <a:r>
              <a:rPr lang="en-US" sz="1700">
                <a:solidFill>
                  <a:schemeClr val="tx1"/>
                </a:solidFill>
                <a:latin typeface="Segoe UI"/>
                <a:ea typeface="Segoe UI" panose="020B0502040204020203" pitchFamily="34" charset="0"/>
                <a:cs typeface="Segoe UI"/>
              </a:rPr>
              <a:t> de la </a:t>
            </a:r>
            <a:r>
              <a:rPr lang="en-US" sz="1700" err="1">
                <a:solidFill>
                  <a:schemeClr val="tx1"/>
                </a:solidFill>
                <a:latin typeface="Segoe UI"/>
                <a:ea typeface="Segoe UI" panose="020B0502040204020203" pitchFamily="34" charset="0"/>
                <a:cs typeface="Segoe UI"/>
              </a:rPr>
              <a:t>aplicación</a:t>
            </a:r>
            <a:r>
              <a:rPr lang="en-US" sz="1700">
                <a:solidFill>
                  <a:schemeClr val="tx1"/>
                </a:solidFill>
                <a:latin typeface="Segoe UI"/>
                <a:ea typeface="Segoe UI" panose="020B0502040204020203" pitchFamily="34" charset="0"/>
                <a:cs typeface="Segoe UI"/>
              </a:rPr>
              <a:t> de </a:t>
            </a:r>
            <a:r>
              <a:rPr lang="en-US" sz="1700" err="1">
                <a:solidFill>
                  <a:schemeClr val="tx1"/>
                </a:solidFill>
                <a:latin typeface="Segoe UI"/>
                <a:ea typeface="Segoe UI" panose="020B0502040204020203" pitchFamily="34" charset="0"/>
                <a:cs typeface="Segoe UI"/>
              </a:rPr>
              <a:t>los</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programas</a:t>
            </a:r>
          </a:p>
          <a:p>
            <a:pPr lvl="1">
              <a:lnSpc>
                <a:spcPct val="150000"/>
              </a:lnSpc>
              <a:buClrTx/>
              <a:buFont typeface="Segoe UI" panose="020B0502040204020203" pitchFamily="34" charset="0"/>
              <a:buChar char="−"/>
            </a:pPr>
            <a:r>
              <a:rPr lang="en-US" sz="1700" err="1">
                <a:solidFill>
                  <a:schemeClr val="tx1"/>
                </a:solidFill>
                <a:latin typeface="Segoe UI"/>
                <a:ea typeface="Segoe UI" panose="020B0502040204020203" pitchFamily="34" charset="0"/>
                <a:cs typeface="Segoe UI"/>
              </a:rPr>
              <a:t>Está</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incluido</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en</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su</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presupuesto</a:t>
            </a:r>
          </a:p>
          <a:p>
            <a:pPr lvl="1">
              <a:lnSpc>
                <a:spcPct val="150000"/>
              </a:lnSpc>
              <a:buClrTx/>
              <a:buFont typeface="Segoe UI" panose="020B0502040204020203" pitchFamily="34" charset="0"/>
              <a:buChar char="−"/>
            </a:pPr>
            <a:r>
              <a:rPr lang="en-US" sz="1700">
                <a:solidFill>
                  <a:schemeClr val="tx1"/>
                </a:solidFill>
                <a:latin typeface="Segoe UI"/>
                <a:ea typeface="Segoe UI" panose="020B0502040204020203" pitchFamily="34" charset="0"/>
                <a:cs typeface="Segoe UI"/>
              </a:rPr>
              <a:t>No </a:t>
            </a:r>
            <a:r>
              <a:rPr lang="en-US" sz="1700" err="1">
                <a:solidFill>
                  <a:schemeClr val="tx1"/>
                </a:solidFill>
                <a:latin typeface="Segoe UI"/>
                <a:ea typeface="Segoe UI" panose="020B0502040204020203" pitchFamily="34" charset="0"/>
                <a:cs typeface="Segoe UI"/>
              </a:rPr>
              <a:t>duplica</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bienes</a:t>
            </a:r>
            <a:r>
              <a:rPr lang="en-US" sz="1700">
                <a:solidFill>
                  <a:schemeClr val="tx1"/>
                </a:solidFill>
                <a:latin typeface="Segoe UI"/>
                <a:ea typeface="Segoe UI" panose="020B0502040204020203" pitchFamily="34" charset="0"/>
                <a:cs typeface="Segoe UI"/>
              </a:rPr>
              <a:t> o </a:t>
            </a:r>
            <a:r>
              <a:rPr lang="en-US" sz="1700" err="1">
                <a:solidFill>
                  <a:schemeClr val="tx1"/>
                </a:solidFill>
                <a:latin typeface="Segoe UI"/>
                <a:ea typeface="Segoe UI" panose="020B0502040204020203" pitchFamily="34" charset="0"/>
                <a:cs typeface="Segoe UI"/>
              </a:rPr>
              <a:t>servicios</a:t>
            </a:r>
            <a:r>
              <a:rPr lang="en-US" sz="1700">
                <a:solidFill>
                  <a:schemeClr val="tx1"/>
                </a:solidFill>
                <a:latin typeface="Segoe UI"/>
                <a:ea typeface="Segoe UI" panose="020B0502040204020203" pitchFamily="34" charset="0"/>
                <a:cs typeface="Segoe UI"/>
              </a:rPr>
              <a:t> </a:t>
            </a:r>
            <a:r>
              <a:rPr lang="en-US" sz="1600">
                <a:solidFill>
                  <a:schemeClr val="accent6">
                    <a:lumMod val="60000"/>
                    <a:lumOff val="40000"/>
                  </a:schemeClr>
                </a:solidFill>
                <a:latin typeface="Segoe UI"/>
                <a:ea typeface="Segoe UI" panose="020B0502040204020203" pitchFamily="34" charset="0"/>
                <a:cs typeface="Segoe UI"/>
              </a:rPr>
              <a:t>(</a:t>
            </a:r>
            <a:r>
              <a:rPr lang="en-US" sz="1600" err="1">
                <a:solidFill>
                  <a:schemeClr val="accent6">
                    <a:lumMod val="60000"/>
                    <a:lumOff val="40000"/>
                  </a:schemeClr>
                </a:solidFill>
                <a:latin typeface="Segoe UI"/>
                <a:ea typeface="Segoe UI" panose="020B0502040204020203" pitchFamily="34" charset="0"/>
                <a:cs typeface="Segoe UI"/>
              </a:rPr>
              <a:t>por</a:t>
            </a:r>
            <a:r>
              <a:rPr lang="en-US" sz="1600">
                <a:solidFill>
                  <a:schemeClr val="accent6">
                    <a:lumMod val="60000"/>
                    <a:lumOff val="40000"/>
                  </a:schemeClr>
                </a:solidFill>
                <a:latin typeface="Segoe UI"/>
                <a:ea typeface="Segoe UI" panose="020B0502040204020203" pitchFamily="34" charset="0"/>
                <a:cs typeface="Segoe UI"/>
              </a:rPr>
              <a:t> </a:t>
            </a:r>
            <a:r>
              <a:rPr lang="en-US" sz="1600" err="1">
                <a:solidFill>
                  <a:schemeClr val="accent6">
                    <a:lumMod val="60000"/>
                    <a:lumOff val="40000"/>
                  </a:schemeClr>
                </a:solidFill>
                <a:latin typeface="Segoe UI"/>
                <a:ea typeface="Segoe UI" panose="020B0502040204020203" pitchFamily="34" charset="0"/>
                <a:cs typeface="Segoe UI"/>
              </a:rPr>
              <a:t>ejemplo</a:t>
            </a:r>
            <a:r>
              <a:rPr lang="en-US" sz="1600">
                <a:solidFill>
                  <a:schemeClr val="accent6">
                    <a:lumMod val="60000"/>
                    <a:lumOff val="40000"/>
                  </a:schemeClr>
                </a:solidFill>
                <a:latin typeface="Segoe UI"/>
                <a:ea typeface="Segoe UI" panose="020B0502040204020203" pitchFamily="34" charset="0"/>
                <a:cs typeface="Segoe UI"/>
              </a:rPr>
              <a:t>, </a:t>
            </a:r>
            <a:r>
              <a:rPr lang="en-US" sz="1600" err="1">
                <a:solidFill>
                  <a:schemeClr val="accent6">
                    <a:lumMod val="60000"/>
                    <a:lumOff val="40000"/>
                  </a:schemeClr>
                </a:solidFill>
                <a:latin typeface="Segoe UI"/>
                <a:ea typeface="Segoe UI" panose="020B0502040204020203" pitchFamily="34" charset="0"/>
                <a:cs typeface="Segoe UI"/>
              </a:rPr>
              <a:t>contratar</a:t>
            </a:r>
            <a:r>
              <a:rPr lang="en-US" sz="1600">
                <a:solidFill>
                  <a:schemeClr val="accent6">
                    <a:lumMod val="60000"/>
                    <a:lumOff val="40000"/>
                  </a:schemeClr>
                </a:solidFill>
                <a:latin typeface="Segoe UI"/>
                <a:ea typeface="Segoe UI" panose="020B0502040204020203" pitchFamily="34" charset="0"/>
                <a:cs typeface="Segoe UI"/>
              </a:rPr>
              <a:t> a un consultor para </a:t>
            </a:r>
            <a:r>
              <a:rPr lang="en-US" sz="1600" err="1">
                <a:solidFill>
                  <a:schemeClr val="accent6">
                    <a:lumMod val="60000"/>
                    <a:lumOff val="40000"/>
                  </a:schemeClr>
                </a:solidFill>
                <a:latin typeface="Segoe UI"/>
                <a:ea typeface="Segoe UI" panose="020B0502040204020203" pitchFamily="34" charset="0"/>
                <a:cs typeface="Segoe UI"/>
              </a:rPr>
              <a:t>realizar</a:t>
            </a:r>
            <a:r>
              <a:rPr lang="en-US" sz="1600">
                <a:solidFill>
                  <a:schemeClr val="accent6">
                    <a:lumMod val="60000"/>
                    <a:lumOff val="40000"/>
                  </a:schemeClr>
                </a:solidFill>
                <a:latin typeface="Segoe UI"/>
                <a:ea typeface="Segoe UI" panose="020B0502040204020203" pitchFamily="34" charset="0"/>
                <a:cs typeface="Segoe UI"/>
              </a:rPr>
              <a:t> </a:t>
            </a:r>
            <a:r>
              <a:rPr lang="en-US" sz="1600" err="1">
                <a:solidFill>
                  <a:schemeClr val="accent6">
                    <a:lumMod val="60000"/>
                    <a:lumOff val="40000"/>
                  </a:schemeClr>
                </a:solidFill>
                <a:latin typeface="Segoe UI"/>
                <a:ea typeface="Segoe UI" panose="020B0502040204020203" pitchFamily="34" charset="0"/>
                <a:cs typeface="Segoe UI"/>
              </a:rPr>
              <a:t>el</a:t>
            </a:r>
            <a:r>
              <a:rPr lang="en-US" sz="1600">
                <a:solidFill>
                  <a:schemeClr val="accent6">
                    <a:lumMod val="60000"/>
                    <a:lumOff val="40000"/>
                  </a:schemeClr>
                </a:solidFill>
                <a:latin typeface="Segoe UI"/>
                <a:ea typeface="Segoe UI" panose="020B0502040204020203" pitchFamily="34" charset="0"/>
                <a:cs typeface="Segoe UI"/>
              </a:rPr>
              <a:t> </a:t>
            </a:r>
            <a:r>
              <a:rPr lang="en-US" sz="1600" err="1">
                <a:solidFill>
                  <a:schemeClr val="accent6">
                    <a:lumMod val="60000"/>
                    <a:lumOff val="40000"/>
                  </a:schemeClr>
                </a:solidFill>
                <a:latin typeface="Segoe UI"/>
                <a:ea typeface="Segoe UI" panose="020B0502040204020203" pitchFamily="34" charset="0"/>
                <a:cs typeface="Segoe UI"/>
              </a:rPr>
              <a:t>seguimiento</a:t>
            </a:r>
            <a:r>
              <a:rPr lang="en-US" sz="1600">
                <a:solidFill>
                  <a:schemeClr val="accent6">
                    <a:lumMod val="60000"/>
                    <a:lumOff val="40000"/>
                  </a:schemeClr>
                </a:solidFill>
                <a:latin typeface="Segoe UI"/>
                <a:ea typeface="Segoe UI" panose="020B0502040204020203" pitchFamily="34" charset="0"/>
                <a:cs typeface="Segoe UI"/>
              </a:rPr>
              <a:t> y la </a:t>
            </a:r>
            <a:r>
              <a:rPr lang="en-US" sz="1600" err="1">
                <a:solidFill>
                  <a:schemeClr val="accent6">
                    <a:lumMod val="60000"/>
                    <a:lumOff val="40000"/>
                  </a:schemeClr>
                </a:solidFill>
                <a:latin typeface="Segoe UI"/>
                <a:ea typeface="Segoe UI" panose="020B0502040204020203" pitchFamily="34" charset="0"/>
                <a:cs typeface="Segoe UI"/>
              </a:rPr>
              <a:t>evaluación</a:t>
            </a:r>
            <a:r>
              <a:rPr lang="en-US" sz="1600">
                <a:solidFill>
                  <a:schemeClr val="accent6">
                    <a:lumMod val="60000"/>
                    <a:lumOff val="40000"/>
                  </a:schemeClr>
                </a:solidFill>
                <a:latin typeface="Segoe UI"/>
                <a:ea typeface="Segoe UI" panose="020B0502040204020203" pitchFamily="34" charset="0"/>
                <a:cs typeface="Segoe UI"/>
              </a:rPr>
              <a:t> de un </a:t>
            </a:r>
            <a:r>
              <a:rPr lang="en-US" sz="1600" err="1">
                <a:solidFill>
                  <a:schemeClr val="accent6">
                    <a:lumMod val="60000"/>
                    <a:lumOff val="40000"/>
                  </a:schemeClr>
                </a:solidFill>
                <a:latin typeface="Segoe UI"/>
                <a:ea typeface="Segoe UI" panose="020B0502040204020203" pitchFamily="34" charset="0"/>
                <a:cs typeface="Segoe UI"/>
              </a:rPr>
              <a:t>proyecto</a:t>
            </a:r>
            <a:r>
              <a:rPr lang="en-US" sz="1600">
                <a:solidFill>
                  <a:schemeClr val="accent6">
                    <a:lumMod val="60000"/>
                    <a:lumOff val="40000"/>
                  </a:schemeClr>
                </a:solidFill>
                <a:latin typeface="Segoe UI"/>
                <a:ea typeface="Segoe UI" panose="020B0502040204020203" pitchFamily="34" charset="0"/>
                <a:cs typeface="Segoe UI"/>
              </a:rPr>
              <a:t>, </a:t>
            </a:r>
            <a:r>
              <a:rPr lang="en-US" sz="1600" err="1">
                <a:solidFill>
                  <a:schemeClr val="accent6">
                    <a:lumMod val="60000"/>
                    <a:lumOff val="40000"/>
                  </a:schemeClr>
                </a:solidFill>
                <a:latin typeface="Segoe UI"/>
                <a:ea typeface="Segoe UI" panose="020B0502040204020203" pitchFamily="34" charset="0"/>
                <a:cs typeface="Segoe UI"/>
              </a:rPr>
              <a:t>cuando</a:t>
            </a:r>
            <a:r>
              <a:rPr lang="en-US" sz="1600">
                <a:solidFill>
                  <a:schemeClr val="accent6">
                    <a:lumMod val="60000"/>
                    <a:lumOff val="40000"/>
                  </a:schemeClr>
                </a:solidFill>
                <a:latin typeface="Segoe UI"/>
                <a:ea typeface="Segoe UI" panose="020B0502040204020203" pitchFamily="34" charset="0"/>
                <a:cs typeface="Segoe UI"/>
              </a:rPr>
              <a:t> </a:t>
            </a:r>
            <a:r>
              <a:rPr lang="en-US" sz="1600" err="1">
                <a:solidFill>
                  <a:schemeClr val="accent6">
                    <a:lumMod val="60000"/>
                    <a:lumOff val="40000"/>
                  </a:schemeClr>
                </a:solidFill>
                <a:latin typeface="Segoe UI"/>
                <a:ea typeface="Segoe UI" panose="020B0502040204020203" pitchFamily="34" charset="0"/>
                <a:cs typeface="Segoe UI"/>
              </a:rPr>
              <a:t>ya</a:t>
            </a:r>
            <a:r>
              <a:rPr lang="en-US" sz="1600">
                <a:solidFill>
                  <a:schemeClr val="accent6">
                    <a:lumMod val="60000"/>
                    <a:lumOff val="40000"/>
                  </a:schemeClr>
                </a:solidFill>
                <a:latin typeface="Segoe UI"/>
                <a:ea typeface="Segoe UI" panose="020B0502040204020203" pitchFamily="34" charset="0"/>
                <a:cs typeface="Segoe UI"/>
              </a:rPr>
              <a:t> </a:t>
            </a:r>
            <a:r>
              <a:rPr lang="en-US" sz="1600" err="1">
                <a:solidFill>
                  <a:schemeClr val="accent6">
                    <a:lumMod val="60000"/>
                    <a:lumOff val="40000"/>
                  </a:schemeClr>
                </a:solidFill>
                <a:latin typeface="Segoe UI"/>
                <a:ea typeface="Segoe UI" panose="020B0502040204020203" pitchFamily="34" charset="0"/>
                <a:cs typeface="Segoe UI"/>
              </a:rPr>
              <a:t>existe</a:t>
            </a:r>
            <a:r>
              <a:rPr lang="en-US" sz="1600">
                <a:solidFill>
                  <a:schemeClr val="accent6">
                    <a:lumMod val="60000"/>
                    <a:lumOff val="40000"/>
                  </a:schemeClr>
                </a:solidFill>
                <a:latin typeface="Segoe UI"/>
                <a:ea typeface="Segoe UI" panose="020B0502040204020203" pitchFamily="34" charset="0"/>
                <a:cs typeface="Segoe UI"/>
              </a:rPr>
              <a:t> un </a:t>
            </a:r>
            <a:r>
              <a:rPr lang="en-US" sz="1600" err="1">
                <a:solidFill>
                  <a:schemeClr val="accent6">
                    <a:lumMod val="60000"/>
                    <a:lumOff val="40000"/>
                  </a:schemeClr>
                </a:solidFill>
                <a:latin typeface="Segoe UI"/>
                <a:ea typeface="Segoe UI" panose="020B0502040204020203" pitchFamily="34" charset="0"/>
                <a:cs typeface="Segoe UI"/>
              </a:rPr>
              <a:t>puesto</a:t>
            </a:r>
            <a:r>
              <a:rPr lang="en-US" sz="1600">
                <a:solidFill>
                  <a:schemeClr val="accent6">
                    <a:lumMod val="60000"/>
                    <a:lumOff val="40000"/>
                  </a:schemeClr>
                </a:solidFill>
                <a:latin typeface="Segoe UI"/>
                <a:ea typeface="Segoe UI" panose="020B0502040204020203" pitchFamily="34" charset="0"/>
                <a:cs typeface="Segoe UI"/>
              </a:rPr>
              <a:t> a </a:t>
            </a:r>
            <a:r>
              <a:rPr lang="en-US" sz="1600" err="1">
                <a:solidFill>
                  <a:schemeClr val="accent6">
                    <a:lumMod val="60000"/>
                    <a:lumOff val="40000"/>
                  </a:schemeClr>
                </a:solidFill>
                <a:latin typeface="Segoe UI"/>
                <a:ea typeface="Segoe UI" panose="020B0502040204020203" pitchFamily="34" charset="0"/>
                <a:cs typeface="Segoe UI"/>
              </a:rPr>
              <a:t>tiempo</a:t>
            </a:r>
            <a:r>
              <a:rPr lang="en-US" sz="1600">
                <a:solidFill>
                  <a:schemeClr val="accent6">
                    <a:lumMod val="60000"/>
                    <a:lumOff val="40000"/>
                  </a:schemeClr>
                </a:solidFill>
                <a:latin typeface="Segoe UI"/>
                <a:ea typeface="Segoe UI" panose="020B0502040204020203" pitchFamily="34" charset="0"/>
                <a:cs typeface="Segoe UI"/>
              </a:rPr>
              <a:t> </a:t>
            </a:r>
            <a:r>
              <a:rPr lang="en-US" sz="1600" err="1">
                <a:solidFill>
                  <a:schemeClr val="accent6">
                    <a:lumMod val="60000"/>
                    <a:lumOff val="40000"/>
                  </a:schemeClr>
                </a:solidFill>
                <a:latin typeface="Segoe UI"/>
                <a:ea typeface="Segoe UI" panose="020B0502040204020203" pitchFamily="34" charset="0"/>
                <a:cs typeface="Segoe UI"/>
              </a:rPr>
              <a:t>completo</a:t>
            </a:r>
            <a:r>
              <a:rPr lang="en-US" sz="1600">
                <a:solidFill>
                  <a:schemeClr val="accent6">
                    <a:lumMod val="60000"/>
                    <a:lumOff val="40000"/>
                  </a:schemeClr>
                </a:solidFill>
                <a:latin typeface="Segoe UI"/>
                <a:ea typeface="Segoe UI" panose="020B0502040204020203" pitchFamily="34" charset="0"/>
                <a:cs typeface="Segoe UI"/>
              </a:rPr>
              <a:t> para </a:t>
            </a:r>
            <a:r>
              <a:rPr lang="en-US" sz="1600" err="1">
                <a:solidFill>
                  <a:schemeClr val="accent6">
                    <a:lumMod val="60000"/>
                    <a:lumOff val="40000"/>
                  </a:schemeClr>
                </a:solidFill>
                <a:latin typeface="Segoe UI"/>
                <a:ea typeface="Segoe UI" panose="020B0502040204020203" pitchFamily="34" charset="0"/>
                <a:cs typeface="Segoe UI"/>
              </a:rPr>
              <a:t>ello</a:t>
            </a:r>
            <a:r>
              <a:rPr lang="en-US" sz="1600">
                <a:solidFill>
                  <a:schemeClr val="accent6">
                    <a:lumMod val="60000"/>
                    <a:lumOff val="40000"/>
                  </a:schemeClr>
                </a:solidFill>
                <a:latin typeface="Segoe UI"/>
                <a:ea typeface="Segoe UI" panose="020B0502040204020203" pitchFamily="34" charset="0"/>
                <a:cs typeface="Segoe UI"/>
              </a:rPr>
              <a:t>).</a:t>
            </a:r>
          </a:p>
          <a:p>
            <a:pPr lvl="0" algn="l" rtl="0">
              <a:spcBef>
                <a:spcPts val="1200"/>
              </a:spcBef>
              <a:spcAft>
                <a:spcPts val="0"/>
              </a:spcAft>
              <a:buSzPts val="1800"/>
              <a:buFont typeface="Wingdings" panose="05000000000000000000" pitchFamily="2" charset="2"/>
              <a:buChar char="§"/>
            </a:pPr>
            <a:endParaRPr lang="en-US" sz="140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1595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15017" y="1123950"/>
            <a:ext cx="6202679" cy="3392068"/>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a:solidFill>
                  <a:schemeClr val="tx1"/>
                </a:solidFill>
                <a:latin typeface="Segoe UI"/>
                <a:ea typeface="Segoe UI" panose="020B0502040204020203" pitchFamily="34" charset="0"/>
                <a:cs typeface="Segoe UI"/>
              </a:rPr>
              <a:t>Un </a:t>
            </a:r>
            <a:r>
              <a:rPr lang="en-US" sz="1700" b="1" err="1">
                <a:solidFill>
                  <a:schemeClr val="tx1"/>
                </a:solidFill>
                <a:latin typeface="Segoe UI"/>
                <a:ea typeface="Segoe UI" panose="020B0502040204020203" pitchFamily="34" charset="0"/>
                <a:cs typeface="Segoe UI"/>
              </a:rPr>
              <a:t>costo</a:t>
            </a:r>
            <a:r>
              <a:rPr lang="en-US" sz="1700" b="1">
                <a:solidFill>
                  <a:schemeClr val="tx1"/>
                </a:solidFill>
                <a:latin typeface="Segoe UI"/>
                <a:ea typeface="Segoe UI" panose="020B0502040204020203" pitchFamily="34" charset="0"/>
                <a:cs typeface="Segoe UI"/>
              </a:rPr>
              <a:t> es </a:t>
            </a:r>
            <a:r>
              <a:rPr lang="en-US" sz="1700" b="1" err="1">
                <a:solidFill>
                  <a:schemeClr val="tx1"/>
                </a:solidFill>
                <a:latin typeface="Segoe UI"/>
                <a:ea typeface="Segoe UI" panose="020B0502040204020203" pitchFamily="34" charset="0"/>
                <a:cs typeface="Segoe UI"/>
              </a:rPr>
              <a:t>razonable</a:t>
            </a:r>
            <a:r>
              <a:rPr lang="en-US" sz="1700" b="1">
                <a:solidFill>
                  <a:schemeClr val="tx1"/>
                </a:solidFill>
                <a:latin typeface="Segoe UI"/>
                <a:ea typeface="Segoe UI" panose="020B0502040204020203" pitchFamily="34" charset="0"/>
                <a:cs typeface="Segoe UI"/>
              </a:rPr>
              <a:t> </a:t>
            </a:r>
            <a:r>
              <a:rPr lang="en-US" sz="1700" b="1" err="1">
                <a:solidFill>
                  <a:schemeClr val="tx1"/>
                </a:solidFill>
                <a:latin typeface="Segoe UI"/>
                <a:ea typeface="Segoe UI" panose="020B0502040204020203" pitchFamily="34" charset="0"/>
                <a:cs typeface="Segoe UI"/>
              </a:rPr>
              <a:t>si</a:t>
            </a:r>
            <a:endParaRPr lang="en-US" sz="1700" b="1">
              <a:solidFill>
                <a:schemeClr val="tx1"/>
              </a:solidFill>
              <a:latin typeface="Segoe UI"/>
              <a:ea typeface="Segoe UI" panose="020B0502040204020203" pitchFamily="34" charset="0"/>
              <a:cs typeface="Segoe UI"/>
            </a:endParaRPr>
          </a:p>
          <a:p>
            <a:pPr lvl="1">
              <a:lnSpc>
                <a:spcPct val="150000"/>
              </a:lnSpc>
              <a:buClrTx/>
              <a:buFont typeface="Segoe UI" panose="020B0502040204020203" pitchFamily="34" charset="0"/>
              <a:buChar char="−"/>
            </a:pPr>
            <a:r>
              <a:rPr lang="en-US" sz="1700">
                <a:solidFill>
                  <a:schemeClr val="tx1"/>
                </a:solidFill>
                <a:latin typeface="Segoe UI"/>
                <a:ea typeface="Segoe UI" panose="020B0502040204020203" pitchFamily="34" charset="0"/>
                <a:cs typeface="Segoe UI"/>
              </a:rPr>
              <a:t>No </a:t>
            </a:r>
            <a:r>
              <a:rPr lang="en-US" sz="1700" err="1">
                <a:solidFill>
                  <a:schemeClr val="tx1"/>
                </a:solidFill>
                <a:latin typeface="Segoe UI"/>
                <a:ea typeface="Segoe UI" panose="020B0502040204020203" pitchFamily="34" charset="0"/>
                <a:cs typeface="Segoe UI"/>
              </a:rPr>
              <a:t>excede</a:t>
            </a:r>
            <a:r>
              <a:rPr lang="en-US" sz="1700">
                <a:solidFill>
                  <a:schemeClr val="tx1"/>
                </a:solidFill>
                <a:latin typeface="Segoe UI"/>
                <a:ea typeface="Segoe UI" panose="020B0502040204020203" pitchFamily="34" charset="0"/>
                <a:cs typeface="Segoe UI"/>
              </a:rPr>
              <a:t> de lo que </a:t>
            </a:r>
            <a:r>
              <a:rPr lang="en-US" sz="1700" err="1">
                <a:solidFill>
                  <a:schemeClr val="tx1"/>
                </a:solidFill>
                <a:latin typeface="Segoe UI"/>
                <a:ea typeface="Segoe UI" panose="020B0502040204020203" pitchFamily="34" charset="0"/>
                <a:cs typeface="Segoe UI"/>
              </a:rPr>
              <a:t>haría</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una</a:t>
            </a:r>
            <a:r>
              <a:rPr lang="en-US" sz="1700">
                <a:solidFill>
                  <a:schemeClr val="tx1"/>
                </a:solidFill>
                <a:latin typeface="Segoe UI"/>
                <a:ea typeface="Segoe UI" panose="020B0502040204020203" pitchFamily="34" charset="0"/>
                <a:cs typeface="Segoe UI"/>
              </a:rPr>
              <a:t> persona "</a:t>
            </a:r>
            <a:r>
              <a:rPr lang="en-US" sz="1700" err="1">
                <a:solidFill>
                  <a:schemeClr val="tx1"/>
                </a:solidFill>
                <a:latin typeface="Segoe UI"/>
                <a:ea typeface="Segoe UI" panose="020B0502040204020203" pitchFamily="34" charset="0"/>
                <a:cs typeface="Segoe UI"/>
              </a:rPr>
              <a:t>prudente</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en</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circunstancias</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similares</a:t>
            </a:r>
            <a:endParaRPr lang="en-US" sz="1700">
              <a:solidFill>
                <a:schemeClr val="tx1"/>
              </a:solidFill>
              <a:latin typeface="Segoe UI"/>
              <a:ea typeface="Segoe UI" panose="020B0502040204020203" pitchFamily="34" charset="0"/>
              <a:cs typeface="Segoe UI"/>
            </a:endParaRPr>
          </a:p>
          <a:p>
            <a:pPr lvl="1">
              <a:lnSpc>
                <a:spcPct val="150000"/>
              </a:lnSpc>
              <a:buClrTx/>
              <a:buFont typeface="Segoe UI" panose="020B0502040204020203" pitchFamily="34" charset="0"/>
              <a:buChar char="−"/>
            </a:pPr>
            <a:r>
              <a:rPr lang="en-US" sz="1700">
                <a:solidFill>
                  <a:schemeClr val="tx1"/>
                </a:solidFill>
                <a:latin typeface="Segoe UI"/>
                <a:ea typeface="Segoe UI" panose="020B0502040204020203" pitchFamily="34" charset="0"/>
                <a:cs typeface="Segoe UI"/>
              </a:rPr>
              <a:t>Ordinario y </a:t>
            </a:r>
            <a:r>
              <a:rPr lang="en-US" sz="1700" err="1">
                <a:solidFill>
                  <a:schemeClr val="tx1"/>
                </a:solidFill>
                <a:latin typeface="Segoe UI"/>
                <a:ea typeface="Segoe UI" panose="020B0502040204020203" pitchFamily="34" charset="0"/>
                <a:cs typeface="Segoe UI"/>
              </a:rPr>
              <a:t>necesario</a:t>
            </a:r>
            <a:r>
              <a:rPr lang="en-US" sz="1700">
                <a:solidFill>
                  <a:schemeClr val="tx1"/>
                </a:solidFill>
                <a:latin typeface="Segoe UI"/>
                <a:ea typeface="Segoe UI" panose="020B0502040204020203" pitchFamily="34" charset="0"/>
                <a:cs typeface="Segoe UI"/>
              </a:rPr>
              <a:t> para </a:t>
            </a:r>
            <a:r>
              <a:rPr lang="en-US" sz="1700" err="1">
                <a:solidFill>
                  <a:schemeClr val="tx1"/>
                </a:solidFill>
                <a:latin typeface="Segoe UI"/>
                <a:ea typeface="Segoe UI" panose="020B0502040204020203" pitchFamily="34" charset="0"/>
                <a:cs typeface="Segoe UI"/>
              </a:rPr>
              <a:t>el</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funcionamiento</a:t>
            </a:r>
            <a:r>
              <a:rPr lang="en-US" sz="1700">
                <a:solidFill>
                  <a:schemeClr val="tx1"/>
                </a:solidFill>
                <a:latin typeface="Segoe UI"/>
                <a:ea typeface="Segoe UI" panose="020B0502040204020203" pitchFamily="34" charset="0"/>
                <a:cs typeface="Segoe UI"/>
              </a:rPr>
              <a:t> de la </a:t>
            </a:r>
            <a:r>
              <a:rPr lang="en-US" sz="1700" err="1">
                <a:solidFill>
                  <a:schemeClr val="tx1"/>
                </a:solidFill>
                <a:latin typeface="Segoe UI"/>
                <a:ea typeface="Segoe UI" panose="020B0502040204020203" pitchFamily="34" charset="0"/>
                <a:cs typeface="Segoe UI"/>
              </a:rPr>
              <a:t>organización</a:t>
            </a:r>
            <a:r>
              <a:rPr lang="en-US" sz="1700">
                <a:solidFill>
                  <a:schemeClr val="tx1"/>
                </a:solidFill>
                <a:latin typeface="Segoe UI"/>
                <a:ea typeface="Segoe UI" panose="020B0502040204020203" pitchFamily="34" charset="0"/>
                <a:cs typeface="Segoe UI"/>
              </a:rPr>
              <a:t> </a:t>
            </a: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lnSpc>
                <a:spcPct val="150000"/>
              </a:lnSpc>
              <a:buClrTx/>
              <a:buFont typeface="Segoe UI" panose="020B0502040204020203" pitchFamily="34" charset="0"/>
              <a:buChar char="−"/>
            </a:pPr>
            <a:r>
              <a:rPr lang="en-US" sz="1700">
                <a:solidFill>
                  <a:schemeClr val="tx1"/>
                </a:solidFill>
                <a:latin typeface="Segoe UI"/>
                <a:ea typeface="Segoe UI" panose="020B0502040204020203" pitchFamily="34" charset="0"/>
                <a:cs typeface="Segoe UI"/>
              </a:rPr>
              <a:t>Sigue </a:t>
            </a:r>
            <a:r>
              <a:rPr lang="en-US" sz="1700" err="1">
                <a:solidFill>
                  <a:schemeClr val="tx1"/>
                </a:solidFill>
                <a:latin typeface="Segoe UI"/>
                <a:ea typeface="Segoe UI" panose="020B0502040204020203" pitchFamily="34" charset="0"/>
                <a:cs typeface="Segoe UI"/>
              </a:rPr>
              <a:t>buenas</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prácticas</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empresariales</a:t>
            </a:r>
            <a:endParaRPr lang="en-US" sz="1700">
              <a:solidFill>
                <a:schemeClr val="tx1"/>
              </a:solidFill>
              <a:latin typeface="Segoe UI"/>
              <a:ea typeface="Segoe UI" panose="020B0502040204020203" pitchFamily="34" charset="0"/>
              <a:cs typeface="Segoe UI"/>
            </a:endParaRPr>
          </a:p>
          <a:p>
            <a:pPr lvl="1">
              <a:lnSpc>
                <a:spcPct val="150000"/>
              </a:lnSpc>
              <a:buClrTx/>
              <a:buFont typeface="Segoe UI" panose="020B0502040204020203" pitchFamily="34" charset="0"/>
              <a:buChar char="−"/>
            </a:pPr>
            <a:r>
              <a:rPr lang="en-US" sz="1700" err="1">
                <a:solidFill>
                  <a:schemeClr val="tx1"/>
                </a:solidFill>
                <a:latin typeface="Segoe UI"/>
                <a:ea typeface="Segoe UI" panose="020B0502040204020203" pitchFamily="34" charset="0"/>
                <a:cs typeface="Segoe UI"/>
              </a:rPr>
              <a:t>Cumple</a:t>
            </a:r>
            <a:r>
              <a:rPr lang="en-US" sz="1700">
                <a:solidFill>
                  <a:schemeClr val="tx1"/>
                </a:solidFill>
                <a:latin typeface="Segoe UI"/>
                <a:ea typeface="Segoe UI" panose="020B0502040204020203" pitchFamily="34" charset="0"/>
                <a:cs typeface="Segoe UI"/>
              </a:rPr>
              <a:t> con las </a:t>
            </a:r>
            <a:r>
              <a:rPr lang="en-US" sz="1700" err="1">
                <a:solidFill>
                  <a:schemeClr val="tx1"/>
                </a:solidFill>
                <a:latin typeface="Segoe UI"/>
                <a:ea typeface="Segoe UI" panose="020B0502040204020203" pitchFamily="34" charset="0"/>
                <a:cs typeface="Segoe UI"/>
              </a:rPr>
              <a:t>leyes</a:t>
            </a:r>
            <a:r>
              <a:rPr lang="en-US" sz="1700">
                <a:solidFill>
                  <a:schemeClr val="tx1"/>
                </a:solidFill>
                <a:latin typeface="Segoe UI"/>
                <a:ea typeface="Segoe UI" panose="020B0502040204020203" pitchFamily="34" charset="0"/>
                <a:cs typeface="Segoe UI"/>
              </a:rPr>
              <a:t> federales, </a:t>
            </a:r>
            <a:r>
              <a:rPr lang="en-US" sz="1700" err="1">
                <a:solidFill>
                  <a:schemeClr val="tx1"/>
                </a:solidFill>
                <a:latin typeface="Segoe UI"/>
                <a:ea typeface="Segoe UI" panose="020B0502040204020203" pitchFamily="34" charset="0"/>
                <a:cs typeface="Segoe UI"/>
              </a:rPr>
              <a:t>estatales</a:t>
            </a:r>
            <a:r>
              <a:rPr lang="en-US" sz="1700">
                <a:solidFill>
                  <a:schemeClr val="tx1"/>
                </a:solidFill>
                <a:latin typeface="Segoe UI"/>
                <a:ea typeface="Segoe UI" panose="020B0502040204020203" pitchFamily="34" charset="0"/>
                <a:cs typeface="Segoe UI"/>
              </a:rPr>
              <a:t> y locales</a:t>
            </a:r>
          </a:p>
          <a:p>
            <a:pPr lvl="1">
              <a:lnSpc>
                <a:spcPct val="150000"/>
              </a:lnSpc>
              <a:buClrTx/>
              <a:buFont typeface="Segoe UI" panose="020B0502040204020203" pitchFamily="34" charset="0"/>
              <a:buChar char="−"/>
            </a:pPr>
            <a:r>
              <a:rPr lang="en-US" sz="1700" err="1">
                <a:solidFill>
                  <a:schemeClr val="tx1"/>
                </a:solidFill>
                <a:latin typeface="Segoe UI"/>
                <a:ea typeface="Segoe UI" panose="020B0502040204020203" pitchFamily="34" charset="0"/>
                <a:cs typeface="Segoe UI"/>
              </a:rPr>
              <a:t>Consistente</a:t>
            </a:r>
            <a:r>
              <a:rPr lang="en-US" sz="1700">
                <a:solidFill>
                  <a:schemeClr val="tx1"/>
                </a:solidFill>
                <a:latin typeface="Segoe UI"/>
                <a:ea typeface="Segoe UI" panose="020B0502040204020203" pitchFamily="34" charset="0"/>
                <a:cs typeface="Segoe UI"/>
              </a:rPr>
              <a:t> con las </a:t>
            </a:r>
            <a:r>
              <a:rPr lang="en-US" sz="1700" err="1">
                <a:solidFill>
                  <a:schemeClr val="tx1"/>
                </a:solidFill>
                <a:latin typeface="Segoe UI"/>
                <a:ea typeface="Segoe UI" panose="020B0502040204020203" pitchFamily="34" charset="0"/>
                <a:cs typeface="Segoe UI"/>
              </a:rPr>
              <a:t>políticas</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establecidas</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por</a:t>
            </a:r>
            <a:r>
              <a:rPr lang="en-US" sz="1700">
                <a:solidFill>
                  <a:schemeClr val="tx1"/>
                </a:solidFill>
                <a:latin typeface="Segoe UI"/>
                <a:ea typeface="Segoe UI" panose="020B0502040204020203" pitchFamily="34" charset="0"/>
                <a:cs typeface="Segoe UI"/>
              </a:rPr>
              <a:t> la </a:t>
            </a:r>
            <a:r>
              <a:rPr lang="en-US" sz="1700" err="1">
                <a:solidFill>
                  <a:schemeClr val="tx1"/>
                </a:solidFill>
                <a:latin typeface="Segoe UI"/>
                <a:ea typeface="Segoe UI" panose="020B0502040204020203" pitchFamily="34" charset="0"/>
                <a:cs typeface="Segoe UI"/>
              </a:rPr>
              <a:t>organización</a:t>
            </a:r>
            <a:endParaRPr lang="en-US" sz="1700">
              <a:solidFill>
                <a:schemeClr val="tx1"/>
              </a:solidFill>
              <a:latin typeface="Segoe UI"/>
              <a:ea typeface="Segoe UI" panose="020B0502040204020203" pitchFamily="34" charset="0"/>
              <a:cs typeface="Segoe UI"/>
            </a:endParaRPr>
          </a:p>
          <a:p>
            <a:pPr lvl="0" algn="l" rtl="0">
              <a:spcBef>
                <a:spcPts val="1200"/>
              </a:spcBef>
              <a:spcAft>
                <a:spcPts val="0"/>
              </a:spcAft>
              <a:buSzPts val="1800"/>
              <a:buFont typeface="Wingdings" panose="05000000000000000000" pitchFamily="2" charset="2"/>
              <a:buChar char="§"/>
            </a:pPr>
            <a:endParaRPr lang="en-US" sz="140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ea typeface="Segoe UI" pitchFamily="34" charset="0"/>
                <a:cs typeface="Segoe UI" pitchFamily="34" charset="0"/>
              </a:rPr>
              <a:t>Razonabilidad</a:t>
            </a:r>
            <a:endParaRPr lang="en-US" sz="3600" kern="0">
              <a:solidFill>
                <a:schemeClr val="tx1"/>
              </a:solidFill>
            </a:endParaRPr>
          </a:p>
        </p:txBody>
      </p:sp>
    </p:spTree>
    <p:extLst>
      <p:ext uri="{BB962C8B-B14F-4D97-AF65-F5344CB8AC3E}">
        <p14:creationId xmlns:p14="http://schemas.microsoft.com/office/powerpoint/2010/main" val="2858251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ea typeface="Segoe UI" pitchFamily="34" charset="0"/>
                <a:cs typeface="Segoe UI" pitchFamily="34" charset="0"/>
              </a:rPr>
              <a:t>Asignabilidad</a:t>
            </a:r>
            <a:endParaRPr lang="en-US" sz="3600" kern="0">
              <a:solidFill>
                <a:schemeClr val="tx1"/>
              </a:solidFill>
            </a:endParaRPr>
          </a:p>
        </p:txBody>
      </p:sp>
      <p:sp>
        <p:nvSpPr>
          <p:cNvPr id="6" name="Google Shape;95;p18"/>
          <p:cNvSpPr txBox="1">
            <a:spLocks noGrp="1"/>
          </p:cNvSpPr>
          <p:nvPr>
            <p:ph type="body" idx="1"/>
          </p:nvPr>
        </p:nvSpPr>
        <p:spPr>
          <a:xfrm>
            <a:off x="304800" y="971550"/>
            <a:ext cx="6023113" cy="3392068"/>
          </a:xfrm>
          <a:prstGeom prst="rect">
            <a:avLst/>
          </a:prstGeom>
        </p:spPr>
        <p:txBody>
          <a:bodyPr spcFirstLastPara="1" wrap="square" lIns="91425" tIns="91425" rIns="91425" bIns="91425" anchor="t" anchorCtr="0">
            <a:noAutofit/>
          </a:bodyPr>
          <a:lstStyle/>
          <a:p>
            <a:pPr marL="127000" indent="0">
              <a:lnSpc>
                <a:spcPct val="150000"/>
              </a:lnSpc>
              <a:buClrTx/>
              <a:buSzPct val="106000"/>
              <a:buNone/>
            </a:pPr>
            <a:r>
              <a:rPr lang="es-CR" sz="1700" b="1">
                <a:solidFill>
                  <a:schemeClr val="tx1"/>
                </a:solidFill>
                <a:latin typeface="Segoe UI"/>
                <a:ea typeface="Segoe UI" panose="020B0502040204020203" pitchFamily="34" charset="0"/>
                <a:cs typeface="Segoe UI"/>
              </a:rPr>
              <a:t>Prueba de </a:t>
            </a:r>
            <a:r>
              <a:rPr lang="es-CR" sz="1700" b="1" err="1">
                <a:solidFill>
                  <a:schemeClr val="tx1"/>
                </a:solidFill>
                <a:latin typeface="Segoe UI"/>
                <a:ea typeface="Segoe UI" panose="020B0502040204020203" pitchFamily="34" charset="0"/>
                <a:cs typeface="Segoe UI"/>
              </a:rPr>
              <a:t>asignabilidad</a:t>
            </a:r>
            <a:r>
              <a:rPr lang="es-CR" sz="1700" b="1">
                <a:solidFill>
                  <a:schemeClr val="tx1"/>
                </a:solidFill>
                <a:latin typeface="Segoe UI"/>
                <a:ea typeface="Segoe UI" panose="020B0502040204020203" pitchFamily="34" charset="0"/>
                <a:cs typeface="Segoe UI"/>
              </a:rPr>
              <a:t>:</a:t>
            </a:r>
          </a:p>
          <a:p>
            <a:pPr lvl="1">
              <a:lnSpc>
                <a:spcPct val="150000"/>
              </a:lnSpc>
              <a:buClrTx/>
              <a:buFont typeface="Lao UI" panose="020B0502040204020203" pitchFamily="34" charset="0"/>
              <a:buChar char="−"/>
            </a:pPr>
            <a:r>
              <a:rPr lang="es-CR" sz="1700">
                <a:solidFill>
                  <a:schemeClr val="tx1"/>
                </a:solidFill>
                <a:latin typeface="Segoe UI"/>
                <a:ea typeface="Segoe UI" panose="020B0502040204020203" pitchFamily="34" charset="0"/>
                <a:cs typeface="Segoe UI"/>
              </a:rPr>
              <a:t>Costo incurrido exclusivamente para el proyecto específico </a:t>
            </a:r>
            <a:endParaRPr lang="es-CR" sz="1700">
              <a:solidFill>
                <a:schemeClr val="tx1"/>
              </a:solidFill>
              <a:latin typeface="Segoe UI"/>
              <a:ea typeface="Segoe UI" panose="020B0502040204020203" pitchFamily="34" charset="0"/>
              <a:cs typeface="Segoe UI" panose="020B0502040204020203" pitchFamily="34" charset="0"/>
            </a:endParaRPr>
          </a:p>
          <a:p>
            <a:pPr marL="584200" lvl="1" indent="0">
              <a:lnSpc>
                <a:spcPct val="150000"/>
              </a:lnSpc>
              <a:buClrTx/>
              <a:buNone/>
            </a:pPr>
            <a:endParaRPr lang="es-CR" sz="6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Lao UI" panose="020B0502040204020203" pitchFamily="34" charset="0"/>
              <a:buChar char="−"/>
            </a:pPr>
            <a:r>
              <a:rPr lang="es-CR" sz="1700">
                <a:solidFill>
                  <a:schemeClr val="tx1"/>
                </a:solidFill>
                <a:latin typeface="Segoe UI"/>
                <a:ea typeface="Segoe UI" panose="020B0502040204020203" pitchFamily="34" charset="0"/>
                <a:cs typeface="Segoe UI"/>
              </a:rPr>
              <a:t>Asignable a más de un objetivo de costo, en proporción razonable al beneficio proporcionado</a:t>
            </a:r>
          </a:p>
          <a:p>
            <a:pPr marL="584200" lvl="1" indent="0">
              <a:buClrTx/>
              <a:buNone/>
            </a:pPr>
            <a:endParaRPr lang="es-CR" sz="6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Lao UI" panose="020B0502040204020203" pitchFamily="34" charset="0"/>
              <a:buChar char="−"/>
            </a:pPr>
            <a:r>
              <a:rPr lang="es-CR" sz="1700">
                <a:solidFill>
                  <a:schemeClr val="tx1"/>
                </a:solidFill>
                <a:latin typeface="Segoe UI"/>
                <a:ea typeface="Segoe UI" panose="020B0502040204020203" pitchFamily="34" charset="0"/>
                <a:cs typeface="Segoe UI"/>
              </a:rPr>
              <a:t>Necesarios para el funcionamiento general de la organización</a:t>
            </a:r>
          </a:p>
          <a:p>
            <a:pPr marL="584200" lvl="1" indent="0">
              <a:buClrTx/>
              <a:buNone/>
            </a:pPr>
            <a:endParaRPr lang="es-CR" sz="6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Lao UI" panose="020B0502040204020203" pitchFamily="34" charset="0"/>
              <a:buChar char="−"/>
            </a:pPr>
            <a:r>
              <a:rPr lang="es-CR" sz="1700">
                <a:solidFill>
                  <a:schemeClr val="tx1"/>
                </a:solidFill>
                <a:latin typeface="Segoe UI"/>
                <a:ea typeface="Segoe UI" panose="020B0502040204020203" pitchFamily="34" charset="0"/>
                <a:cs typeface="Segoe UI"/>
              </a:rPr>
              <a:t>No hay trasvase de costos de un fondo a otro para cubrir sobrecostes.</a:t>
            </a:r>
          </a:p>
          <a:p>
            <a:pPr lvl="2">
              <a:buClrTx/>
              <a:buFont typeface="Lao UI" panose="020B0502040204020203" pitchFamily="34" charset="0"/>
              <a:buChar char="−"/>
            </a:pPr>
            <a:r>
              <a:rPr lang="es-CR" sz="1700">
                <a:solidFill>
                  <a:schemeClr val="tx1"/>
                </a:solidFill>
                <a:latin typeface="Segoe UI"/>
                <a:ea typeface="Segoe UI" panose="020B0502040204020203" pitchFamily="34" charset="0"/>
                <a:cs typeface="Segoe UI"/>
              </a:rPr>
              <a:t>Para evitar restricciones al acuerdo, o</a:t>
            </a:r>
          </a:p>
          <a:p>
            <a:pPr lvl="2">
              <a:buClrTx/>
              <a:buFont typeface="Lao UI" panose="020B0502040204020203" pitchFamily="34" charset="0"/>
              <a:buChar char="−"/>
            </a:pPr>
            <a:r>
              <a:rPr lang="es-CR" sz="1700">
                <a:solidFill>
                  <a:schemeClr val="tx1"/>
                </a:solidFill>
                <a:latin typeface="Segoe UI"/>
                <a:ea typeface="Segoe UI" panose="020B0502040204020203" pitchFamily="34" charset="0"/>
                <a:cs typeface="Segoe UI"/>
              </a:rPr>
              <a:t>Por comodidad</a:t>
            </a:r>
          </a:p>
        </p:txBody>
      </p:sp>
    </p:spTree>
    <p:extLst>
      <p:ext uri="{BB962C8B-B14F-4D97-AF65-F5344CB8AC3E}">
        <p14:creationId xmlns:p14="http://schemas.microsoft.com/office/powerpoint/2010/main" val="4164642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5">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0" y="-58796"/>
            <a:ext cx="655319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err="1">
                <a:solidFill>
                  <a:schemeClr val="tx1"/>
                </a:solidFill>
                <a:latin typeface="Segoe UI" pitchFamily="34" charset="0"/>
                <a:ea typeface="Segoe UI" pitchFamily="34" charset="0"/>
                <a:cs typeface="Segoe UI" pitchFamily="34" charset="0"/>
              </a:rPr>
              <a:t>Costos</a:t>
            </a:r>
            <a:r>
              <a:rPr lang="en-US" sz="3200" kern="0">
                <a:solidFill>
                  <a:schemeClr val="tx1"/>
                </a:solidFill>
                <a:latin typeface="Segoe UI" pitchFamily="34" charset="0"/>
                <a:ea typeface="Segoe UI" pitchFamily="34" charset="0"/>
                <a:cs typeface="Segoe UI" pitchFamily="34" charset="0"/>
              </a:rPr>
              <a:t> </a:t>
            </a:r>
            <a:r>
              <a:rPr lang="en-US" sz="3200" kern="0" err="1">
                <a:solidFill>
                  <a:schemeClr val="tx1"/>
                </a:solidFill>
                <a:latin typeface="Segoe UI" pitchFamily="34" charset="0"/>
                <a:ea typeface="Segoe UI" pitchFamily="34" charset="0"/>
                <a:cs typeface="Segoe UI" pitchFamily="34" charset="0"/>
              </a:rPr>
              <a:t>indirectos</a:t>
            </a:r>
            <a:r>
              <a:rPr lang="en-US" sz="3200" kern="0">
                <a:solidFill>
                  <a:schemeClr val="tx1"/>
                </a:solidFill>
                <a:latin typeface="Segoe UI" pitchFamily="34" charset="0"/>
                <a:ea typeface="Segoe UI" pitchFamily="34" charset="0"/>
                <a:cs typeface="Segoe UI" pitchFamily="34" charset="0"/>
              </a:rPr>
              <a:t> y </a:t>
            </a:r>
            <a:r>
              <a:rPr lang="en-US" sz="3200" kern="0" err="1">
                <a:solidFill>
                  <a:schemeClr val="tx1"/>
                </a:solidFill>
                <a:latin typeface="Segoe UI" pitchFamily="34" charset="0"/>
                <a:ea typeface="Segoe UI" pitchFamily="34" charset="0"/>
                <a:cs typeface="Segoe UI" pitchFamily="34" charset="0"/>
              </a:rPr>
              <a:t>costos</a:t>
            </a:r>
            <a:r>
              <a:rPr lang="en-US" sz="3200" kern="0">
                <a:solidFill>
                  <a:schemeClr val="tx1"/>
                </a:solidFill>
                <a:latin typeface="Segoe UI" pitchFamily="34" charset="0"/>
                <a:ea typeface="Segoe UI" pitchFamily="34" charset="0"/>
                <a:cs typeface="Segoe UI" pitchFamily="34" charset="0"/>
              </a:rPr>
              <a:t> directos</a:t>
            </a:r>
          </a:p>
        </p:txBody>
      </p:sp>
      <p:sp>
        <p:nvSpPr>
          <p:cNvPr id="6" name="Google Shape;95;p18"/>
          <p:cNvSpPr txBox="1">
            <a:spLocks noGrp="1"/>
          </p:cNvSpPr>
          <p:nvPr>
            <p:ph type="body" idx="1"/>
          </p:nvPr>
        </p:nvSpPr>
        <p:spPr>
          <a:xfrm>
            <a:off x="76200" y="742950"/>
            <a:ext cx="6084162" cy="3773068"/>
          </a:xfrm>
          <a:prstGeom prst="rect">
            <a:avLst/>
          </a:prstGeom>
        </p:spPr>
        <p:txBody>
          <a:bodyPr spcFirstLastPara="1" wrap="square" lIns="91425" tIns="91425" rIns="91425" bIns="91425" anchor="t" anchorCtr="0">
            <a:noAutofit/>
          </a:bodyPr>
          <a:lstStyle/>
          <a:p>
            <a:pPr marL="457200" lvl="1" indent="0">
              <a:buClrTx/>
              <a:buSzTx/>
              <a:buNone/>
            </a:pPr>
            <a:r>
              <a:rPr lang="en-US" b="1" kern="1200">
                <a:solidFill>
                  <a:srgbClr val="000000"/>
                </a:solidFill>
                <a:latin typeface="Segoe UI"/>
                <a:ea typeface="+mn-ea"/>
                <a:cs typeface="Segoe UI"/>
              </a:rPr>
              <a:t>Costos </a:t>
            </a:r>
            <a:r>
              <a:rPr lang="en-US" b="1" kern="1200" err="1">
                <a:solidFill>
                  <a:srgbClr val="000000"/>
                </a:solidFill>
                <a:latin typeface="Segoe UI"/>
                <a:ea typeface="+mn-ea"/>
                <a:cs typeface="Segoe UI"/>
              </a:rPr>
              <a:t>totales</a:t>
            </a:r>
            <a:r>
              <a:rPr lang="en-US" b="1" kern="1200">
                <a:solidFill>
                  <a:srgbClr val="000000"/>
                </a:solidFill>
                <a:latin typeface="Segoe UI"/>
                <a:ea typeface="+mn-ea"/>
                <a:cs typeface="Segoe UI"/>
              </a:rPr>
              <a:t> = Costos </a:t>
            </a:r>
            <a:r>
              <a:rPr lang="en-US" b="1" kern="1200" err="1">
                <a:solidFill>
                  <a:srgbClr val="000000"/>
                </a:solidFill>
                <a:latin typeface="Segoe UI"/>
                <a:ea typeface="+mn-ea"/>
                <a:cs typeface="Segoe UI"/>
              </a:rPr>
              <a:t>directos</a:t>
            </a:r>
            <a:r>
              <a:rPr lang="en-US" b="1" kern="1200">
                <a:solidFill>
                  <a:srgbClr val="000000"/>
                </a:solidFill>
                <a:latin typeface="Segoe UI"/>
                <a:ea typeface="+mn-ea"/>
                <a:cs typeface="Segoe UI"/>
              </a:rPr>
              <a:t> + Costos </a:t>
            </a:r>
            <a:r>
              <a:rPr lang="en-US" b="1" kern="1200" err="1">
                <a:solidFill>
                  <a:srgbClr val="000000"/>
                </a:solidFill>
                <a:latin typeface="Segoe UI"/>
                <a:ea typeface="+mn-ea"/>
                <a:cs typeface="Segoe UI"/>
              </a:rPr>
              <a:t>indirectos</a:t>
            </a:r>
            <a:r>
              <a:rPr lang="en-US" b="1" kern="1200">
                <a:solidFill>
                  <a:srgbClr val="000000"/>
                </a:solidFill>
                <a:latin typeface="Segoe UI"/>
                <a:ea typeface="+mn-ea"/>
                <a:cs typeface="Segoe UI"/>
              </a:rPr>
              <a:t> - </a:t>
            </a:r>
            <a:r>
              <a:rPr lang="en-US" b="1" kern="1200" err="1">
                <a:solidFill>
                  <a:srgbClr val="000000"/>
                </a:solidFill>
                <a:latin typeface="Segoe UI"/>
                <a:ea typeface="+mn-ea"/>
                <a:cs typeface="Segoe UI"/>
              </a:rPr>
              <a:t>Créditos</a:t>
            </a:r>
            <a:endParaRPr lang="en-US" b="1" kern="1200">
              <a:solidFill>
                <a:srgbClr val="000000"/>
              </a:solidFill>
              <a:latin typeface="Segoe UI"/>
              <a:ea typeface="+mn-ea"/>
              <a:cs typeface="Segoe UI"/>
            </a:endParaRPr>
          </a:p>
          <a:p>
            <a:pPr marL="742950" lvl="1" indent="-285750">
              <a:buClrTx/>
              <a:buSzTx/>
              <a:buFont typeface="Arial" panose="020B0604020202020204" pitchFamily="34" charset="0"/>
              <a:buChar char="•"/>
            </a:pPr>
            <a:endParaRPr lang="en-US" sz="1400" b="1" kern="1200">
              <a:solidFill>
                <a:srgbClr val="000000"/>
              </a:solidFill>
              <a:latin typeface="Segoe UI" panose="020B0502040204020203" pitchFamily="34" charset="0"/>
              <a:ea typeface="+mn-ea"/>
              <a:cs typeface="Segoe UI" panose="020B0502040204020203" pitchFamily="34" charset="0"/>
            </a:endParaRPr>
          </a:p>
          <a:p>
            <a:pPr marL="742950" lvl="1" indent="-285750">
              <a:buClrTx/>
              <a:buSzTx/>
              <a:buFont typeface="Arial" panose="020B0604020202020204" pitchFamily="34" charset="0"/>
              <a:buChar char="•"/>
            </a:pPr>
            <a:r>
              <a:rPr lang="en-US" sz="1400" b="1" kern="1200">
                <a:solidFill>
                  <a:srgbClr val="000000"/>
                </a:solidFill>
                <a:latin typeface="Segoe UI"/>
                <a:ea typeface="+mn-ea"/>
                <a:cs typeface="Segoe UI"/>
              </a:rPr>
              <a:t>Costos </a:t>
            </a:r>
            <a:r>
              <a:rPr lang="en-US" sz="1400" b="1" kern="1200" err="1">
                <a:solidFill>
                  <a:srgbClr val="000000"/>
                </a:solidFill>
                <a:latin typeface="Segoe UI"/>
                <a:ea typeface="+mn-ea"/>
                <a:cs typeface="Segoe UI"/>
              </a:rPr>
              <a:t>directos</a:t>
            </a:r>
            <a:r>
              <a:rPr lang="en-US" sz="1400" b="1" kern="1200">
                <a:solidFill>
                  <a:srgbClr val="000000"/>
                </a:solidFill>
                <a:latin typeface="Segoe UI"/>
                <a:ea typeface="+mn-ea"/>
                <a:cs typeface="Segoe UI"/>
              </a:rPr>
              <a:t>: </a:t>
            </a:r>
            <a:r>
              <a:rPr lang="en-US" sz="1400" kern="1200">
                <a:solidFill>
                  <a:srgbClr val="000000"/>
                </a:solidFill>
                <a:latin typeface="Segoe UI"/>
                <a:ea typeface="+mn-ea"/>
                <a:cs typeface="Segoe UI"/>
              </a:rPr>
              <a:t>que </a:t>
            </a:r>
            <a:r>
              <a:rPr lang="en-US" sz="1400" kern="1200" err="1">
                <a:solidFill>
                  <a:srgbClr val="000000"/>
                </a:solidFill>
                <a:latin typeface="Segoe UI"/>
                <a:ea typeface="+mn-ea"/>
                <a:cs typeface="Segoe UI"/>
              </a:rPr>
              <a:t>pueden</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identificarse</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específicamente</a:t>
            </a:r>
            <a:r>
              <a:rPr lang="en-US" sz="1400" kern="1200">
                <a:solidFill>
                  <a:srgbClr val="000000"/>
                </a:solidFill>
                <a:latin typeface="Segoe UI"/>
                <a:ea typeface="+mn-ea"/>
                <a:cs typeface="Segoe UI"/>
              </a:rPr>
              <a:t> con un </a:t>
            </a:r>
            <a:r>
              <a:rPr lang="en-US" sz="1400" kern="1200" err="1">
                <a:solidFill>
                  <a:srgbClr val="000000"/>
                </a:solidFill>
                <a:latin typeface="Segoe UI"/>
                <a:ea typeface="+mn-ea"/>
                <a:cs typeface="Segoe UI"/>
              </a:rPr>
              <a:t>objetivo</a:t>
            </a:r>
            <a:r>
              <a:rPr lang="en-US" sz="1400" kern="1200">
                <a:solidFill>
                  <a:srgbClr val="000000"/>
                </a:solidFill>
                <a:latin typeface="Segoe UI"/>
                <a:ea typeface="+mn-ea"/>
                <a:cs typeface="Segoe UI"/>
              </a:rPr>
              <a:t> de </a:t>
            </a:r>
            <a:r>
              <a:rPr lang="en-US" sz="1400" kern="1200" err="1">
                <a:solidFill>
                  <a:srgbClr val="000000"/>
                </a:solidFill>
                <a:latin typeface="Segoe UI"/>
                <a:ea typeface="+mn-ea"/>
                <a:cs typeface="Segoe UI"/>
              </a:rPr>
              <a:t>costo</a:t>
            </a:r>
            <a:r>
              <a:rPr lang="en-US" sz="1400" kern="1200">
                <a:solidFill>
                  <a:srgbClr val="000000"/>
                </a:solidFill>
                <a:latin typeface="Segoe UI"/>
                <a:ea typeface="+mn-ea"/>
                <a:cs typeface="Segoe UI"/>
              </a:rPr>
              <a:t> final </a:t>
            </a:r>
            <a:r>
              <a:rPr lang="en-US" sz="1400" kern="1200" err="1">
                <a:solidFill>
                  <a:srgbClr val="000000"/>
                </a:solidFill>
                <a:latin typeface="Segoe UI"/>
                <a:ea typeface="+mn-ea"/>
                <a:cs typeface="Segoe UI"/>
              </a:rPr>
              <a:t>concreto</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actividad</a:t>
            </a:r>
            <a:r>
              <a:rPr lang="en-US" sz="1400" kern="1200">
                <a:solidFill>
                  <a:srgbClr val="000000"/>
                </a:solidFill>
                <a:latin typeface="Segoe UI"/>
                <a:ea typeface="+mn-ea"/>
                <a:cs typeface="Segoe UI"/>
              </a:rPr>
              <a:t>) o que </a:t>
            </a:r>
            <a:r>
              <a:rPr lang="en-US" sz="1400" kern="1200" err="1">
                <a:solidFill>
                  <a:srgbClr val="000000"/>
                </a:solidFill>
                <a:latin typeface="Segoe UI"/>
                <a:ea typeface="+mn-ea"/>
                <a:cs typeface="Segoe UI"/>
              </a:rPr>
              <a:t>pueden</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asignarse</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directamente</a:t>
            </a:r>
            <a:r>
              <a:rPr lang="en-US" sz="1400" kern="1200">
                <a:solidFill>
                  <a:srgbClr val="000000"/>
                </a:solidFill>
                <a:latin typeface="Segoe UI"/>
                <a:ea typeface="+mn-ea"/>
                <a:cs typeface="Segoe UI"/>
              </a:rPr>
              <a:t> a </a:t>
            </a:r>
            <a:r>
              <a:rPr lang="en-US" sz="1400" kern="1200" err="1">
                <a:solidFill>
                  <a:srgbClr val="000000"/>
                </a:solidFill>
                <a:latin typeface="Segoe UI"/>
                <a:ea typeface="+mn-ea"/>
                <a:cs typeface="Segoe UI"/>
              </a:rPr>
              <a:t>una</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actividad</a:t>
            </a:r>
            <a:r>
              <a:rPr lang="en-US" sz="1400" kern="1200">
                <a:solidFill>
                  <a:srgbClr val="000000"/>
                </a:solidFill>
                <a:latin typeface="Segoe UI"/>
                <a:ea typeface="+mn-ea"/>
                <a:cs typeface="Segoe UI"/>
              </a:rPr>
              <a:t> con </a:t>
            </a:r>
            <a:r>
              <a:rPr lang="en-US" sz="1400" kern="1200" err="1">
                <a:solidFill>
                  <a:srgbClr val="000000"/>
                </a:solidFill>
                <a:latin typeface="Segoe UI"/>
                <a:ea typeface="+mn-ea"/>
                <a:cs typeface="Segoe UI"/>
              </a:rPr>
              <a:t>relativa</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facilidad</a:t>
            </a:r>
            <a:r>
              <a:rPr lang="en-US" sz="1400" kern="1200">
                <a:solidFill>
                  <a:srgbClr val="000000"/>
                </a:solidFill>
                <a:latin typeface="Segoe UI"/>
                <a:ea typeface="+mn-ea"/>
                <a:cs typeface="Segoe UI"/>
              </a:rPr>
              <a:t> y un alto </a:t>
            </a:r>
            <a:r>
              <a:rPr lang="en-US" sz="1400" kern="1200" err="1">
                <a:solidFill>
                  <a:srgbClr val="000000"/>
                </a:solidFill>
                <a:latin typeface="Segoe UI"/>
                <a:ea typeface="+mn-ea"/>
                <a:cs typeface="Segoe UI"/>
              </a:rPr>
              <a:t>grado</a:t>
            </a:r>
            <a:r>
              <a:rPr lang="en-US" sz="1400" kern="1200">
                <a:solidFill>
                  <a:srgbClr val="000000"/>
                </a:solidFill>
                <a:latin typeface="Segoe UI"/>
                <a:ea typeface="+mn-ea"/>
                <a:cs typeface="Segoe UI"/>
              </a:rPr>
              <a:t> de </a:t>
            </a:r>
            <a:r>
              <a:rPr lang="en-US" sz="1400" kern="1200" err="1">
                <a:solidFill>
                  <a:srgbClr val="000000"/>
                </a:solidFill>
                <a:latin typeface="Segoe UI"/>
                <a:ea typeface="+mn-ea"/>
                <a:cs typeface="Segoe UI"/>
              </a:rPr>
              <a:t>precisión</a:t>
            </a:r>
            <a:r>
              <a:rPr lang="en-US" sz="1400" kern="1200">
                <a:solidFill>
                  <a:srgbClr val="000000"/>
                </a:solidFill>
                <a:latin typeface="Segoe UI"/>
                <a:ea typeface="+mn-ea"/>
                <a:cs typeface="Segoe UI"/>
              </a:rPr>
              <a:t>. </a:t>
            </a:r>
            <a:endParaRPr lang="en-US" sz="1400" kern="1200">
              <a:solidFill>
                <a:srgbClr val="000000"/>
              </a:solidFill>
              <a:latin typeface="Segoe UI" panose="020B0502040204020203" pitchFamily="34" charset="0"/>
              <a:ea typeface="+mn-ea"/>
              <a:cs typeface="Segoe UI" panose="020B0502040204020203" pitchFamily="34" charset="0"/>
            </a:endParaRPr>
          </a:p>
          <a:p>
            <a:pPr marL="742950" lvl="1" indent="-285750">
              <a:buClrTx/>
              <a:buSzTx/>
              <a:buFont typeface="Arial" panose="020B0604020202020204" pitchFamily="34" charset="0"/>
              <a:buChar char="•"/>
            </a:pPr>
            <a:endParaRPr lang="en-US" sz="1400" b="1" kern="1200">
              <a:solidFill>
                <a:srgbClr val="000000"/>
              </a:solidFill>
              <a:latin typeface="Segoe UI" panose="020B0502040204020203" pitchFamily="34" charset="0"/>
              <a:ea typeface="+mn-ea"/>
              <a:cs typeface="Segoe UI" panose="020B0502040204020203" pitchFamily="34" charset="0"/>
            </a:endParaRPr>
          </a:p>
          <a:p>
            <a:pPr marL="742950" lvl="1" indent="-285750">
              <a:buClrTx/>
              <a:buSzTx/>
              <a:buFont typeface="Arial" panose="020B0604020202020204" pitchFamily="34" charset="0"/>
              <a:buChar char="•"/>
            </a:pPr>
            <a:r>
              <a:rPr lang="en-US" sz="1400" b="1" kern="1200">
                <a:solidFill>
                  <a:srgbClr val="000000"/>
                </a:solidFill>
                <a:latin typeface="Segoe UI"/>
                <a:ea typeface="+mn-ea"/>
                <a:cs typeface="Segoe UI"/>
              </a:rPr>
              <a:t>Costos </a:t>
            </a:r>
            <a:r>
              <a:rPr lang="en-US" sz="1400" b="1" kern="1200" err="1">
                <a:solidFill>
                  <a:srgbClr val="000000"/>
                </a:solidFill>
                <a:latin typeface="Segoe UI"/>
                <a:ea typeface="+mn-ea"/>
                <a:cs typeface="Segoe UI"/>
              </a:rPr>
              <a:t>indirectos</a:t>
            </a:r>
            <a:r>
              <a:rPr lang="en-US" sz="1400" b="1" kern="1200">
                <a:solidFill>
                  <a:srgbClr val="000000"/>
                </a:solidFill>
                <a:latin typeface="Segoe UI"/>
                <a:ea typeface="+mn-ea"/>
                <a:cs typeface="Segoe UI"/>
              </a:rPr>
              <a:t>: </a:t>
            </a:r>
            <a:r>
              <a:rPr lang="en-US" sz="1400" kern="1200" err="1">
                <a:solidFill>
                  <a:srgbClr val="000000"/>
                </a:solidFill>
                <a:latin typeface="Segoe UI"/>
                <a:ea typeface="+mn-ea"/>
                <a:cs typeface="Segoe UI"/>
              </a:rPr>
              <a:t>incurridos</a:t>
            </a:r>
            <a:r>
              <a:rPr lang="en-US" sz="1400" kern="1200">
                <a:solidFill>
                  <a:srgbClr val="000000"/>
                </a:solidFill>
                <a:latin typeface="Segoe UI"/>
                <a:ea typeface="+mn-ea"/>
                <a:cs typeface="Segoe UI"/>
              </a:rPr>
              <a:t> para un </a:t>
            </a:r>
            <a:r>
              <a:rPr lang="en-US" sz="1400" kern="1200" err="1">
                <a:solidFill>
                  <a:srgbClr val="000000"/>
                </a:solidFill>
                <a:latin typeface="Segoe UI"/>
                <a:ea typeface="+mn-ea"/>
                <a:cs typeface="Segoe UI"/>
              </a:rPr>
              <a:t>propósito</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común</a:t>
            </a:r>
            <a:r>
              <a:rPr lang="en-US" sz="1400" kern="1200">
                <a:solidFill>
                  <a:srgbClr val="000000"/>
                </a:solidFill>
                <a:latin typeface="Segoe UI"/>
                <a:ea typeface="+mn-ea"/>
                <a:cs typeface="Segoe UI"/>
              </a:rPr>
              <a:t> o conjunto que beneficia a </a:t>
            </a:r>
            <a:r>
              <a:rPr lang="en-US" sz="1400" kern="1200" err="1">
                <a:solidFill>
                  <a:srgbClr val="000000"/>
                </a:solidFill>
                <a:latin typeface="Segoe UI"/>
                <a:ea typeface="+mn-ea"/>
                <a:cs typeface="Segoe UI"/>
              </a:rPr>
              <a:t>más</a:t>
            </a:r>
            <a:r>
              <a:rPr lang="en-US" sz="1400" kern="1200">
                <a:solidFill>
                  <a:srgbClr val="000000"/>
                </a:solidFill>
                <a:latin typeface="Segoe UI"/>
                <a:ea typeface="+mn-ea"/>
                <a:cs typeface="Segoe UI"/>
              </a:rPr>
              <a:t> de un </a:t>
            </a:r>
            <a:r>
              <a:rPr lang="en-US" sz="1400" kern="1200" err="1">
                <a:solidFill>
                  <a:srgbClr val="000000"/>
                </a:solidFill>
                <a:latin typeface="Segoe UI"/>
                <a:ea typeface="+mn-ea"/>
                <a:cs typeface="Segoe UI"/>
              </a:rPr>
              <a:t>objetivo</a:t>
            </a:r>
            <a:r>
              <a:rPr lang="en-US" sz="1400" kern="1200">
                <a:solidFill>
                  <a:srgbClr val="000000"/>
                </a:solidFill>
                <a:latin typeface="Segoe UI"/>
                <a:ea typeface="+mn-ea"/>
                <a:cs typeface="Segoe UI"/>
              </a:rPr>
              <a:t> de </a:t>
            </a:r>
            <a:r>
              <a:rPr lang="en-US" sz="1400" kern="1200" err="1">
                <a:solidFill>
                  <a:srgbClr val="000000"/>
                </a:solidFill>
                <a:latin typeface="Segoe UI"/>
                <a:ea typeface="+mn-ea"/>
                <a:cs typeface="Segoe UI"/>
              </a:rPr>
              <a:t>costo</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actividad</a:t>
            </a:r>
            <a:r>
              <a:rPr lang="en-US" sz="1400" kern="1200">
                <a:solidFill>
                  <a:srgbClr val="000000"/>
                </a:solidFill>
                <a:latin typeface="Segoe UI"/>
                <a:ea typeface="+mn-ea"/>
                <a:cs typeface="Segoe UI"/>
              </a:rPr>
              <a:t>), y </a:t>
            </a:r>
            <a:r>
              <a:rPr lang="en-US" sz="1400" kern="1200" err="1">
                <a:solidFill>
                  <a:srgbClr val="000000"/>
                </a:solidFill>
                <a:latin typeface="Segoe UI"/>
                <a:ea typeface="+mn-ea"/>
                <a:cs typeface="Segoe UI"/>
              </a:rPr>
              <a:t>difíciles</a:t>
            </a:r>
            <a:r>
              <a:rPr lang="en-US" sz="1400" kern="1200">
                <a:solidFill>
                  <a:srgbClr val="000000"/>
                </a:solidFill>
                <a:latin typeface="Segoe UI"/>
                <a:ea typeface="+mn-ea"/>
                <a:cs typeface="Segoe UI"/>
              </a:rPr>
              <a:t> de </a:t>
            </a:r>
            <a:r>
              <a:rPr lang="en-US" sz="1400" kern="1200" err="1">
                <a:solidFill>
                  <a:srgbClr val="000000"/>
                </a:solidFill>
                <a:latin typeface="Segoe UI"/>
                <a:ea typeface="+mn-ea"/>
                <a:cs typeface="Segoe UI"/>
              </a:rPr>
              <a:t>asignar</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específicamente</a:t>
            </a:r>
            <a:r>
              <a:rPr lang="en-US" sz="1400" kern="1200">
                <a:solidFill>
                  <a:srgbClr val="000000"/>
                </a:solidFill>
                <a:latin typeface="Segoe UI"/>
                <a:ea typeface="+mn-ea"/>
                <a:cs typeface="Segoe UI"/>
              </a:rPr>
              <a:t> a </a:t>
            </a:r>
            <a:r>
              <a:rPr lang="en-US" sz="1400" kern="1200" err="1">
                <a:solidFill>
                  <a:srgbClr val="000000"/>
                </a:solidFill>
                <a:latin typeface="Segoe UI"/>
                <a:ea typeface="+mn-ea"/>
                <a:cs typeface="Segoe UI"/>
              </a:rPr>
              <a:t>los</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objetivos</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actividades</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beneficiados</a:t>
            </a:r>
            <a:r>
              <a:rPr lang="en-US" sz="1400" kern="1200">
                <a:solidFill>
                  <a:srgbClr val="000000"/>
                </a:solidFill>
                <a:latin typeface="Segoe UI"/>
                <a:ea typeface="+mn-ea"/>
                <a:cs typeface="Segoe UI"/>
              </a:rPr>
              <a:t>.</a:t>
            </a:r>
          </a:p>
          <a:p>
            <a:pPr marL="457200" lvl="1" indent="0">
              <a:buClrTx/>
              <a:buSzTx/>
              <a:buNone/>
            </a:pPr>
            <a:endParaRPr lang="en-US" sz="1400" kern="1200">
              <a:solidFill>
                <a:srgbClr val="000000"/>
              </a:solidFill>
              <a:latin typeface="Segoe UI" panose="020B0502040204020203" pitchFamily="34" charset="0"/>
              <a:ea typeface="+mn-ea"/>
              <a:cs typeface="Segoe UI" panose="020B0502040204020203" pitchFamily="34" charset="0"/>
            </a:endParaRPr>
          </a:p>
          <a:p>
            <a:pPr marL="742950" lvl="1" indent="-285750">
              <a:buClrTx/>
              <a:buSzTx/>
              <a:buFont typeface="Arial" panose="020B0604020202020204" pitchFamily="34" charset="0"/>
              <a:buChar char="•"/>
            </a:pPr>
            <a:r>
              <a:rPr lang="en-US" sz="1400" kern="1200">
                <a:solidFill>
                  <a:srgbClr val="000000"/>
                </a:solidFill>
                <a:latin typeface="Segoe UI"/>
                <a:ea typeface="+mn-ea"/>
                <a:cs typeface="Segoe UI"/>
              </a:rPr>
              <a:t>No </a:t>
            </a:r>
            <a:r>
              <a:rPr lang="en-US" sz="1400" kern="1200" err="1">
                <a:solidFill>
                  <a:srgbClr val="000000"/>
                </a:solidFill>
                <a:latin typeface="Segoe UI"/>
                <a:ea typeface="+mn-ea"/>
                <a:cs typeface="Segoe UI"/>
              </a:rPr>
              <a:t>existe</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una</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norma</a:t>
            </a:r>
            <a:r>
              <a:rPr lang="en-US" sz="1400" kern="1200">
                <a:solidFill>
                  <a:srgbClr val="000000"/>
                </a:solidFill>
                <a:latin typeface="Segoe UI"/>
                <a:ea typeface="+mn-ea"/>
                <a:cs typeface="Segoe UI"/>
              </a:rPr>
              <a:t> universal para </a:t>
            </a:r>
            <a:r>
              <a:rPr lang="en-US" sz="1400" kern="1200" err="1">
                <a:solidFill>
                  <a:srgbClr val="000000"/>
                </a:solidFill>
                <a:latin typeface="Segoe UI"/>
                <a:ea typeface="+mn-ea"/>
                <a:cs typeface="Segoe UI"/>
              </a:rPr>
              <a:t>clasificar</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los</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costos</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como</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directos</a:t>
            </a:r>
            <a:r>
              <a:rPr lang="en-US" sz="1400" kern="1200">
                <a:solidFill>
                  <a:srgbClr val="000000"/>
                </a:solidFill>
                <a:latin typeface="Segoe UI"/>
                <a:ea typeface="+mn-ea"/>
                <a:cs typeface="Segoe UI"/>
              </a:rPr>
              <a:t> o </a:t>
            </a:r>
            <a:r>
              <a:rPr lang="en-US" sz="1400" kern="1200" err="1">
                <a:solidFill>
                  <a:srgbClr val="000000"/>
                </a:solidFill>
                <a:latin typeface="Segoe UI"/>
                <a:ea typeface="+mn-ea"/>
                <a:cs typeface="Segoe UI"/>
              </a:rPr>
              <a:t>indirectos</a:t>
            </a:r>
            <a:endParaRPr lang="en-US" sz="1400" kern="1200">
              <a:solidFill>
                <a:srgbClr val="000000"/>
              </a:solidFill>
              <a:latin typeface="Segoe UI"/>
              <a:ea typeface="+mn-ea"/>
              <a:cs typeface="Segoe UI"/>
            </a:endParaRPr>
          </a:p>
          <a:p>
            <a:pPr marL="1200150" lvl="2" indent="-285750">
              <a:buClrTx/>
              <a:buSzTx/>
              <a:buFont typeface="Arial" panose="020B0604020202020204" pitchFamily="34" charset="0"/>
              <a:buChar char="•"/>
            </a:pPr>
            <a:endParaRPr lang="en-US" sz="1400" kern="1200">
              <a:solidFill>
                <a:srgbClr val="000000"/>
              </a:solidFill>
              <a:latin typeface="Segoe UI" panose="020B0502040204020203" pitchFamily="34" charset="0"/>
              <a:ea typeface="+mn-ea"/>
              <a:cs typeface="Segoe UI" panose="020B0502040204020203" pitchFamily="34" charset="0"/>
            </a:endParaRPr>
          </a:p>
          <a:p>
            <a:pPr marL="742950" lvl="1" indent="-285750">
              <a:buClrTx/>
              <a:buSzTx/>
              <a:buFont typeface="Arial" panose="020B0604020202020204" pitchFamily="34" charset="0"/>
              <a:buChar char="•"/>
            </a:pPr>
            <a:r>
              <a:rPr lang="en-US" sz="1400" kern="1200">
                <a:solidFill>
                  <a:srgbClr val="000000"/>
                </a:solidFill>
                <a:latin typeface="Segoe UI"/>
                <a:ea typeface="+mn-ea"/>
                <a:cs typeface="Segoe UI"/>
              </a:rPr>
              <a:t>El </a:t>
            </a:r>
            <a:r>
              <a:rPr lang="en-US" sz="1400" kern="1200" err="1">
                <a:solidFill>
                  <a:srgbClr val="000000"/>
                </a:solidFill>
                <a:latin typeface="Segoe UI"/>
                <a:ea typeface="+mn-ea"/>
                <a:cs typeface="Segoe UI"/>
              </a:rPr>
              <a:t>costo</a:t>
            </a:r>
            <a:r>
              <a:rPr lang="en-US" sz="1400" kern="1200">
                <a:solidFill>
                  <a:srgbClr val="000000"/>
                </a:solidFill>
                <a:latin typeface="Segoe UI"/>
                <a:ea typeface="+mn-ea"/>
                <a:cs typeface="Segoe UI"/>
              </a:rPr>
              <a:t> de un </a:t>
            </a:r>
            <a:r>
              <a:rPr lang="en-US" sz="1400" kern="1200" err="1">
                <a:solidFill>
                  <a:srgbClr val="000000"/>
                </a:solidFill>
                <a:latin typeface="Segoe UI"/>
                <a:ea typeface="+mn-ea"/>
                <a:cs typeface="Segoe UI"/>
              </a:rPr>
              <a:t>elemento</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utilizado</a:t>
            </a:r>
            <a:r>
              <a:rPr lang="en-US" sz="1400" kern="1200">
                <a:solidFill>
                  <a:srgbClr val="000000"/>
                </a:solidFill>
                <a:latin typeface="Segoe UI"/>
                <a:ea typeface="+mn-ea"/>
                <a:cs typeface="Segoe UI"/>
              </a:rPr>
              <a:t> para </a:t>
            </a:r>
            <a:r>
              <a:rPr lang="en-US" sz="1400" kern="1200" err="1">
                <a:solidFill>
                  <a:srgbClr val="000000"/>
                </a:solidFill>
                <a:latin typeface="Segoe UI"/>
                <a:ea typeface="+mn-ea"/>
                <a:cs typeface="Segoe UI"/>
              </a:rPr>
              <a:t>el</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mismo</a:t>
            </a:r>
            <a:r>
              <a:rPr lang="en-US" sz="1400" kern="1200">
                <a:solidFill>
                  <a:srgbClr val="000000"/>
                </a:solidFill>
                <a:latin typeface="Segoe UI"/>
                <a:ea typeface="+mn-ea"/>
                <a:cs typeface="Segoe UI"/>
              </a:rPr>
              <a:t> fin </a:t>
            </a:r>
            <a:r>
              <a:rPr lang="en-US" sz="1400" kern="1200" err="1">
                <a:solidFill>
                  <a:srgbClr val="000000"/>
                </a:solidFill>
                <a:latin typeface="Segoe UI"/>
                <a:ea typeface="+mn-ea"/>
                <a:cs typeface="Segoe UI"/>
              </a:rPr>
              <a:t>debe</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tratarse</a:t>
            </a:r>
            <a:r>
              <a:rPr lang="en-US" sz="1400" kern="1200">
                <a:solidFill>
                  <a:srgbClr val="000000"/>
                </a:solidFill>
                <a:latin typeface="Segoe UI"/>
                <a:ea typeface="+mn-ea"/>
                <a:cs typeface="Segoe UI"/>
              </a:rPr>
              <a:t> de forma </a:t>
            </a:r>
            <a:r>
              <a:rPr lang="en-US" sz="1400" kern="1200" err="1">
                <a:solidFill>
                  <a:srgbClr val="000000"/>
                </a:solidFill>
                <a:latin typeface="Segoe UI"/>
                <a:ea typeface="+mn-ea"/>
                <a:cs typeface="Segoe UI"/>
              </a:rPr>
              <a:t>coherente</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en</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circunstancias</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similares</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como</a:t>
            </a:r>
            <a:r>
              <a:rPr lang="en-US" sz="1400" kern="1200">
                <a:solidFill>
                  <a:srgbClr val="000000"/>
                </a:solidFill>
                <a:latin typeface="Segoe UI"/>
                <a:ea typeface="+mn-ea"/>
                <a:cs typeface="Segoe UI"/>
              </a:rPr>
              <a:t> </a:t>
            </a:r>
            <a:r>
              <a:rPr lang="en-US" sz="1400" kern="1200" err="1">
                <a:solidFill>
                  <a:srgbClr val="000000"/>
                </a:solidFill>
                <a:latin typeface="Segoe UI"/>
                <a:ea typeface="+mn-ea"/>
                <a:cs typeface="Segoe UI"/>
              </a:rPr>
              <a:t>directo</a:t>
            </a:r>
            <a:r>
              <a:rPr lang="en-US" sz="1400" kern="1200">
                <a:solidFill>
                  <a:srgbClr val="000000"/>
                </a:solidFill>
                <a:latin typeface="Segoe UI"/>
                <a:ea typeface="+mn-ea"/>
                <a:cs typeface="Segoe UI"/>
              </a:rPr>
              <a:t> o </a:t>
            </a:r>
            <a:r>
              <a:rPr lang="en-US" sz="1400" kern="1200" err="1">
                <a:solidFill>
                  <a:srgbClr val="000000"/>
                </a:solidFill>
                <a:latin typeface="Segoe UI"/>
                <a:ea typeface="+mn-ea"/>
                <a:cs typeface="Segoe UI"/>
              </a:rPr>
              <a:t>indirecto</a:t>
            </a:r>
            <a:r>
              <a:rPr lang="en-US" sz="1400" kern="1200">
                <a:solidFill>
                  <a:srgbClr val="000000"/>
                </a:solidFill>
                <a:latin typeface="Segoe UI"/>
                <a:ea typeface="+mn-ea"/>
                <a:cs typeface="Segoe UI"/>
              </a:rPr>
              <a:t>.</a:t>
            </a:r>
          </a:p>
          <a:p>
            <a:pPr>
              <a:lnSpc>
                <a:spcPct val="150000"/>
              </a:lnSpc>
              <a:buClrTx/>
              <a:buSzPct val="106000"/>
              <a:buFont typeface="Arial" pitchFamily="34" charset="0"/>
              <a:buChar char="•"/>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8250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6">
                <a:tint val="45000"/>
                <a:satMod val="400000"/>
              </a:schemeClr>
            </a:duotone>
          </a:blip>
          <a:stretch>
            <a:fillRect/>
          </a:stretch>
        </a:blipFill>
        <a:effectLst/>
      </p:bgPr>
    </p:bg>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4000500"/>
          </a:xfrm>
          <a:prstGeom prst="rect">
            <a:avLst/>
          </a:prstGeom>
        </p:spPr>
        <p:txBody>
          <a:bodyPr spcFirstLastPara="1" wrap="square" lIns="91425" tIns="91425" rIns="91425" bIns="91425" anchor="t" anchorCtr="0">
            <a:noAutofit/>
          </a:bodyPr>
          <a:lstStyle/>
          <a:p>
            <a:pPr marL="0" indent="0">
              <a:lnSpc>
                <a:spcPct val="150000"/>
              </a:lnSpc>
              <a:buNone/>
            </a:pPr>
            <a:r>
              <a:rPr lang="en-US" sz="1700" b="1">
                <a:solidFill>
                  <a:srgbClr val="000000"/>
                </a:solidFill>
                <a:latin typeface="Segoe UI"/>
                <a:ea typeface="Segoe UI" panose="020B0502040204020203" pitchFamily="34" charset="0"/>
                <a:cs typeface="Segoe UI"/>
              </a:rPr>
              <a:t>Deben </a:t>
            </a:r>
            <a:r>
              <a:rPr lang="en-US" sz="1700" b="1" err="1">
                <a:solidFill>
                  <a:srgbClr val="000000"/>
                </a:solidFill>
                <a:latin typeface="Segoe UI"/>
                <a:ea typeface="Segoe UI" panose="020B0502040204020203" pitchFamily="34" charset="0"/>
                <a:cs typeface="Segoe UI"/>
              </a:rPr>
              <a:t>cumplirse</a:t>
            </a:r>
            <a:r>
              <a:rPr lang="en-US" sz="1700" b="1">
                <a:solidFill>
                  <a:srgbClr val="000000"/>
                </a:solidFill>
                <a:latin typeface="Segoe UI"/>
                <a:ea typeface="Segoe UI" panose="020B0502040204020203" pitchFamily="34" charset="0"/>
                <a:cs typeface="Segoe UI"/>
              </a:rPr>
              <a:t> </a:t>
            </a:r>
            <a:r>
              <a:rPr lang="en-US" sz="1700" b="1" err="1">
                <a:solidFill>
                  <a:srgbClr val="000000"/>
                </a:solidFill>
                <a:latin typeface="Segoe UI"/>
                <a:ea typeface="Segoe UI" panose="020B0502040204020203" pitchFamily="34" charset="0"/>
                <a:cs typeface="Segoe UI"/>
              </a:rPr>
              <a:t>todas</a:t>
            </a:r>
            <a:r>
              <a:rPr lang="en-US" sz="1700" b="1">
                <a:solidFill>
                  <a:srgbClr val="000000"/>
                </a:solidFill>
                <a:latin typeface="Segoe UI"/>
                <a:ea typeface="Segoe UI" panose="020B0502040204020203" pitchFamily="34" charset="0"/>
                <a:cs typeface="Segoe UI"/>
              </a:rPr>
              <a:t> las </a:t>
            </a:r>
            <a:r>
              <a:rPr lang="en-US" sz="1700" b="1" err="1">
                <a:solidFill>
                  <a:srgbClr val="000000"/>
                </a:solidFill>
                <a:latin typeface="Segoe UI"/>
                <a:ea typeface="Segoe UI" panose="020B0502040204020203" pitchFamily="34" charset="0"/>
                <a:cs typeface="Segoe UI"/>
              </a:rPr>
              <a:t>condiciones</a:t>
            </a:r>
            <a:r>
              <a:rPr lang="en-US" sz="1700" b="1">
                <a:solidFill>
                  <a:srgbClr val="000000"/>
                </a:solidFill>
                <a:latin typeface="Segoe UI"/>
                <a:ea typeface="Segoe UI" panose="020B0502040204020203" pitchFamily="34" charset="0"/>
                <a:cs typeface="Segoe UI"/>
              </a:rPr>
              <a:t> de </a:t>
            </a:r>
            <a:r>
              <a:rPr lang="en-US" sz="1700" b="1" err="1">
                <a:solidFill>
                  <a:srgbClr val="000000"/>
                </a:solidFill>
                <a:latin typeface="Segoe UI"/>
                <a:ea typeface="Segoe UI" panose="020B0502040204020203" pitchFamily="34" charset="0"/>
                <a:cs typeface="Segoe UI"/>
              </a:rPr>
              <a:t>admisibilidad</a:t>
            </a:r>
            <a:r>
              <a:rPr lang="en-US" sz="1700" b="1">
                <a:solidFill>
                  <a:srgbClr val="000000"/>
                </a:solidFill>
                <a:latin typeface="Segoe UI"/>
                <a:ea typeface="Segoe UI" panose="020B0502040204020203" pitchFamily="34" charset="0"/>
                <a:cs typeface="Segoe UI"/>
              </a:rPr>
              <a:t>:</a:t>
            </a:r>
          </a:p>
          <a:p>
            <a:pPr>
              <a:lnSpc>
                <a:spcPct val="150000"/>
              </a:lnSpc>
              <a:spcBef>
                <a:spcPts val="0"/>
              </a:spcBef>
              <a:buClrTx/>
              <a:buSzPct val="106000"/>
              <a:buFont typeface="Arial" panose="020B0604020202020204" pitchFamily="34" charset="0"/>
              <a:buChar char="•"/>
            </a:pPr>
            <a:r>
              <a:rPr lang="en-US" sz="1700">
                <a:solidFill>
                  <a:srgbClr val="000000"/>
                </a:solidFill>
                <a:latin typeface="Segoe UI"/>
                <a:ea typeface="Segoe UI" panose="020B0502040204020203" pitchFamily="34" charset="0"/>
                <a:cs typeface="Segoe UI"/>
              </a:rPr>
              <a:t>Un </a:t>
            </a:r>
            <a:r>
              <a:rPr lang="en-US" sz="1700" err="1">
                <a:solidFill>
                  <a:srgbClr val="000000"/>
                </a:solidFill>
                <a:latin typeface="Segoe UI"/>
                <a:ea typeface="Segoe UI" panose="020B0502040204020203" pitchFamily="34" charset="0"/>
                <a:cs typeface="Segoe UI"/>
              </a:rPr>
              <a:t>costo</a:t>
            </a:r>
            <a:r>
              <a:rPr lang="en-US" sz="1700">
                <a:solidFill>
                  <a:srgbClr val="000000"/>
                </a:solidFill>
                <a:latin typeface="Segoe UI"/>
                <a:ea typeface="Segoe UI" panose="020B0502040204020203" pitchFamily="34" charset="0"/>
                <a:cs typeface="Segoe UI"/>
              </a:rPr>
              <a:t> </a:t>
            </a:r>
            <a:r>
              <a:rPr lang="en-US" sz="1700" err="1">
                <a:solidFill>
                  <a:srgbClr val="000000"/>
                </a:solidFill>
                <a:latin typeface="Segoe UI"/>
                <a:ea typeface="Segoe UI" panose="020B0502040204020203" pitchFamily="34" charset="0"/>
                <a:cs typeface="Segoe UI"/>
              </a:rPr>
              <a:t>puede</a:t>
            </a:r>
            <a:r>
              <a:rPr lang="en-US" sz="1700">
                <a:solidFill>
                  <a:srgbClr val="000000"/>
                </a:solidFill>
                <a:latin typeface="Segoe UI"/>
                <a:ea typeface="Segoe UI" panose="020B0502040204020203" pitchFamily="34" charset="0"/>
                <a:cs typeface="Segoe UI"/>
              </a:rPr>
              <a:t> ser imputable a la </a:t>
            </a:r>
            <a:r>
              <a:rPr lang="en-US" sz="1700" err="1">
                <a:solidFill>
                  <a:srgbClr val="000000"/>
                </a:solidFill>
                <a:latin typeface="Segoe UI"/>
                <a:ea typeface="Segoe UI" panose="020B0502040204020203" pitchFamily="34" charset="0"/>
                <a:cs typeface="Segoe UI"/>
              </a:rPr>
              <a:t>subvención</a:t>
            </a:r>
            <a:r>
              <a:rPr lang="en-US" sz="1700">
                <a:solidFill>
                  <a:srgbClr val="000000"/>
                </a:solidFill>
                <a:latin typeface="Segoe UI"/>
                <a:ea typeface="Segoe UI" panose="020B0502040204020203" pitchFamily="34" charset="0"/>
                <a:cs typeface="Segoe UI"/>
              </a:rPr>
              <a:t> </a:t>
            </a:r>
            <a:r>
              <a:rPr lang="en-US" sz="1700" err="1">
                <a:solidFill>
                  <a:srgbClr val="000000"/>
                </a:solidFill>
                <a:latin typeface="Segoe UI"/>
                <a:ea typeface="Segoe UI" panose="020B0502040204020203" pitchFamily="34" charset="0"/>
                <a:cs typeface="Segoe UI"/>
              </a:rPr>
              <a:t>pero</a:t>
            </a:r>
            <a:r>
              <a:rPr lang="en-US" sz="1700">
                <a:solidFill>
                  <a:srgbClr val="000000"/>
                </a:solidFill>
                <a:latin typeface="Segoe UI"/>
                <a:ea typeface="Segoe UI" panose="020B0502040204020203" pitchFamily="34" charset="0"/>
                <a:cs typeface="Segoe UI"/>
              </a:rPr>
              <a:t> no </a:t>
            </a:r>
            <a:r>
              <a:rPr lang="en-US" sz="1700" err="1">
                <a:solidFill>
                  <a:srgbClr val="000000"/>
                </a:solidFill>
                <a:latin typeface="Segoe UI"/>
                <a:ea typeface="Segoe UI" panose="020B0502040204020203" pitchFamily="34" charset="0"/>
                <a:cs typeface="Segoe UI"/>
              </a:rPr>
              <a:t>necesariamente</a:t>
            </a:r>
            <a:r>
              <a:rPr lang="en-US" sz="1700">
                <a:solidFill>
                  <a:srgbClr val="000000"/>
                </a:solidFill>
                <a:latin typeface="Segoe UI"/>
                <a:ea typeface="Segoe UI" panose="020B0502040204020203" pitchFamily="34" charset="0"/>
                <a:cs typeface="Segoe UI"/>
              </a:rPr>
              <a:t> </a:t>
            </a:r>
            <a:r>
              <a:rPr lang="en-US" sz="1700" err="1">
                <a:solidFill>
                  <a:srgbClr val="000000"/>
                </a:solidFill>
                <a:latin typeface="Segoe UI"/>
                <a:ea typeface="Segoe UI" panose="020B0502040204020203" pitchFamily="34" charset="0"/>
                <a:cs typeface="Segoe UI"/>
              </a:rPr>
              <a:t>razonable</a:t>
            </a:r>
            <a:r>
              <a:rPr lang="en-US" sz="1700">
                <a:solidFill>
                  <a:srgbClr val="000000"/>
                </a:solidFill>
                <a:latin typeface="Segoe UI"/>
                <a:ea typeface="Segoe UI" panose="020B0502040204020203" pitchFamily="34" charset="0"/>
                <a:cs typeface="Segoe UI"/>
              </a:rPr>
              <a:t>:</a:t>
            </a:r>
          </a:p>
          <a:p>
            <a:pPr lvl="1">
              <a:lnSpc>
                <a:spcPct val="150000"/>
              </a:lnSpc>
              <a:buClrTx/>
              <a:buSzPct val="106000"/>
              <a:buFont typeface="Segoe UI" panose="020B0502040204020203" pitchFamily="34" charset="0"/>
              <a:buChar char="−"/>
            </a:pPr>
            <a:r>
              <a:rPr lang="en-US" sz="1500">
                <a:solidFill>
                  <a:schemeClr val="accent2">
                    <a:lumMod val="75000"/>
                  </a:schemeClr>
                </a:solidFill>
                <a:latin typeface="Segoe UI"/>
                <a:ea typeface="Segoe UI" panose="020B0502040204020203" pitchFamily="34" charset="0"/>
                <a:cs typeface="Segoe UI"/>
              </a:rPr>
              <a:t>Ej. </a:t>
            </a:r>
            <a:r>
              <a:rPr lang="en-US" sz="1500" err="1">
                <a:solidFill>
                  <a:schemeClr val="accent2">
                    <a:lumMod val="75000"/>
                  </a:schemeClr>
                </a:solidFill>
                <a:latin typeface="Segoe UI"/>
                <a:ea typeface="Segoe UI" panose="020B0502040204020203" pitchFamily="34" charset="0"/>
                <a:cs typeface="Segoe UI"/>
              </a:rPr>
              <a:t>Adquisición</a:t>
            </a:r>
            <a:r>
              <a:rPr lang="en-US" sz="1500">
                <a:solidFill>
                  <a:schemeClr val="accent2">
                    <a:lumMod val="75000"/>
                  </a:schemeClr>
                </a:solidFill>
                <a:latin typeface="Segoe UI"/>
                <a:ea typeface="Segoe UI" panose="020B0502040204020203" pitchFamily="34" charset="0"/>
                <a:cs typeface="Segoe UI"/>
              </a:rPr>
              <a:t> de un </a:t>
            </a:r>
            <a:r>
              <a:rPr lang="en-US" sz="1500" err="1">
                <a:solidFill>
                  <a:schemeClr val="accent2">
                    <a:lumMod val="75000"/>
                  </a:schemeClr>
                </a:solidFill>
                <a:latin typeface="Segoe UI"/>
                <a:ea typeface="Segoe UI" panose="020B0502040204020203" pitchFamily="34" charset="0"/>
                <a:cs typeface="Segoe UI"/>
              </a:rPr>
              <a:t>avión</a:t>
            </a:r>
            <a:r>
              <a:rPr lang="en-US" sz="1500">
                <a:solidFill>
                  <a:schemeClr val="accent2">
                    <a:lumMod val="75000"/>
                  </a:schemeClr>
                </a:solidFill>
                <a:latin typeface="Segoe UI"/>
                <a:ea typeface="Segoe UI" panose="020B0502040204020203" pitchFamily="34" charset="0"/>
                <a:cs typeface="Segoe UI"/>
              </a:rPr>
              <a:t> para </a:t>
            </a:r>
            <a:r>
              <a:rPr lang="en-US" sz="1500" err="1">
                <a:solidFill>
                  <a:schemeClr val="accent2">
                    <a:lumMod val="75000"/>
                  </a:schemeClr>
                </a:solidFill>
                <a:latin typeface="Segoe UI"/>
                <a:ea typeface="Segoe UI" panose="020B0502040204020203" pitchFamily="34" charset="0"/>
                <a:cs typeface="Segoe UI"/>
              </a:rPr>
              <a:t>viajar</a:t>
            </a:r>
            <a:r>
              <a:rPr lang="en-US" sz="1500">
                <a:solidFill>
                  <a:schemeClr val="accent2">
                    <a:lumMod val="75000"/>
                  </a:schemeClr>
                </a:solidFill>
                <a:latin typeface="Segoe UI"/>
                <a:ea typeface="Segoe UI" panose="020B0502040204020203" pitchFamily="34" charset="0"/>
                <a:cs typeface="Segoe UI"/>
              </a:rPr>
              <a:t> a </a:t>
            </a:r>
            <a:r>
              <a:rPr lang="en-US" sz="1500" err="1">
                <a:solidFill>
                  <a:schemeClr val="accent2">
                    <a:lumMod val="75000"/>
                  </a:schemeClr>
                </a:solidFill>
                <a:latin typeface="Segoe UI"/>
                <a:ea typeface="Segoe UI" panose="020B0502040204020203" pitchFamily="34" charset="0"/>
                <a:cs typeface="Segoe UI"/>
              </a:rPr>
              <a:t>visitas</a:t>
            </a:r>
            <a:r>
              <a:rPr lang="en-US" sz="1500">
                <a:solidFill>
                  <a:schemeClr val="accent2">
                    <a:lumMod val="75000"/>
                  </a:schemeClr>
                </a:solidFill>
                <a:latin typeface="Segoe UI"/>
                <a:ea typeface="Segoe UI" panose="020B0502040204020203" pitchFamily="34" charset="0"/>
                <a:cs typeface="Segoe UI"/>
              </a:rPr>
              <a:t> o </a:t>
            </a:r>
            <a:r>
              <a:rPr lang="en-US" sz="1500" err="1">
                <a:solidFill>
                  <a:schemeClr val="accent2">
                    <a:lumMod val="75000"/>
                  </a:schemeClr>
                </a:solidFill>
                <a:latin typeface="Segoe UI"/>
                <a:ea typeface="Segoe UI" panose="020B0502040204020203" pitchFamily="34" charset="0"/>
                <a:cs typeface="Segoe UI"/>
              </a:rPr>
              <a:t>reuniones</a:t>
            </a:r>
            <a:endParaRPr lang="en-US" sz="800">
              <a:solidFill>
                <a:schemeClr val="accent2">
                  <a:lumMod val="75000"/>
                </a:schemeClr>
              </a:solidFill>
              <a:latin typeface="Segoe UI"/>
              <a:ea typeface="Segoe UI" panose="020B0502040204020203" pitchFamily="34" charset="0"/>
              <a:cs typeface="Segoe UI"/>
            </a:endParaRPr>
          </a:p>
          <a:p>
            <a:pPr>
              <a:lnSpc>
                <a:spcPct val="150000"/>
              </a:lnSpc>
              <a:spcBef>
                <a:spcPts val="0"/>
              </a:spcBef>
              <a:buClrTx/>
              <a:buSzPct val="106000"/>
              <a:buFont typeface="Arial" panose="020B0604020202020204" pitchFamily="34" charset="0"/>
              <a:buChar char="•"/>
            </a:pPr>
            <a:r>
              <a:rPr lang="en-US" sz="1700" err="1">
                <a:solidFill>
                  <a:srgbClr val="000000"/>
                </a:solidFill>
                <a:latin typeface="Segoe UI"/>
                <a:ea typeface="Segoe UI" panose="020B0502040204020203" pitchFamily="34" charset="0"/>
                <a:cs typeface="Segoe UI"/>
              </a:rPr>
              <a:t>Razonable</a:t>
            </a:r>
            <a:r>
              <a:rPr lang="en-US" sz="1700">
                <a:solidFill>
                  <a:srgbClr val="000000"/>
                </a:solidFill>
                <a:latin typeface="Segoe UI"/>
                <a:ea typeface="Segoe UI" panose="020B0502040204020203" pitchFamily="34" charset="0"/>
                <a:cs typeface="Segoe UI"/>
              </a:rPr>
              <a:t> </a:t>
            </a:r>
            <a:r>
              <a:rPr lang="en-US" sz="1700" err="1">
                <a:solidFill>
                  <a:srgbClr val="000000"/>
                </a:solidFill>
                <a:latin typeface="Segoe UI"/>
                <a:ea typeface="Segoe UI" panose="020B0502040204020203" pitchFamily="34" charset="0"/>
                <a:cs typeface="Segoe UI"/>
              </a:rPr>
              <a:t>pero</a:t>
            </a:r>
            <a:r>
              <a:rPr lang="en-US" sz="1700">
                <a:solidFill>
                  <a:srgbClr val="000000"/>
                </a:solidFill>
                <a:latin typeface="Segoe UI"/>
                <a:ea typeface="Segoe UI" panose="020B0502040204020203" pitchFamily="34" charset="0"/>
                <a:cs typeface="Segoe UI"/>
              </a:rPr>
              <a:t> no </a:t>
            </a:r>
            <a:r>
              <a:rPr lang="en-US" sz="1700" err="1">
                <a:solidFill>
                  <a:srgbClr val="000000"/>
                </a:solidFill>
                <a:latin typeface="Segoe UI"/>
                <a:ea typeface="Segoe UI" panose="020B0502040204020203" pitchFamily="34" charset="0"/>
                <a:cs typeface="Segoe UI"/>
              </a:rPr>
              <a:t>asignable</a:t>
            </a:r>
            <a:r>
              <a:rPr lang="en-US" sz="1700">
                <a:solidFill>
                  <a:srgbClr val="000000"/>
                </a:solidFill>
                <a:latin typeface="Segoe UI"/>
                <a:ea typeface="Segoe UI" panose="020B0502040204020203" pitchFamily="34" charset="0"/>
                <a:cs typeface="Segoe UI"/>
              </a:rPr>
              <a:t> a un acuerdo </a:t>
            </a:r>
            <a:r>
              <a:rPr lang="en-US" sz="1700" err="1">
                <a:solidFill>
                  <a:srgbClr val="000000"/>
                </a:solidFill>
                <a:latin typeface="Segoe UI"/>
                <a:ea typeface="Segoe UI" panose="020B0502040204020203" pitchFamily="34" charset="0"/>
                <a:cs typeface="Segoe UI"/>
              </a:rPr>
              <a:t>específico</a:t>
            </a:r>
            <a:r>
              <a:rPr lang="en-US" sz="1700">
                <a:solidFill>
                  <a:srgbClr val="000000"/>
                </a:solidFill>
                <a:latin typeface="Segoe UI"/>
                <a:ea typeface="Segoe UI" panose="020B0502040204020203" pitchFamily="34" charset="0"/>
                <a:cs typeface="Segoe UI"/>
              </a:rPr>
              <a:t>:</a:t>
            </a:r>
          </a:p>
          <a:p>
            <a:pPr lvl="1">
              <a:lnSpc>
                <a:spcPct val="150000"/>
              </a:lnSpc>
              <a:buClrTx/>
              <a:buSzPct val="106000"/>
              <a:buFont typeface="Segoe UI" panose="020B0502040204020203" pitchFamily="34" charset="0"/>
              <a:buChar char="−"/>
            </a:pPr>
            <a:r>
              <a:rPr lang="en-US" sz="1500">
                <a:solidFill>
                  <a:schemeClr val="accent2">
                    <a:lumMod val="75000"/>
                  </a:schemeClr>
                </a:solidFill>
                <a:latin typeface="Segoe UI"/>
                <a:ea typeface="Segoe UI" panose="020B0502040204020203" pitchFamily="34" charset="0"/>
                <a:cs typeface="Segoe UI"/>
              </a:rPr>
              <a:t>Ej. </a:t>
            </a:r>
            <a:r>
              <a:rPr lang="en-US" sz="1500" err="1">
                <a:solidFill>
                  <a:schemeClr val="accent2">
                    <a:lumMod val="75000"/>
                  </a:schemeClr>
                </a:solidFill>
                <a:latin typeface="Segoe UI"/>
                <a:ea typeface="Segoe UI" panose="020B0502040204020203" pitchFamily="34" charset="0"/>
                <a:cs typeface="Segoe UI"/>
              </a:rPr>
              <a:t>Adquisición</a:t>
            </a:r>
            <a:r>
              <a:rPr lang="en-US" sz="1500">
                <a:solidFill>
                  <a:schemeClr val="accent2">
                    <a:lumMod val="75000"/>
                  </a:schemeClr>
                </a:solidFill>
                <a:latin typeface="Segoe UI"/>
                <a:ea typeface="Segoe UI" panose="020B0502040204020203" pitchFamily="34" charset="0"/>
                <a:cs typeface="Segoe UI"/>
              </a:rPr>
              <a:t> de </a:t>
            </a:r>
            <a:r>
              <a:rPr lang="en-US" sz="1500" err="1">
                <a:solidFill>
                  <a:schemeClr val="accent2">
                    <a:lumMod val="75000"/>
                  </a:schemeClr>
                </a:solidFill>
                <a:latin typeface="Segoe UI"/>
                <a:ea typeface="Segoe UI" panose="020B0502040204020203" pitchFamily="34" charset="0"/>
                <a:cs typeface="Segoe UI"/>
              </a:rPr>
              <a:t>una</a:t>
            </a:r>
            <a:r>
              <a:rPr lang="en-US" sz="1500">
                <a:solidFill>
                  <a:schemeClr val="accent2">
                    <a:lumMod val="75000"/>
                  </a:schemeClr>
                </a:solidFill>
                <a:latin typeface="Segoe UI"/>
                <a:ea typeface="Segoe UI" panose="020B0502040204020203" pitchFamily="34" charset="0"/>
                <a:cs typeface="Segoe UI"/>
              </a:rPr>
              <a:t> </a:t>
            </a:r>
            <a:r>
              <a:rPr lang="en-US" sz="1500" err="1">
                <a:solidFill>
                  <a:schemeClr val="accent2">
                    <a:lumMod val="75000"/>
                  </a:schemeClr>
                </a:solidFill>
                <a:latin typeface="Segoe UI"/>
                <a:ea typeface="Segoe UI" panose="020B0502040204020203" pitchFamily="34" charset="0"/>
                <a:cs typeface="Segoe UI"/>
              </a:rPr>
              <a:t>fotocopiadora</a:t>
            </a:r>
            <a:r>
              <a:rPr lang="en-US" sz="1500">
                <a:solidFill>
                  <a:schemeClr val="accent2">
                    <a:lumMod val="75000"/>
                  </a:schemeClr>
                </a:solidFill>
                <a:latin typeface="Segoe UI"/>
                <a:ea typeface="Segoe UI" panose="020B0502040204020203" pitchFamily="34" charset="0"/>
                <a:cs typeface="Segoe UI"/>
              </a:rPr>
              <a:t> (que </a:t>
            </a:r>
            <a:r>
              <a:rPr lang="en-US" sz="1500" err="1">
                <a:solidFill>
                  <a:schemeClr val="accent2">
                    <a:lumMod val="75000"/>
                  </a:schemeClr>
                </a:solidFill>
                <a:latin typeface="Segoe UI"/>
                <a:ea typeface="Segoe UI" panose="020B0502040204020203" pitchFamily="34" charset="0"/>
                <a:cs typeface="Segoe UI"/>
              </a:rPr>
              <a:t>utiliza</a:t>
            </a:r>
            <a:r>
              <a:rPr lang="en-US" sz="1500">
                <a:solidFill>
                  <a:schemeClr val="accent2">
                    <a:lumMod val="75000"/>
                  </a:schemeClr>
                </a:solidFill>
                <a:latin typeface="Segoe UI"/>
                <a:ea typeface="Segoe UI" panose="020B0502040204020203" pitchFamily="34" charset="0"/>
                <a:cs typeface="Segoe UI"/>
              </a:rPr>
              <a:t> </a:t>
            </a:r>
            <a:r>
              <a:rPr lang="en-US" sz="1500" err="1">
                <a:solidFill>
                  <a:schemeClr val="accent2">
                    <a:lumMod val="75000"/>
                  </a:schemeClr>
                </a:solidFill>
                <a:latin typeface="Segoe UI"/>
                <a:ea typeface="Segoe UI" panose="020B0502040204020203" pitchFamily="34" charset="0"/>
                <a:cs typeface="Segoe UI"/>
              </a:rPr>
              <a:t>toda</a:t>
            </a:r>
            <a:r>
              <a:rPr lang="en-US" sz="1500">
                <a:solidFill>
                  <a:schemeClr val="accent2">
                    <a:lumMod val="75000"/>
                  </a:schemeClr>
                </a:solidFill>
                <a:latin typeface="Segoe UI"/>
                <a:ea typeface="Segoe UI" panose="020B0502040204020203" pitchFamily="34" charset="0"/>
                <a:cs typeface="Segoe UI"/>
              </a:rPr>
              <a:t> la </a:t>
            </a:r>
            <a:r>
              <a:rPr lang="en-US" sz="1500" err="1">
                <a:solidFill>
                  <a:schemeClr val="accent2">
                    <a:lumMod val="75000"/>
                  </a:schemeClr>
                </a:solidFill>
                <a:latin typeface="Segoe UI"/>
                <a:ea typeface="Segoe UI" panose="020B0502040204020203" pitchFamily="34" charset="0"/>
                <a:cs typeface="Segoe UI"/>
              </a:rPr>
              <a:t>oficina</a:t>
            </a:r>
            <a:r>
              <a:rPr lang="en-US" sz="1500">
                <a:solidFill>
                  <a:schemeClr val="accent2">
                    <a:lumMod val="75000"/>
                  </a:schemeClr>
                </a:solidFill>
                <a:latin typeface="Segoe UI"/>
                <a:ea typeface="Segoe UI" panose="020B0502040204020203" pitchFamily="34" charset="0"/>
                <a:cs typeface="Segoe UI"/>
              </a:rPr>
              <a:t>)</a:t>
            </a:r>
            <a:endParaRPr lang="en-US" sz="800">
              <a:solidFill>
                <a:schemeClr val="accent2">
                  <a:lumMod val="75000"/>
                </a:schemeClr>
              </a:solidFill>
              <a:latin typeface="Segoe UI"/>
              <a:ea typeface="Segoe UI" panose="020B0502040204020203" pitchFamily="34" charset="0"/>
              <a:cs typeface="Segoe UI"/>
            </a:endParaRPr>
          </a:p>
          <a:p>
            <a:pPr>
              <a:lnSpc>
                <a:spcPct val="150000"/>
              </a:lnSpc>
              <a:spcBef>
                <a:spcPts val="0"/>
              </a:spcBef>
              <a:buClrTx/>
              <a:buSzPct val="106000"/>
              <a:buFont typeface="Arial" panose="020B0604020202020204" pitchFamily="34" charset="0"/>
              <a:buChar char="•"/>
            </a:pPr>
            <a:r>
              <a:rPr lang="en-US" sz="1700" err="1">
                <a:solidFill>
                  <a:srgbClr val="000000"/>
                </a:solidFill>
                <a:latin typeface="Segoe UI"/>
                <a:ea typeface="Segoe UI" panose="020B0502040204020203" pitchFamily="34" charset="0"/>
                <a:cs typeface="Segoe UI"/>
              </a:rPr>
              <a:t>Razonable</a:t>
            </a:r>
            <a:r>
              <a:rPr lang="en-US" sz="1700">
                <a:solidFill>
                  <a:srgbClr val="000000"/>
                </a:solidFill>
                <a:latin typeface="Segoe UI"/>
                <a:ea typeface="Segoe UI" panose="020B0502040204020203" pitchFamily="34" charset="0"/>
                <a:cs typeface="Segoe UI"/>
              </a:rPr>
              <a:t> y </a:t>
            </a:r>
            <a:r>
              <a:rPr lang="en-US" sz="1700" err="1">
                <a:solidFill>
                  <a:srgbClr val="000000"/>
                </a:solidFill>
                <a:latin typeface="Segoe UI"/>
                <a:ea typeface="Segoe UI" panose="020B0502040204020203" pitchFamily="34" charset="0"/>
                <a:cs typeface="Segoe UI"/>
              </a:rPr>
              <a:t>asignable</a:t>
            </a:r>
            <a:r>
              <a:rPr lang="en-US" sz="1700">
                <a:solidFill>
                  <a:srgbClr val="000000"/>
                </a:solidFill>
                <a:latin typeface="Segoe UI"/>
                <a:ea typeface="Segoe UI" panose="020B0502040204020203" pitchFamily="34" charset="0"/>
                <a:cs typeface="Segoe UI"/>
              </a:rPr>
              <a:t>, </a:t>
            </a:r>
            <a:r>
              <a:rPr lang="en-US" sz="1700" err="1">
                <a:solidFill>
                  <a:srgbClr val="000000"/>
                </a:solidFill>
                <a:latin typeface="Segoe UI"/>
                <a:ea typeface="Segoe UI" panose="020B0502040204020203" pitchFamily="34" charset="0"/>
                <a:cs typeface="Segoe UI"/>
              </a:rPr>
              <a:t>pero</a:t>
            </a:r>
            <a:r>
              <a:rPr lang="en-US" sz="1700">
                <a:solidFill>
                  <a:srgbClr val="000000"/>
                </a:solidFill>
                <a:latin typeface="Segoe UI"/>
                <a:ea typeface="Segoe UI" panose="020B0502040204020203" pitchFamily="34" charset="0"/>
                <a:cs typeface="Segoe UI"/>
              </a:rPr>
              <a:t> no se </a:t>
            </a:r>
            <a:r>
              <a:rPr lang="en-US" sz="1700" err="1">
                <a:solidFill>
                  <a:srgbClr val="000000"/>
                </a:solidFill>
                <a:latin typeface="Segoe UI"/>
                <a:ea typeface="Segoe UI" panose="020B0502040204020203" pitchFamily="34" charset="0"/>
                <a:cs typeface="Segoe UI"/>
              </a:rPr>
              <a:t>ajusta</a:t>
            </a:r>
            <a:r>
              <a:rPr lang="en-US" sz="1700">
                <a:solidFill>
                  <a:srgbClr val="000000"/>
                </a:solidFill>
                <a:latin typeface="Segoe UI"/>
                <a:ea typeface="Segoe UI" panose="020B0502040204020203" pitchFamily="34" charset="0"/>
                <a:cs typeface="Segoe UI"/>
              </a:rPr>
              <a:t> a las </a:t>
            </a:r>
            <a:r>
              <a:rPr lang="en-US" sz="1700" err="1">
                <a:solidFill>
                  <a:srgbClr val="000000"/>
                </a:solidFill>
                <a:latin typeface="Segoe UI"/>
                <a:ea typeface="Segoe UI" panose="020B0502040204020203" pitchFamily="34" charset="0"/>
                <a:cs typeface="Segoe UI"/>
              </a:rPr>
              <a:t>condiciones</a:t>
            </a:r>
            <a:r>
              <a:rPr lang="en-US" sz="1700">
                <a:solidFill>
                  <a:srgbClr val="000000"/>
                </a:solidFill>
                <a:latin typeface="Segoe UI"/>
                <a:ea typeface="Segoe UI" panose="020B0502040204020203" pitchFamily="34" charset="0"/>
                <a:cs typeface="Segoe UI"/>
              </a:rPr>
              <a:t> de </a:t>
            </a:r>
            <a:r>
              <a:rPr lang="en-US" sz="1700" err="1">
                <a:solidFill>
                  <a:srgbClr val="000000"/>
                </a:solidFill>
                <a:latin typeface="Segoe UI"/>
                <a:ea typeface="Segoe UI" panose="020B0502040204020203" pitchFamily="34" charset="0"/>
                <a:cs typeface="Segoe UI"/>
              </a:rPr>
              <a:t>los</a:t>
            </a:r>
            <a:r>
              <a:rPr lang="en-US" sz="1700">
                <a:solidFill>
                  <a:srgbClr val="000000"/>
                </a:solidFill>
                <a:latin typeface="Segoe UI"/>
                <a:ea typeface="Segoe UI" panose="020B0502040204020203" pitchFamily="34" charset="0"/>
                <a:cs typeface="Segoe UI"/>
              </a:rPr>
              <a:t> </a:t>
            </a:r>
            <a:r>
              <a:rPr lang="en-US" sz="1700" err="1">
                <a:solidFill>
                  <a:srgbClr val="000000"/>
                </a:solidFill>
                <a:latin typeface="Segoe UI"/>
                <a:ea typeface="Segoe UI" panose="020B0502040204020203" pitchFamily="34" charset="0"/>
                <a:cs typeface="Segoe UI"/>
              </a:rPr>
              <a:t>premios</a:t>
            </a:r>
            <a:endParaRPr lang="en-US" sz="1700">
              <a:solidFill>
                <a:srgbClr val="000000"/>
              </a:solidFill>
              <a:latin typeface="Segoe UI"/>
              <a:ea typeface="Segoe UI" panose="020B0502040204020203" pitchFamily="34" charset="0"/>
              <a:cs typeface="Segoe UI"/>
            </a:endParaRPr>
          </a:p>
          <a:p>
            <a:pPr lvl="1">
              <a:lnSpc>
                <a:spcPct val="150000"/>
              </a:lnSpc>
              <a:buClrTx/>
              <a:buSzPct val="106000"/>
              <a:buFont typeface="Segoe UI" panose="020B0502040204020203" pitchFamily="34" charset="0"/>
              <a:buChar char="−"/>
            </a:pPr>
            <a:r>
              <a:rPr lang="en-US" sz="1500">
                <a:solidFill>
                  <a:schemeClr val="accent2">
                    <a:lumMod val="75000"/>
                  </a:schemeClr>
                </a:solidFill>
                <a:latin typeface="Segoe UI"/>
                <a:ea typeface="Segoe UI" panose="020B0502040204020203" pitchFamily="34" charset="0"/>
                <a:cs typeface="Segoe UI"/>
              </a:rPr>
              <a:t>Ex. Costos de </a:t>
            </a:r>
            <a:r>
              <a:rPr lang="en-US" sz="1500" err="1">
                <a:solidFill>
                  <a:schemeClr val="accent2">
                    <a:lumMod val="75000"/>
                  </a:schemeClr>
                </a:solidFill>
                <a:latin typeface="Segoe UI"/>
                <a:ea typeface="Segoe UI" panose="020B0502040204020203" pitchFamily="34" charset="0"/>
                <a:cs typeface="Segoe UI"/>
              </a:rPr>
              <a:t>compromiso</a:t>
            </a:r>
            <a:r>
              <a:rPr lang="en-US" sz="1500">
                <a:solidFill>
                  <a:schemeClr val="accent2">
                    <a:lumMod val="75000"/>
                  </a:schemeClr>
                </a:solidFill>
                <a:latin typeface="Segoe UI"/>
                <a:ea typeface="Segoe UI" panose="020B0502040204020203" pitchFamily="34" charset="0"/>
                <a:cs typeface="Segoe UI"/>
              </a:rPr>
              <a:t> </a:t>
            </a:r>
            <a:r>
              <a:rPr lang="en-US" sz="1500" err="1">
                <a:solidFill>
                  <a:schemeClr val="accent2">
                    <a:lumMod val="75000"/>
                  </a:schemeClr>
                </a:solidFill>
                <a:latin typeface="Segoe UI"/>
                <a:ea typeface="Segoe UI" panose="020B0502040204020203" pitchFamily="34" charset="0"/>
                <a:cs typeface="Segoe UI"/>
              </a:rPr>
              <a:t>sindical</a:t>
            </a:r>
            <a:endParaRPr lang="en-US" sz="1500">
              <a:solidFill>
                <a:schemeClr val="accent2">
                  <a:lumMod val="75000"/>
                </a:schemeClr>
              </a:solidFill>
              <a:latin typeface="Segoe UI"/>
              <a:ea typeface="Segoe UI" panose="020B0502040204020203" pitchFamily="34" charset="0"/>
              <a:cs typeface="Segoe UI"/>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ea typeface="Segoe UI" pitchFamily="34" charset="0"/>
                <a:cs typeface="Segoe UI" pitchFamily="34" charset="0"/>
              </a:rPr>
              <a:t>Admisibilidad</a:t>
            </a:r>
            <a:endParaRPr lang="en-US" sz="3600" kern="0">
              <a:solidFill>
                <a:schemeClr val="tx1"/>
              </a:solidFill>
            </a:endParaRPr>
          </a:p>
        </p:txBody>
      </p:sp>
    </p:spTree>
    <p:extLst>
      <p:ext uri="{BB962C8B-B14F-4D97-AF65-F5344CB8AC3E}">
        <p14:creationId xmlns:p14="http://schemas.microsoft.com/office/powerpoint/2010/main" val="2934135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5">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0" y="361950"/>
            <a:ext cx="693419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ea typeface="Segoe UI" pitchFamily="34" charset="0"/>
                <a:cs typeface="Segoe UI" pitchFamily="34" charset="0"/>
              </a:rPr>
              <a:t>Ejercicio: ¿necesario, razonable y asignable?</a:t>
            </a:r>
          </a:p>
        </p:txBody>
      </p:sp>
      <p:sp>
        <p:nvSpPr>
          <p:cNvPr id="6" name="Google Shape;95;p18"/>
          <p:cNvSpPr txBox="1">
            <a:spLocks noGrp="1"/>
          </p:cNvSpPr>
          <p:nvPr>
            <p:ph type="body" idx="1"/>
          </p:nvPr>
        </p:nvSpPr>
        <p:spPr>
          <a:xfrm>
            <a:off x="52851" y="1232384"/>
            <a:ext cx="6084162" cy="3773068"/>
          </a:xfrm>
          <a:prstGeom prst="rect">
            <a:avLst/>
          </a:prstGeom>
        </p:spPr>
        <p:txBody>
          <a:bodyPr spcFirstLastPara="1" wrap="square" lIns="91425" tIns="91425" rIns="91425" bIns="91425" anchor="t" anchorCtr="0">
            <a:noAutofit/>
          </a:bodyPr>
          <a:lstStyle/>
          <a:p>
            <a:pPr marL="457200" lvl="1" indent="0">
              <a:buClrTx/>
              <a:buSzTx/>
              <a:buNone/>
            </a:pPr>
            <a:r>
              <a:rPr lang="es-ES" kern="1200">
                <a:solidFill>
                  <a:srgbClr val="000000"/>
                </a:solidFill>
                <a:latin typeface="Segoe UI"/>
                <a:ea typeface="+mn-ea"/>
                <a:cs typeface="Segoe UI"/>
              </a:rPr>
              <a:t>Se requiere alquilar un espacio para realizar un taller para ensenar participantes para el proyecto de GEM. Un miembro del equipo encuentra una sala de conferencias muy bonita en un hotel de cinco estrellas, a una tarifa de $10,000 MXN por hora. Hay muchas otras opciones más económicas que se podría elegir, pero el equipo prefiere usar el espacio más caro.</a:t>
            </a:r>
          </a:p>
          <a:p>
            <a:pPr marL="457200" lvl="1" indent="0">
              <a:buClrTx/>
              <a:buSzTx/>
              <a:buNone/>
            </a:pPr>
            <a:endParaRPr lang="es-ES" kern="120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s-ES" kern="1200">
                <a:solidFill>
                  <a:srgbClr val="000000"/>
                </a:solidFill>
                <a:latin typeface="Segoe UI"/>
                <a:ea typeface="+mn-ea"/>
                <a:cs typeface="Segoe UI"/>
              </a:rPr>
              <a:t>Es este gasto </a:t>
            </a:r>
          </a:p>
          <a:p>
            <a:pPr marL="457200" lvl="1" indent="0">
              <a:buClrTx/>
              <a:buSzTx/>
              <a:buNone/>
            </a:pPr>
            <a:r>
              <a:rPr lang="es-ES" kern="1200">
                <a:solidFill>
                  <a:srgbClr val="000000"/>
                </a:solidFill>
                <a:latin typeface="Segoe UI"/>
                <a:ea typeface="+mn-ea"/>
                <a:cs typeface="Segoe UI"/>
              </a:rPr>
              <a:t>¿Necesario?</a:t>
            </a:r>
          </a:p>
          <a:p>
            <a:pPr marL="1257300" lvl="2" indent="-342900">
              <a:buClrTx/>
              <a:buSzTx/>
              <a:buFont typeface="+mj-lt"/>
              <a:buAutoNum type="arabicPeriod"/>
            </a:pPr>
            <a:r>
              <a:rPr lang="es-ES" kern="1200">
                <a:solidFill>
                  <a:srgbClr val="000000"/>
                </a:solidFill>
                <a:latin typeface="Segoe UI"/>
                <a:ea typeface="+mn-ea"/>
                <a:cs typeface="Segoe UI"/>
              </a:rPr>
              <a:t>¿Razonable?</a:t>
            </a:r>
          </a:p>
          <a:p>
            <a:pPr marL="1257300" lvl="2" indent="-342900">
              <a:buClrTx/>
              <a:buSzTx/>
              <a:buFont typeface="+mj-lt"/>
              <a:buAutoNum type="arabicPeriod"/>
            </a:pPr>
            <a:r>
              <a:rPr lang="es-ES" kern="1200">
                <a:solidFill>
                  <a:srgbClr val="000000"/>
                </a:solidFill>
                <a:latin typeface="Segoe UI"/>
                <a:ea typeface="+mn-ea"/>
                <a:cs typeface="Segoe UI"/>
              </a:rPr>
              <a:t>¿Asignable?  </a:t>
            </a:r>
            <a:endParaRPr lang="es-ES" kern="120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s-ES" sz="1400" kern="120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s-ES" sz="1400" kern="120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57462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5">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0" y="361950"/>
            <a:ext cx="693419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ea typeface="Segoe UI" pitchFamily="34" charset="0"/>
                <a:cs typeface="Segoe UI" pitchFamily="34" charset="0"/>
              </a:rPr>
              <a:t>Ejercicio: ¿necesario, razonable y asignable?</a:t>
            </a:r>
          </a:p>
        </p:txBody>
      </p:sp>
      <p:sp>
        <p:nvSpPr>
          <p:cNvPr id="6" name="Google Shape;95;p18"/>
          <p:cNvSpPr txBox="1">
            <a:spLocks noGrp="1"/>
          </p:cNvSpPr>
          <p:nvPr>
            <p:ph type="body" idx="1"/>
          </p:nvPr>
        </p:nvSpPr>
        <p:spPr>
          <a:xfrm>
            <a:off x="52851" y="1232384"/>
            <a:ext cx="6084162" cy="3773068"/>
          </a:xfrm>
          <a:prstGeom prst="rect">
            <a:avLst/>
          </a:prstGeom>
        </p:spPr>
        <p:txBody>
          <a:bodyPr spcFirstLastPara="1" wrap="square" lIns="91425" tIns="91425" rIns="91425" bIns="91425" anchor="t" anchorCtr="0">
            <a:noAutofit/>
          </a:bodyPr>
          <a:lstStyle/>
          <a:p>
            <a:pPr marL="457200" lvl="1" indent="0">
              <a:buClrTx/>
              <a:buSzTx/>
              <a:buNone/>
            </a:pPr>
            <a:r>
              <a:rPr lang="es-ES" kern="1200">
                <a:solidFill>
                  <a:srgbClr val="000000"/>
                </a:solidFill>
                <a:latin typeface="Segoe UI"/>
                <a:ea typeface="+mn-ea"/>
                <a:cs typeface="Segoe UI"/>
              </a:rPr>
              <a:t>Se requiere alquilar un espacio para realizar un taller para ensenar participantes para el proyecto de GEM. Un miembro del equipo encuentra una sala de conferencias muy bonita en un hotel de cinco estrellas, a una tarifa de $10,000 MXN por hora. Hay muchas otras opciones más económicas que se podría elegir, pero el equipo prefiere usar el espacio más caro.</a:t>
            </a:r>
          </a:p>
          <a:p>
            <a:pPr marL="457200" lvl="1" indent="0">
              <a:buClrTx/>
              <a:buSzTx/>
              <a:buNone/>
            </a:pPr>
            <a:endParaRPr lang="es-ES" kern="120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s-ES" kern="1200">
                <a:solidFill>
                  <a:srgbClr val="000000"/>
                </a:solidFill>
                <a:latin typeface="Segoe UI"/>
                <a:ea typeface="+mn-ea"/>
                <a:cs typeface="Segoe UI"/>
              </a:rPr>
              <a:t>Es este gasto </a:t>
            </a:r>
          </a:p>
          <a:p>
            <a:pPr marL="457200" lvl="1" indent="0">
              <a:buClrTx/>
              <a:buSzTx/>
              <a:buNone/>
            </a:pPr>
            <a:r>
              <a:rPr lang="es-ES" kern="1200">
                <a:solidFill>
                  <a:srgbClr val="000000"/>
                </a:solidFill>
                <a:latin typeface="Segoe UI"/>
                <a:ea typeface="+mn-ea"/>
                <a:cs typeface="Segoe UI"/>
              </a:rPr>
              <a:t>¿Necesario?</a:t>
            </a:r>
          </a:p>
          <a:p>
            <a:pPr marL="1257300" lvl="2" indent="-342900">
              <a:buClrTx/>
              <a:buSzTx/>
              <a:buFont typeface="+mj-lt"/>
              <a:buAutoNum type="arabicPeriod"/>
            </a:pPr>
            <a:r>
              <a:rPr lang="es-ES" kern="1200">
                <a:solidFill>
                  <a:srgbClr val="000000"/>
                </a:solidFill>
                <a:latin typeface="Segoe UI"/>
                <a:ea typeface="+mn-ea"/>
                <a:cs typeface="Segoe UI"/>
              </a:rPr>
              <a:t>¿Razonable?</a:t>
            </a:r>
          </a:p>
          <a:p>
            <a:pPr marL="1257300" lvl="2" indent="-342900">
              <a:buClrTx/>
              <a:buSzTx/>
              <a:buFont typeface="+mj-lt"/>
              <a:buAutoNum type="arabicPeriod"/>
            </a:pPr>
            <a:r>
              <a:rPr lang="es-ES" kern="1200">
                <a:solidFill>
                  <a:srgbClr val="000000"/>
                </a:solidFill>
                <a:latin typeface="Segoe UI"/>
                <a:ea typeface="+mn-ea"/>
                <a:cs typeface="Segoe UI"/>
              </a:rPr>
              <a:t>¿Asignable?  </a:t>
            </a:r>
            <a:endParaRPr lang="es-ES" kern="120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s-ES" sz="1400" kern="120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s-ES" sz="1400" kern="120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32724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28600" y="1123950"/>
            <a:ext cx="6023112" cy="3428999"/>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600">
                <a:solidFill>
                  <a:schemeClr val="tx1"/>
                </a:solidFill>
                <a:latin typeface="Segoe UI"/>
                <a:cs typeface="Segoe UI"/>
              </a:rPr>
              <a:t>La </a:t>
            </a:r>
            <a:r>
              <a:rPr lang="en-US" sz="1600" err="1">
                <a:solidFill>
                  <a:schemeClr val="tx1"/>
                </a:solidFill>
                <a:latin typeface="Segoe UI"/>
                <a:cs typeface="Segoe UI"/>
              </a:rPr>
              <a:t>remuneración</a:t>
            </a:r>
            <a:r>
              <a:rPr lang="en-US" sz="1600">
                <a:solidFill>
                  <a:schemeClr val="tx1"/>
                </a:solidFill>
                <a:latin typeface="Segoe UI"/>
                <a:cs typeface="Segoe UI"/>
              </a:rPr>
              <a:t> </a:t>
            </a:r>
            <a:r>
              <a:rPr lang="en-US" sz="1600" err="1">
                <a:solidFill>
                  <a:schemeClr val="tx1"/>
                </a:solidFill>
                <a:latin typeface="Segoe UI"/>
                <a:cs typeface="Segoe UI"/>
              </a:rPr>
              <a:t>por</a:t>
            </a:r>
            <a:r>
              <a:rPr lang="en-US" sz="1600">
                <a:solidFill>
                  <a:schemeClr val="tx1"/>
                </a:solidFill>
                <a:latin typeface="Segoe UI"/>
                <a:cs typeface="Segoe UI"/>
              </a:rPr>
              <a:t> </a:t>
            </a:r>
            <a:r>
              <a:rPr lang="en-US" sz="1600" err="1">
                <a:solidFill>
                  <a:schemeClr val="tx1"/>
                </a:solidFill>
                <a:latin typeface="Segoe UI"/>
                <a:cs typeface="Segoe UI"/>
              </a:rPr>
              <a:t>servicios</a:t>
            </a:r>
            <a:r>
              <a:rPr lang="en-US" sz="1600">
                <a:solidFill>
                  <a:schemeClr val="tx1"/>
                </a:solidFill>
                <a:latin typeface="Segoe UI"/>
                <a:cs typeface="Segoe UI"/>
              </a:rPr>
              <a:t> </a:t>
            </a:r>
            <a:r>
              <a:rPr lang="en-US" sz="1600" err="1">
                <a:solidFill>
                  <a:schemeClr val="tx1"/>
                </a:solidFill>
                <a:latin typeface="Segoe UI"/>
                <a:cs typeface="Segoe UI"/>
              </a:rPr>
              <a:t>personales</a:t>
            </a:r>
            <a:r>
              <a:rPr lang="en-US" sz="1600">
                <a:solidFill>
                  <a:schemeClr val="tx1"/>
                </a:solidFill>
                <a:latin typeface="Segoe UI"/>
                <a:cs typeface="Segoe UI"/>
              </a:rPr>
              <a:t> </a:t>
            </a:r>
            <a:r>
              <a:rPr lang="en-US" sz="1600" err="1">
                <a:solidFill>
                  <a:schemeClr val="tx1"/>
                </a:solidFill>
                <a:latin typeface="Segoe UI"/>
                <a:cs typeface="Segoe UI"/>
              </a:rPr>
              <a:t>incluye</a:t>
            </a:r>
            <a:r>
              <a:rPr lang="en-US" sz="1600">
                <a:solidFill>
                  <a:schemeClr val="tx1"/>
                </a:solidFill>
                <a:latin typeface="Segoe UI"/>
                <a:cs typeface="Segoe UI"/>
              </a:rPr>
              <a:t> </a:t>
            </a:r>
            <a:r>
              <a:rPr lang="en-US" sz="1600" err="1">
                <a:solidFill>
                  <a:schemeClr val="tx1"/>
                </a:solidFill>
                <a:latin typeface="Segoe UI"/>
                <a:cs typeface="Segoe UI"/>
              </a:rPr>
              <a:t>toda</a:t>
            </a:r>
            <a:r>
              <a:rPr lang="en-US" sz="1600">
                <a:solidFill>
                  <a:schemeClr val="tx1"/>
                </a:solidFill>
                <a:latin typeface="Segoe UI"/>
                <a:cs typeface="Segoe UI"/>
              </a:rPr>
              <a:t> </a:t>
            </a:r>
            <a:r>
              <a:rPr lang="en-US" sz="1600" err="1">
                <a:solidFill>
                  <a:schemeClr val="tx1"/>
                </a:solidFill>
                <a:latin typeface="Segoe UI"/>
                <a:cs typeface="Segoe UI"/>
              </a:rPr>
              <a:t>remuneración</a:t>
            </a:r>
            <a:r>
              <a:rPr lang="en-US" sz="1600">
                <a:solidFill>
                  <a:schemeClr val="tx1"/>
                </a:solidFill>
                <a:latin typeface="Segoe UI"/>
                <a:cs typeface="Segoe UI"/>
              </a:rPr>
              <a:t> </a:t>
            </a:r>
            <a:r>
              <a:rPr lang="en-US" sz="1600" err="1">
                <a:solidFill>
                  <a:schemeClr val="tx1"/>
                </a:solidFill>
                <a:latin typeface="Segoe UI"/>
                <a:cs typeface="Segoe UI"/>
              </a:rPr>
              <a:t>por</a:t>
            </a:r>
            <a:r>
              <a:rPr lang="en-US" sz="1600">
                <a:solidFill>
                  <a:schemeClr val="tx1"/>
                </a:solidFill>
                <a:latin typeface="Segoe UI"/>
                <a:cs typeface="Segoe UI"/>
              </a:rPr>
              <a:t> </a:t>
            </a:r>
            <a:r>
              <a:rPr lang="en-US" sz="1600" err="1">
                <a:solidFill>
                  <a:schemeClr val="tx1"/>
                </a:solidFill>
                <a:latin typeface="Segoe UI"/>
                <a:cs typeface="Segoe UI"/>
              </a:rPr>
              <a:t>servicios</a:t>
            </a:r>
            <a:r>
              <a:rPr lang="en-US" sz="1600">
                <a:solidFill>
                  <a:schemeClr val="tx1"/>
                </a:solidFill>
                <a:latin typeface="Segoe UI"/>
                <a:cs typeface="Segoe UI"/>
              </a:rPr>
              <a:t> </a:t>
            </a:r>
            <a:r>
              <a:rPr lang="en-US" sz="1600" err="1">
                <a:solidFill>
                  <a:schemeClr val="tx1"/>
                </a:solidFill>
                <a:latin typeface="Segoe UI"/>
                <a:cs typeface="Segoe UI"/>
              </a:rPr>
              <a:t>prestados</a:t>
            </a:r>
            <a:r>
              <a:rPr lang="en-US" sz="1600">
                <a:solidFill>
                  <a:schemeClr val="tx1"/>
                </a:solidFill>
                <a:latin typeface="Segoe UI"/>
                <a:cs typeface="Segoe UI"/>
              </a:rPr>
              <a:t> </a:t>
            </a:r>
            <a:r>
              <a:rPr lang="en-US" sz="1600" err="1">
                <a:solidFill>
                  <a:schemeClr val="tx1"/>
                </a:solidFill>
                <a:latin typeface="Segoe UI"/>
                <a:cs typeface="Segoe UI"/>
              </a:rPr>
              <a:t>por</a:t>
            </a:r>
            <a:r>
              <a:rPr lang="en-US" sz="1600">
                <a:solidFill>
                  <a:schemeClr val="tx1"/>
                </a:solidFill>
                <a:latin typeface="Segoe UI"/>
                <a:cs typeface="Segoe UI"/>
              </a:rPr>
              <a:t> </a:t>
            </a:r>
            <a:r>
              <a:rPr lang="en-US" sz="1600" err="1">
                <a:solidFill>
                  <a:schemeClr val="tx1"/>
                </a:solidFill>
                <a:latin typeface="Segoe UI"/>
                <a:cs typeface="Segoe UI"/>
              </a:rPr>
              <a:t>empleados</a:t>
            </a:r>
            <a:r>
              <a:rPr lang="en-US" sz="1600">
                <a:solidFill>
                  <a:schemeClr val="tx1"/>
                </a:solidFill>
                <a:latin typeface="Segoe UI"/>
                <a:cs typeface="Segoe UI"/>
              </a:rPr>
              <a:t> y es </a:t>
            </a:r>
            <a:r>
              <a:rPr lang="en-US" sz="1600" err="1">
                <a:solidFill>
                  <a:schemeClr val="tx1"/>
                </a:solidFill>
                <a:latin typeface="Segoe UI"/>
                <a:cs typeface="Segoe UI"/>
              </a:rPr>
              <a:t>admisible</a:t>
            </a:r>
            <a:r>
              <a:rPr lang="en-US" sz="1600">
                <a:solidFill>
                  <a:schemeClr val="tx1"/>
                </a:solidFill>
                <a:latin typeface="Segoe UI"/>
                <a:cs typeface="Segoe UI"/>
              </a:rPr>
              <a:t> </a:t>
            </a:r>
            <a:r>
              <a:rPr lang="en-US" sz="1600" err="1">
                <a:solidFill>
                  <a:schemeClr val="tx1"/>
                </a:solidFill>
                <a:latin typeface="Segoe UI"/>
                <a:cs typeface="Segoe UI"/>
              </a:rPr>
              <a:t>si</a:t>
            </a:r>
            <a:r>
              <a:rPr lang="en-US" sz="1600">
                <a:solidFill>
                  <a:schemeClr val="tx1"/>
                </a:solidFill>
                <a:latin typeface="Segoe UI"/>
                <a:cs typeface="Segoe UI"/>
              </a:rPr>
              <a:t>:</a:t>
            </a:r>
          </a:p>
          <a:p>
            <a:pPr lvl="1">
              <a:buClrTx/>
              <a:buFont typeface="Arial" panose="020B0604020202020204" pitchFamily="34" charset="0"/>
              <a:buChar char="•"/>
            </a:pPr>
            <a:r>
              <a:rPr lang="en-US" sz="1600">
                <a:solidFill>
                  <a:schemeClr val="tx1"/>
                </a:solidFill>
                <a:latin typeface="Segoe UI"/>
                <a:cs typeface="Segoe UI"/>
              </a:rPr>
              <a:t>Es </a:t>
            </a:r>
            <a:r>
              <a:rPr lang="en-US" sz="1600" err="1">
                <a:solidFill>
                  <a:schemeClr val="tx1"/>
                </a:solidFill>
                <a:latin typeface="Segoe UI"/>
                <a:cs typeface="Segoe UI"/>
              </a:rPr>
              <a:t>razonable</a:t>
            </a:r>
            <a:r>
              <a:rPr lang="en-US" sz="1600">
                <a:solidFill>
                  <a:schemeClr val="tx1"/>
                </a:solidFill>
                <a:latin typeface="Segoe UI"/>
                <a:cs typeface="Segoe UI"/>
              </a:rPr>
              <a:t> para </a:t>
            </a:r>
            <a:r>
              <a:rPr lang="en-US" sz="1600" err="1">
                <a:solidFill>
                  <a:schemeClr val="tx1"/>
                </a:solidFill>
                <a:latin typeface="Segoe UI"/>
                <a:cs typeface="Segoe UI"/>
              </a:rPr>
              <a:t>los</a:t>
            </a:r>
            <a:r>
              <a:rPr lang="en-US" sz="1600">
                <a:solidFill>
                  <a:schemeClr val="tx1"/>
                </a:solidFill>
                <a:latin typeface="Segoe UI"/>
                <a:cs typeface="Segoe UI"/>
              </a:rPr>
              <a:t> </a:t>
            </a:r>
            <a:r>
              <a:rPr lang="en-US" sz="1600" err="1">
                <a:solidFill>
                  <a:schemeClr val="tx1"/>
                </a:solidFill>
                <a:latin typeface="Segoe UI"/>
                <a:cs typeface="Segoe UI"/>
              </a:rPr>
              <a:t>servicios</a:t>
            </a:r>
            <a:r>
              <a:rPr lang="en-US" sz="1600">
                <a:solidFill>
                  <a:schemeClr val="tx1"/>
                </a:solidFill>
                <a:latin typeface="Segoe UI"/>
                <a:cs typeface="Segoe UI"/>
              </a:rPr>
              <a:t> </a:t>
            </a:r>
            <a:r>
              <a:rPr lang="en-US" sz="1600" err="1">
                <a:solidFill>
                  <a:schemeClr val="tx1"/>
                </a:solidFill>
                <a:latin typeface="Segoe UI"/>
                <a:cs typeface="Segoe UI"/>
              </a:rPr>
              <a:t>prestados</a:t>
            </a:r>
            <a:r>
              <a:rPr lang="en-US" sz="1600">
                <a:solidFill>
                  <a:schemeClr val="tx1"/>
                </a:solidFill>
                <a:latin typeface="Segoe UI"/>
                <a:cs typeface="Segoe UI"/>
              </a:rPr>
              <a:t> (</a:t>
            </a:r>
            <a:r>
              <a:rPr lang="en-US" sz="1600" err="1">
                <a:solidFill>
                  <a:schemeClr val="tx1"/>
                </a:solidFill>
                <a:latin typeface="Segoe UI"/>
                <a:cs typeface="Segoe UI"/>
              </a:rPr>
              <a:t>precio</a:t>
            </a:r>
            <a:r>
              <a:rPr lang="en-US" sz="1600">
                <a:solidFill>
                  <a:schemeClr val="tx1"/>
                </a:solidFill>
                <a:latin typeface="Segoe UI"/>
                <a:cs typeface="Segoe UI"/>
              </a:rPr>
              <a:t> </a:t>
            </a:r>
            <a:r>
              <a:rPr lang="en-US" sz="1600" err="1">
                <a:solidFill>
                  <a:schemeClr val="tx1"/>
                </a:solidFill>
                <a:latin typeface="Segoe UI"/>
                <a:cs typeface="Segoe UI"/>
              </a:rPr>
              <a:t>justo</a:t>
            </a:r>
            <a:r>
              <a:rPr lang="en-US" sz="1600">
                <a:solidFill>
                  <a:schemeClr val="tx1"/>
                </a:solidFill>
                <a:latin typeface="Segoe UI"/>
                <a:cs typeface="Segoe UI"/>
              </a:rPr>
              <a:t> de mercado);</a:t>
            </a:r>
          </a:p>
          <a:p>
            <a:pPr lvl="1">
              <a:buClrTx/>
              <a:buFont typeface="Arial" panose="020B0604020202020204" pitchFamily="34" charset="0"/>
              <a:buChar char="•"/>
            </a:pPr>
            <a:r>
              <a:rPr lang="en-US" sz="1600">
                <a:solidFill>
                  <a:schemeClr val="tx1"/>
                </a:solidFill>
                <a:latin typeface="Segoe UI"/>
                <a:cs typeface="Segoe UI"/>
              </a:rPr>
              <a:t>Debe </a:t>
            </a:r>
            <a:r>
              <a:rPr lang="en-US" sz="1600" err="1">
                <a:solidFill>
                  <a:schemeClr val="tx1"/>
                </a:solidFill>
                <a:latin typeface="Segoe UI"/>
                <a:cs typeface="Segoe UI"/>
              </a:rPr>
              <a:t>aplicarse</a:t>
            </a:r>
            <a:r>
              <a:rPr lang="en-US" sz="1600">
                <a:solidFill>
                  <a:schemeClr val="tx1"/>
                </a:solidFill>
                <a:latin typeface="Segoe UI"/>
                <a:cs typeface="Segoe UI"/>
              </a:rPr>
              <a:t> de forma </a:t>
            </a:r>
            <a:r>
              <a:rPr lang="en-US" sz="1600" err="1">
                <a:solidFill>
                  <a:schemeClr val="tx1"/>
                </a:solidFill>
                <a:latin typeface="Segoe UI"/>
                <a:cs typeface="Segoe UI"/>
              </a:rPr>
              <a:t>consistente</a:t>
            </a:r>
            <a:r>
              <a:rPr lang="en-US" sz="1600">
                <a:solidFill>
                  <a:schemeClr val="tx1"/>
                </a:solidFill>
                <a:latin typeface="Segoe UI"/>
                <a:cs typeface="Segoe UI"/>
              </a:rPr>
              <a:t> tanto a las </a:t>
            </a:r>
            <a:r>
              <a:rPr lang="en-US" sz="1600" err="1">
                <a:solidFill>
                  <a:schemeClr val="tx1"/>
                </a:solidFill>
                <a:latin typeface="Segoe UI"/>
                <a:cs typeface="Segoe UI"/>
              </a:rPr>
              <a:t>actividades</a:t>
            </a:r>
            <a:r>
              <a:rPr lang="en-US" sz="1600">
                <a:solidFill>
                  <a:schemeClr val="tx1"/>
                </a:solidFill>
                <a:latin typeface="Segoe UI"/>
                <a:cs typeface="Segoe UI"/>
              </a:rPr>
              <a:t> no </a:t>
            </a:r>
            <a:r>
              <a:rPr lang="en-US" sz="1600" err="1">
                <a:solidFill>
                  <a:schemeClr val="tx1"/>
                </a:solidFill>
                <a:latin typeface="Segoe UI"/>
                <a:cs typeface="Segoe UI"/>
              </a:rPr>
              <a:t>pertenecientes</a:t>
            </a:r>
            <a:r>
              <a:rPr lang="en-US" sz="1600">
                <a:solidFill>
                  <a:schemeClr val="tx1"/>
                </a:solidFill>
                <a:latin typeface="Segoe UI"/>
                <a:cs typeface="Segoe UI"/>
              </a:rPr>
              <a:t> al USG </a:t>
            </a:r>
            <a:r>
              <a:rPr lang="en-US" sz="1600" err="1">
                <a:solidFill>
                  <a:schemeClr val="tx1"/>
                </a:solidFill>
                <a:latin typeface="Segoe UI"/>
                <a:cs typeface="Segoe UI"/>
              </a:rPr>
              <a:t>como</a:t>
            </a:r>
            <a:r>
              <a:rPr lang="en-US" sz="1600">
                <a:solidFill>
                  <a:schemeClr val="tx1"/>
                </a:solidFill>
                <a:latin typeface="Segoe UI"/>
                <a:cs typeface="Segoe UI"/>
              </a:rPr>
              <a:t> a las del USG; </a:t>
            </a:r>
            <a:endParaRPr lang="en-US" sz="1600">
              <a:solidFill>
                <a:schemeClr val="tx1"/>
              </a:solidFill>
              <a:latin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600">
                <a:solidFill>
                  <a:schemeClr val="tx1"/>
                </a:solidFill>
                <a:latin typeface="Segoe UI"/>
                <a:cs typeface="Segoe UI"/>
              </a:rPr>
              <a:t>Se </a:t>
            </a:r>
            <a:r>
              <a:rPr lang="en-US" sz="1600" err="1">
                <a:solidFill>
                  <a:schemeClr val="tx1"/>
                </a:solidFill>
                <a:latin typeface="Segoe UI"/>
                <a:cs typeface="Segoe UI"/>
              </a:rPr>
              <a:t>ajusta</a:t>
            </a:r>
            <a:r>
              <a:rPr lang="en-US" sz="1600">
                <a:solidFill>
                  <a:schemeClr val="tx1"/>
                </a:solidFill>
                <a:latin typeface="Segoe UI"/>
                <a:cs typeface="Segoe UI"/>
              </a:rPr>
              <a:t> a la </a:t>
            </a:r>
            <a:r>
              <a:rPr lang="en-US" sz="1600" err="1">
                <a:solidFill>
                  <a:schemeClr val="tx1"/>
                </a:solidFill>
                <a:latin typeface="Segoe UI"/>
                <a:cs typeface="Segoe UI"/>
              </a:rPr>
              <a:t>política</a:t>
            </a:r>
            <a:r>
              <a:rPr lang="en-US" sz="1600">
                <a:solidFill>
                  <a:schemeClr val="tx1"/>
                </a:solidFill>
                <a:latin typeface="Segoe UI"/>
                <a:cs typeface="Segoe UI"/>
              </a:rPr>
              <a:t> </a:t>
            </a:r>
            <a:r>
              <a:rPr lang="en-US" sz="1600" err="1">
                <a:solidFill>
                  <a:schemeClr val="tx1"/>
                </a:solidFill>
                <a:latin typeface="Segoe UI"/>
                <a:cs typeface="Segoe UI"/>
              </a:rPr>
              <a:t>escrita</a:t>
            </a:r>
            <a:r>
              <a:rPr lang="en-US" sz="1600">
                <a:solidFill>
                  <a:schemeClr val="tx1"/>
                </a:solidFill>
                <a:latin typeface="Segoe UI"/>
                <a:cs typeface="Segoe UI"/>
              </a:rPr>
              <a:t> del </a:t>
            </a:r>
            <a:r>
              <a:rPr lang="en-US" sz="1600"/>
              <a:t>sub-adjudicatario</a:t>
            </a:r>
            <a:r>
              <a:rPr lang="en-US" sz="1600">
                <a:solidFill>
                  <a:schemeClr val="tx1"/>
                </a:solidFill>
                <a:latin typeface="Segoe UI"/>
                <a:cs typeface="Segoe UI"/>
              </a:rPr>
              <a:t>; y</a:t>
            </a:r>
          </a:p>
          <a:p>
            <a:pPr lvl="1">
              <a:buClrTx/>
              <a:buFont typeface="Arial" panose="020B0604020202020204" pitchFamily="34" charset="0"/>
              <a:buChar char="•"/>
            </a:pPr>
            <a:r>
              <a:rPr lang="en-US" sz="1600" err="1">
                <a:solidFill>
                  <a:schemeClr val="tx1"/>
                </a:solidFill>
                <a:latin typeface="Segoe UI"/>
                <a:cs typeface="Segoe UI"/>
              </a:rPr>
              <a:t>Está</a:t>
            </a:r>
            <a:r>
              <a:rPr lang="en-US" sz="1600">
                <a:solidFill>
                  <a:schemeClr val="tx1"/>
                </a:solidFill>
                <a:latin typeface="Segoe UI"/>
                <a:cs typeface="Segoe UI"/>
              </a:rPr>
              <a:t> </a:t>
            </a:r>
            <a:r>
              <a:rPr lang="en-US" sz="1600" err="1">
                <a:solidFill>
                  <a:schemeClr val="tx1"/>
                </a:solidFill>
                <a:latin typeface="Segoe UI"/>
                <a:cs typeface="Segoe UI"/>
              </a:rPr>
              <a:t>adecuadamente</a:t>
            </a:r>
            <a:r>
              <a:rPr lang="en-US" sz="1600">
                <a:solidFill>
                  <a:schemeClr val="tx1"/>
                </a:solidFill>
                <a:latin typeface="Segoe UI"/>
                <a:cs typeface="Segoe UI"/>
              </a:rPr>
              <a:t> </a:t>
            </a:r>
            <a:r>
              <a:rPr lang="en-US" sz="1600" err="1">
                <a:solidFill>
                  <a:schemeClr val="tx1"/>
                </a:solidFill>
                <a:latin typeface="Segoe UI"/>
                <a:cs typeface="Segoe UI"/>
              </a:rPr>
              <a:t>documentado</a:t>
            </a:r>
            <a:r>
              <a:rPr lang="en-US" sz="1600">
                <a:solidFill>
                  <a:schemeClr val="tx1"/>
                </a:solidFill>
                <a:latin typeface="Segoe UI"/>
                <a:cs typeface="Segoe UI"/>
              </a:rPr>
              <a:t> </a:t>
            </a:r>
            <a:r>
              <a:rPr lang="en-US" sz="1600">
                <a:solidFill>
                  <a:schemeClr val="accent4">
                    <a:lumMod val="75000"/>
                  </a:schemeClr>
                </a:solidFill>
                <a:latin typeface="Segoe UI"/>
                <a:ea typeface="Segoe UI" panose="020B0502040204020203" pitchFamily="34" charset="0"/>
                <a:cs typeface="Segoe UI"/>
              </a:rPr>
              <a:t>(es </a:t>
            </a:r>
            <a:r>
              <a:rPr lang="en-US" sz="1600" err="1">
                <a:solidFill>
                  <a:schemeClr val="accent4">
                    <a:lumMod val="75000"/>
                  </a:schemeClr>
                </a:solidFill>
                <a:latin typeface="Segoe UI"/>
                <a:ea typeface="Segoe UI" panose="020B0502040204020203" pitchFamily="34" charset="0"/>
                <a:cs typeface="Segoe UI"/>
              </a:rPr>
              <a:t>decir</a:t>
            </a:r>
            <a:r>
              <a:rPr lang="en-US" sz="1600">
                <a:solidFill>
                  <a:schemeClr val="accent4">
                    <a:lumMod val="75000"/>
                  </a:schemeClr>
                </a:solidFill>
                <a:latin typeface="Segoe UI"/>
                <a:ea typeface="Segoe UI" panose="020B0502040204020203" pitchFamily="34" charset="0"/>
                <a:cs typeface="Segoe UI"/>
              </a:rPr>
              <a:t>, </a:t>
            </a:r>
            <a:r>
              <a:rPr lang="en-US" sz="1600" err="1">
                <a:solidFill>
                  <a:schemeClr val="accent4">
                    <a:lumMod val="75000"/>
                  </a:schemeClr>
                </a:solidFill>
                <a:latin typeface="Segoe UI"/>
                <a:ea typeface="Segoe UI" panose="020B0502040204020203" pitchFamily="34" charset="0"/>
                <a:cs typeface="Segoe UI"/>
              </a:rPr>
              <a:t>los</a:t>
            </a:r>
            <a:r>
              <a:rPr lang="en-US" sz="1600">
                <a:solidFill>
                  <a:schemeClr val="accent4">
                    <a:lumMod val="75000"/>
                  </a:schemeClr>
                </a:solidFill>
                <a:latin typeface="Segoe UI"/>
                <a:ea typeface="Segoe UI" panose="020B0502040204020203" pitchFamily="34" charset="0"/>
                <a:cs typeface="Segoe UI"/>
              </a:rPr>
              <a:t> </a:t>
            </a:r>
            <a:r>
              <a:rPr lang="en-US" sz="1600" err="1">
                <a:solidFill>
                  <a:schemeClr val="accent4">
                    <a:lumMod val="75000"/>
                  </a:schemeClr>
                </a:solidFill>
                <a:latin typeface="Segoe UI"/>
                <a:ea typeface="Segoe UI" panose="020B0502040204020203" pitchFamily="34" charset="0"/>
                <a:cs typeface="Segoe UI"/>
              </a:rPr>
              <a:t>sueldos</a:t>
            </a:r>
            <a:r>
              <a:rPr lang="en-US" sz="1600">
                <a:solidFill>
                  <a:schemeClr val="accent4">
                    <a:lumMod val="75000"/>
                  </a:schemeClr>
                </a:solidFill>
                <a:latin typeface="Segoe UI"/>
                <a:ea typeface="Segoe UI" panose="020B0502040204020203" pitchFamily="34" charset="0"/>
                <a:cs typeface="Segoe UI"/>
              </a:rPr>
              <a:t> y </a:t>
            </a:r>
            <a:r>
              <a:rPr lang="en-US" sz="1600" err="1">
                <a:solidFill>
                  <a:schemeClr val="accent4">
                    <a:lumMod val="75000"/>
                  </a:schemeClr>
                </a:solidFill>
                <a:latin typeface="Segoe UI"/>
                <a:ea typeface="Segoe UI" panose="020B0502040204020203" pitchFamily="34" charset="0"/>
                <a:cs typeface="Segoe UI"/>
              </a:rPr>
              <a:t>salarios</a:t>
            </a:r>
            <a:r>
              <a:rPr lang="en-US" sz="1600">
                <a:solidFill>
                  <a:schemeClr val="accent4">
                    <a:lumMod val="75000"/>
                  </a:schemeClr>
                </a:solidFill>
                <a:latin typeface="Segoe UI"/>
                <a:ea typeface="Segoe UI" panose="020B0502040204020203" pitchFamily="34" charset="0"/>
                <a:cs typeface="Segoe UI"/>
              </a:rPr>
              <a:t> se </a:t>
            </a:r>
            <a:r>
              <a:rPr lang="en-US" sz="1600" err="1">
                <a:solidFill>
                  <a:schemeClr val="accent4">
                    <a:lumMod val="75000"/>
                  </a:schemeClr>
                </a:solidFill>
                <a:latin typeface="Segoe UI"/>
                <a:ea typeface="Segoe UI" panose="020B0502040204020203" pitchFamily="34" charset="0"/>
                <a:cs typeface="Segoe UI"/>
              </a:rPr>
              <a:t>basan</a:t>
            </a:r>
            <a:r>
              <a:rPr lang="en-US" sz="1600">
                <a:solidFill>
                  <a:schemeClr val="accent4">
                    <a:lumMod val="75000"/>
                  </a:schemeClr>
                </a:solidFill>
                <a:latin typeface="Segoe UI"/>
                <a:ea typeface="Segoe UI" panose="020B0502040204020203" pitchFamily="34" charset="0"/>
                <a:cs typeface="Segoe UI"/>
              </a:rPr>
              <a:t> </a:t>
            </a:r>
            <a:r>
              <a:rPr lang="en-US" sz="1600" err="1">
                <a:solidFill>
                  <a:schemeClr val="accent4">
                    <a:lumMod val="75000"/>
                  </a:schemeClr>
                </a:solidFill>
                <a:latin typeface="Segoe UI"/>
                <a:ea typeface="Segoe UI" panose="020B0502040204020203" pitchFamily="34" charset="0"/>
                <a:cs typeface="Segoe UI"/>
              </a:rPr>
              <a:t>en</a:t>
            </a:r>
            <a:r>
              <a:rPr lang="en-US" sz="1600">
                <a:solidFill>
                  <a:schemeClr val="accent4">
                    <a:lumMod val="75000"/>
                  </a:schemeClr>
                </a:solidFill>
                <a:latin typeface="Segoe UI"/>
                <a:ea typeface="Segoe UI" panose="020B0502040204020203" pitchFamily="34" charset="0"/>
                <a:cs typeface="Segoe UI"/>
              </a:rPr>
              <a:t> </a:t>
            </a:r>
            <a:r>
              <a:rPr lang="en-US" sz="1600" err="1">
                <a:solidFill>
                  <a:schemeClr val="accent4">
                    <a:lumMod val="75000"/>
                  </a:schemeClr>
                </a:solidFill>
                <a:latin typeface="Segoe UI"/>
                <a:ea typeface="Segoe UI" panose="020B0502040204020203" pitchFamily="34" charset="0"/>
                <a:cs typeface="Segoe UI"/>
              </a:rPr>
              <a:t>registros</a:t>
            </a:r>
            <a:r>
              <a:rPr lang="en-US" sz="1600">
                <a:solidFill>
                  <a:schemeClr val="accent4">
                    <a:lumMod val="75000"/>
                  </a:schemeClr>
                </a:solidFill>
                <a:latin typeface="Segoe UI"/>
                <a:ea typeface="Segoe UI" panose="020B0502040204020203" pitchFamily="34" charset="0"/>
                <a:cs typeface="Segoe UI"/>
              </a:rPr>
              <a:t> que </a:t>
            </a:r>
            <a:r>
              <a:rPr lang="en-US" sz="1600" err="1">
                <a:solidFill>
                  <a:schemeClr val="accent4">
                    <a:lumMod val="75000"/>
                  </a:schemeClr>
                </a:solidFill>
                <a:latin typeface="Segoe UI"/>
                <a:ea typeface="Segoe UI" panose="020B0502040204020203" pitchFamily="34" charset="0"/>
                <a:cs typeface="Segoe UI"/>
              </a:rPr>
              <a:t>reflejan</a:t>
            </a:r>
            <a:r>
              <a:rPr lang="en-US" sz="1600">
                <a:solidFill>
                  <a:schemeClr val="accent4">
                    <a:lumMod val="75000"/>
                  </a:schemeClr>
                </a:solidFill>
                <a:latin typeface="Segoe UI"/>
                <a:ea typeface="Segoe UI" panose="020B0502040204020203" pitchFamily="34" charset="0"/>
                <a:cs typeface="Segoe UI"/>
              </a:rPr>
              <a:t> con </a:t>
            </a:r>
            <a:r>
              <a:rPr lang="en-US" sz="1600" err="1">
                <a:solidFill>
                  <a:schemeClr val="accent4">
                    <a:lumMod val="75000"/>
                  </a:schemeClr>
                </a:solidFill>
                <a:latin typeface="Segoe UI"/>
                <a:ea typeface="Segoe UI" panose="020B0502040204020203" pitchFamily="34" charset="0"/>
                <a:cs typeface="Segoe UI"/>
              </a:rPr>
              <a:t>exactitud</a:t>
            </a:r>
            <a:r>
              <a:rPr lang="en-US" sz="1600">
                <a:solidFill>
                  <a:schemeClr val="accent4">
                    <a:lumMod val="75000"/>
                  </a:schemeClr>
                </a:solidFill>
                <a:latin typeface="Segoe UI"/>
                <a:ea typeface="Segoe UI" panose="020B0502040204020203" pitchFamily="34" charset="0"/>
                <a:cs typeface="Segoe UI"/>
              </a:rPr>
              <a:t> </a:t>
            </a:r>
            <a:r>
              <a:rPr lang="en-US" sz="1600" err="1">
                <a:solidFill>
                  <a:schemeClr val="accent4">
                    <a:lumMod val="75000"/>
                  </a:schemeClr>
                </a:solidFill>
                <a:latin typeface="Segoe UI"/>
                <a:ea typeface="Segoe UI" panose="020B0502040204020203" pitchFamily="34" charset="0"/>
                <a:cs typeface="Segoe UI"/>
              </a:rPr>
              <a:t>el</a:t>
            </a:r>
            <a:r>
              <a:rPr lang="en-US" sz="1600">
                <a:solidFill>
                  <a:schemeClr val="accent4">
                    <a:lumMod val="75000"/>
                  </a:schemeClr>
                </a:solidFill>
                <a:latin typeface="Segoe UI"/>
                <a:ea typeface="Segoe UI" panose="020B0502040204020203" pitchFamily="34" charset="0"/>
                <a:cs typeface="Segoe UI"/>
              </a:rPr>
              <a:t> </a:t>
            </a:r>
            <a:r>
              <a:rPr lang="en-US" sz="1600" err="1">
                <a:solidFill>
                  <a:schemeClr val="accent4">
                    <a:lumMod val="75000"/>
                  </a:schemeClr>
                </a:solidFill>
                <a:latin typeface="Segoe UI"/>
                <a:ea typeface="Segoe UI" panose="020B0502040204020203" pitchFamily="34" charset="0"/>
                <a:cs typeface="Segoe UI"/>
              </a:rPr>
              <a:t>trabajo</a:t>
            </a:r>
            <a:r>
              <a:rPr lang="en-US" sz="1600">
                <a:solidFill>
                  <a:schemeClr val="accent4">
                    <a:lumMod val="75000"/>
                  </a:schemeClr>
                </a:solidFill>
                <a:latin typeface="Segoe UI"/>
                <a:ea typeface="Segoe UI" panose="020B0502040204020203" pitchFamily="34" charset="0"/>
                <a:cs typeface="Segoe UI"/>
              </a:rPr>
              <a:t> </a:t>
            </a:r>
            <a:r>
              <a:rPr lang="en-US" sz="1600" err="1">
                <a:solidFill>
                  <a:schemeClr val="accent4">
                    <a:lumMod val="75000"/>
                  </a:schemeClr>
                </a:solidFill>
                <a:latin typeface="Segoe UI"/>
                <a:ea typeface="Segoe UI" panose="020B0502040204020203" pitchFamily="34" charset="0"/>
                <a:cs typeface="Segoe UI"/>
              </a:rPr>
              <a:t>realizado</a:t>
            </a:r>
            <a:r>
              <a:rPr lang="en-US" sz="1600">
                <a:solidFill>
                  <a:schemeClr val="accent4">
                    <a:lumMod val="75000"/>
                  </a:schemeClr>
                </a:solidFill>
                <a:latin typeface="Segoe UI"/>
                <a:ea typeface="Segoe UI" panose="020B0502040204020203" pitchFamily="34" charset="0"/>
                <a:cs typeface="Segoe UI"/>
              </a:rPr>
              <a:t>).</a:t>
            </a:r>
            <a:endParaRPr lang="en-US" sz="1050">
              <a:solidFill>
                <a:schemeClr val="accent4">
                  <a:lumMod val="75000"/>
                </a:schemeClr>
              </a:solidFill>
              <a:latin typeface="Segoe UI"/>
              <a:ea typeface="Segoe UI" panose="020B0502040204020203" pitchFamily="34" charset="0"/>
              <a:cs typeface="Segoe UI"/>
            </a:endParaRPr>
          </a:p>
          <a:p>
            <a:pPr>
              <a:buClrTx/>
              <a:buFont typeface="Arial" panose="020B0604020202020204" pitchFamily="34" charset="0"/>
              <a:buChar char="•"/>
            </a:pPr>
            <a:r>
              <a:rPr lang="en-US" sz="1600">
                <a:solidFill>
                  <a:schemeClr val="tx1"/>
                </a:solidFill>
                <a:latin typeface="Segoe UI"/>
                <a:ea typeface="Segoe UI" panose="020B0502040204020203" pitchFamily="34" charset="0"/>
                <a:cs typeface="Segoe UI"/>
              </a:rPr>
              <a:t>Debe </a:t>
            </a:r>
            <a:r>
              <a:rPr lang="en-US" sz="1600" err="1">
                <a:solidFill>
                  <a:schemeClr val="tx1"/>
                </a:solidFill>
                <a:latin typeface="Segoe UI"/>
                <a:ea typeface="Segoe UI" panose="020B0502040204020203" pitchFamily="34" charset="0"/>
                <a:cs typeface="Segoe UI"/>
              </a:rPr>
              <a:t>incorporarse</a:t>
            </a:r>
            <a:r>
              <a:rPr lang="en-US" sz="1600">
                <a:solidFill>
                  <a:schemeClr val="tx1"/>
                </a:solidFill>
                <a:latin typeface="Segoe UI"/>
                <a:ea typeface="Segoe UI" panose="020B0502040204020203" pitchFamily="34" charset="0"/>
                <a:cs typeface="Segoe UI"/>
              </a:rPr>
              <a:t> a </a:t>
            </a:r>
            <a:r>
              <a:rPr lang="en-US" sz="1600" err="1">
                <a:solidFill>
                  <a:schemeClr val="tx1"/>
                </a:solidFill>
                <a:latin typeface="Segoe UI"/>
                <a:ea typeface="Segoe UI" panose="020B0502040204020203" pitchFamily="34" charset="0"/>
                <a:cs typeface="Segoe UI"/>
              </a:rPr>
              <a:t>los</a:t>
            </a:r>
            <a:r>
              <a:rPr lang="en-US" sz="1600">
                <a:solidFill>
                  <a:schemeClr val="tx1"/>
                </a:solidFill>
                <a:latin typeface="Segoe UI"/>
                <a:ea typeface="Segoe UI" panose="020B0502040204020203" pitchFamily="34" charset="0"/>
                <a:cs typeface="Segoe UI"/>
              </a:rPr>
              <a:t> </a:t>
            </a:r>
            <a:r>
              <a:rPr lang="en-US" sz="1600" err="1">
                <a:solidFill>
                  <a:schemeClr val="tx1"/>
                </a:solidFill>
                <a:latin typeface="Segoe UI"/>
                <a:ea typeface="Segoe UI" panose="020B0502040204020203" pitchFamily="34" charset="0"/>
                <a:cs typeface="Segoe UI"/>
              </a:rPr>
              <a:t>registros</a:t>
            </a:r>
            <a:r>
              <a:rPr lang="en-US" sz="1600">
                <a:solidFill>
                  <a:schemeClr val="tx1"/>
                </a:solidFill>
                <a:latin typeface="Segoe UI"/>
                <a:ea typeface="Segoe UI" panose="020B0502040204020203" pitchFamily="34" charset="0"/>
                <a:cs typeface="Segoe UI"/>
              </a:rPr>
              <a:t> </a:t>
            </a:r>
            <a:r>
              <a:rPr lang="en-US" sz="1600" err="1">
                <a:solidFill>
                  <a:schemeClr val="tx1"/>
                </a:solidFill>
                <a:latin typeface="Segoe UI"/>
                <a:ea typeface="Segoe UI" panose="020B0502040204020203" pitchFamily="34" charset="0"/>
                <a:cs typeface="Segoe UI"/>
              </a:rPr>
              <a:t>oficiales</a:t>
            </a:r>
            <a:r>
              <a:rPr lang="en-US" sz="1600">
                <a:solidFill>
                  <a:schemeClr val="tx1"/>
                </a:solidFill>
                <a:latin typeface="Segoe UI"/>
                <a:ea typeface="Segoe UI" panose="020B0502040204020203" pitchFamily="34" charset="0"/>
                <a:cs typeface="Segoe UI"/>
              </a:rPr>
              <a:t> y </a:t>
            </a:r>
            <a:r>
              <a:rPr lang="en-US" sz="1600" err="1">
                <a:solidFill>
                  <a:schemeClr val="tx1"/>
                </a:solidFill>
                <a:latin typeface="Segoe UI"/>
                <a:ea typeface="Segoe UI" panose="020B0502040204020203" pitchFamily="34" charset="0"/>
                <a:cs typeface="Segoe UI"/>
              </a:rPr>
              <a:t>ajustarse</a:t>
            </a:r>
            <a:r>
              <a:rPr lang="en-US" sz="1600">
                <a:solidFill>
                  <a:schemeClr val="tx1"/>
                </a:solidFill>
                <a:latin typeface="Segoe UI"/>
                <a:ea typeface="Segoe UI" panose="020B0502040204020203" pitchFamily="34" charset="0"/>
                <a:cs typeface="Segoe UI"/>
              </a:rPr>
              <a:t> a las </a:t>
            </a:r>
            <a:r>
              <a:rPr lang="en-US" sz="1600" err="1">
                <a:solidFill>
                  <a:schemeClr val="tx1"/>
                </a:solidFill>
                <a:latin typeface="Segoe UI"/>
                <a:ea typeface="Segoe UI" panose="020B0502040204020203" pitchFamily="34" charset="0"/>
                <a:cs typeface="Segoe UI"/>
              </a:rPr>
              <a:t>políticas</a:t>
            </a:r>
            <a:r>
              <a:rPr lang="en-US" sz="1600">
                <a:solidFill>
                  <a:schemeClr val="tx1"/>
                </a:solidFill>
                <a:latin typeface="Segoe UI"/>
                <a:ea typeface="Segoe UI" panose="020B0502040204020203" pitchFamily="34" charset="0"/>
                <a:cs typeface="Segoe UI"/>
              </a:rPr>
              <a:t> </a:t>
            </a:r>
            <a:r>
              <a:rPr lang="en-US" sz="1600" err="1">
                <a:solidFill>
                  <a:schemeClr val="tx1"/>
                </a:solidFill>
                <a:latin typeface="Segoe UI"/>
                <a:ea typeface="Segoe UI" panose="020B0502040204020203" pitchFamily="34" charset="0"/>
                <a:cs typeface="Segoe UI"/>
              </a:rPr>
              <a:t>contables</a:t>
            </a:r>
            <a:r>
              <a:rPr lang="en-US" sz="1600">
                <a:solidFill>
                  <a:schemeClr val="tx1"/>
                </a:solidFill>
                <a:latin typeface="Segoe UI"/>
                <a:ea typeface="Segoe UI" panose="020B0502040204020203" pitchFamily="34" charset="0"/>
                <a:cs typeface="Segoe UI"/>
              </a:rPr>
              <a:t> de la </a:t>
            </a:r>
            <a:r>
              <a:rPr lang="en-US" sz="1600" err="1">
                <a:solidFill>
                  <a:schemeClr val="tx1"/>
                </a:solidFill>
                <a:latin typeface="Segoe UI"/>
                <a:ea typeface="Segoe UI" panose="020B0502040204020203" pitchFamily="34" charset="0"/>
                <a:cs typeface="Segoe UI"/>
              </a:rPr>
              <a:t>entidad</a:t>
            </a:r>
            <a:r>
              <a:rPr lang="en-US" sz="1600">
                <a:solidFill>
                  <a:schemeClr val="tx1"/>
                </a:solidFill>
                <a:latin typeface="Segoe UI"/>
                <a:ea typeface="Segoe UI" panose="020B0502040204020203" pitchFamily="34" charset="0"/>
                <a:cs typeface="Segoe UI"/>
              </a:rPr>
              <a:t>.</a:t>
            </a:r>
          </a:p>
          <a:p>
            <a:pPr>
              <a:buClrTx/>
              <a:buFont typeface="Arial" panose="020B0604020202020204" pitchFamily="34" charset="0"/>
              <a:buChar char="•"/>
            </a:pPr>
            <a:endParaRPr lang="en-US" sz="105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0" y="-1905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err="1">
                <a:solidFill>
                  <a:schemeClr val="tx1"/>
                </a:solidFill>
                <a:latin typeface="Segoe UI" pitchFamily="34" charset="0"/>
                <a:ea typeface="Segoe UI" pitchFamily="34" charset="0"/>
                <a:cs typeface="Segoe UI" pitchFamily="34" charset="0"/>
              </a:rPr>
              <a:t>Gastos</a:t>
            </a:r>
            <a:r>
              <a:rPr lang="en-US" sz="3600" kern="0">
                <a:solidFill>
                  <a:schemeClr val="tx1"/>
                </a:solidFill>
                <a:latin typeface="Segoe UI" pitchFamily="34" charset="0"/>
                <a:ea typeface="Segoe UI" pitchFamily="34" charset="0"/>
                <a:cs typeface="Segoe UI" pitchFamily="34" charset="0"/>
              </a:rPr>
              <a:t> de personal</a:t>
            </a:r>
            <a:endParaRPr lang="en-US" sz="3600" kern="0">
              <a:solidFill>
                <a:schemeClr val="tx1"/>
              </a:solidFill>
            </a:endParaRPr>
          </a:p>
        </p:txBody>
      </p:sp>
      <p:sp>
        <p:nvSpPr>
          <p:cNvPr id="7" name="Rectangle 6">
            <a:extLst>
              <a:ext uri="{FF2B5EF4-FFF2-40B4-BE49-F238E27FC236}">
                <a16:creationId xmlns:a16="http://schemas.microsoft.com/office/drawing/2014/main" id="{9B4264CF-A315-05FD-9B23-44B4DA685366}"/>
              </a:ext>
            </a:extLst>
          </p:cNvPr>
          <p:cNvSpPr/>
          <p:nvPr/>
        </p:nvSpPr>
        <p:spPr>
          <a:xfrm>
            <a:off x="-228600" y="742950"/>
            <a:ext cx="2593848" cy="428625"/>
          </a:xfrm>
          <a:prstGeom prst="rect">
            <a:avLst/>
          </a:prstGeom>
          <a:solidFill>
            <a:srgbClr val="00B2D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4"/>
              </a:rPr>
              <a:t>   2 CFR 200.430</a:t>
            </a:r>
            <a:endParaRPr lang="en-US"/>
          </a:p>
        </p:txBody>
      </p:sp>
    </p:spTree>
    <p:extLst>
      <p:ext uri="{BB962C8B-B14F-4D97-AF65-F5344CB8AC3E}">
        <p14:creationId xmlns:p14="http://schemas.microsoft.com/office/powerpoint/2010/main" val="1253243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28600" y="1123950"/>
            <a:ext cx="6023112" cy="3428999"/>
          </a:xfrm>
          <a:prstGeom prst="rect">
            <a:avLst/>
          </a:prstGeom>
        </p:spPr>
        <p:txBody>
          <a:bodyPr spcFirstLastPara="1" wrap="square" lIns="91425" tIns="91425" rIns="91425" bIns="91425" anchor="t" anchorCtr="0">
            <a:noAutofit/>
          </a:bodyPr>
          <a:lstStyle/>
          <a:p>
            <a:pPr marL="285750" indent="-285750">
              <a:lnSpc>
                <a:spcPct val="150000"/>
              </a:lnSpc>
              <a:spcBef>
                <a:spcPts val="75"/>
              </a:spcBef>
              <a:buClr>
                <a:schemeClr val="tx1"/>
              </a:buClr>
              <a:buFont typeface="Arial" panose="020B0604020202020204" pitchFamily="34" charset="0"/>
              <a:buChar char="•"/>
            </a:pPr>
            <a:r>
              <a:rPr lang="en-US" sz="1300">
                <a:solidFill>
                  <a:schemeClr val="tx1"/>
                </a:solidFill>
                <a:latin typeface="Segoe UI"/>
                <a:ea typeface="Segoe UI" panose="020B0502040204020203" pitchFamily="34" charset="0"/>
                <a:cs typeface="Segoe UI"/>
              </a:rPr>
              <a:t>Debe </a:t>
            </a:r>
            <a:r>
              <a:rPr lang="en-US" sz="1300" err="1">
                <a:solidFill>
                  <a:schemeClr val="tx1"/>
                </a:solidFill>
                <a:latin typeface="Segoe UI"/>
                <a:ea typeface="Segoe UI" panose="020B0502040204020203" pitchFamily="34" charset="0"/>
                <a:cs typeface="Segoe UI"/>
              </a:rPr>
              <a:t>reflejar</a:t>
            </a:r>
            <a:r>
              <a:rPr lang="en-US" sz="1300">
                <a:solidFill>
                  <a:schemeClr val="tx1"/>
                </a:solidFill>
                <a:latin typeface="Segoe UI"/>
                <a:ea typeface="Segoe UI" panose="020B0502040204020203" pitchFamily="34" charset="0"/>
                <a:cs typeface="Segoe UI"/>
              </a:rPr>
              <a:t> la </a:t>
            </a:r>
            <a:r>
              <a:rPr lang="en-US" sz="1300" err="1">
                <a:solidFill>
                  <a:schemeClr val="tx1"/>
                </a:solidFill>
                <a:latin typeface="Segoe UI"/>
                <a:ea typeface="Segoe UI" panose="020B0502040204020203" pitchFamily="34" charset="0"/>
                <a:cs typeface="Segoe UI"/>
              </a:rPr>
              <a:t>actividad</a:t>
            </a:r>
            <a:r>
              <a:rPr lang="en-US" sz="1300">
                <a:solidFill>
                  <a:schemeClr val="tx1"/>
                </a:solidFill>
                <a:latin typeface="Segoe UI"/>
                <a:ea typeface="Segoe UI" panose="020B0502040204020203" pitchFamily="34" charset="0"/>
                <a:cs typeface="Segoe UI"/>
              </a:rPr>
              <a:t> total </a:t>
            </a:r>
            <a:r>
              <a:rPr lang="en-US" sz="1300" err="1">
                <a:solidFill>
                  <a:schemeClr val="tx1"/>
                </a:solidFill>
                <a:latin typeface="Segoe UI"/>
                <a:ea typeface="Segoe UI" panose="020B0502040204020203" pitchFamily="34" charset="0"/>
                <a:cs typeface="Segoe UI"/>
              </a:rPr>
              <a:t>por</a:t>
            </a:r>
            <a:r>
              <a:rPr lang="en-US" sz="1300">
                <a:solidFill>
                  <a:schemeClr val="tx1"/>
                </a:solidFill>
                <a:latin typeface="Segoe UI"/>
                <a:ea typeface="Segoe UI" panose="020B0502040204020203" pitchFamily="34" charset="0"/>
                <a:cs typeface="Segoe UI"/>
              </a:rPr>
              <a:t> la que se </a:t>
            </a:r>
            <a:r>
              <a:rPr lang="en-US" sz="1300" err="1">
                <a:solidFill>
                  <a:schemeClr val="tx1"/>
                </a:solidFill>
                <a:latin typeface="Segoe UI"/>
                <a:ea typeface="Segoe UI" panose="020B0502040204020203" pitchFamily="34" charset="0"/>
                <a:cs typeface="Segoe UI"/>
              </a:rPr>
              <a:t>compensa</a:t>
            </a:r>
            <a:r>
              <a:rPr lang="en-US" sz="1300">
                <a:solidFill>
                  <a:schemeClr val="tx1"/>
                </a:solidFill>
                <a:latin typeface="Segoe UI"/>
                <a:ea typeface="Segoe UI" panose="020B0502040204020203" pitchFamily="34" charset="0"/>
                <a:cs typeface="Segoe UI"/>
              </a:rPr>
              <a:t> al </a:t>
            </a:r>
            <a:r>
              <a:rPr lang="en-US" sz="1300" err="1">
                <a:solidFill>
                  <a:schemeClr val="tx1"/>
                </a:solidFill>
                <a:latin typeface="Segoe UI"/>
                <a:ea typeface="Segoe UI" panose="020B0502040204020203" pitchFamily="34" charset="0"/>
                <a:cs typeface="Segoe UI"/>
              </a:rPr>
              <a:t>empleado</a:t>
            </a:r>
            <a:r>
              <a:rPr lang="en-US" sz="1300">
                <a:solidFill>
                  <a:schemeClr val="tx1"/>
                </a:solidFill>
                <a:latin typeface="Segoe UI"/>
                <a:ea typeface="Segoe UI" panose="020B0502040204020203" pitchFamily="34" charset="0"/>
                <a:cs typeface="Segoe UI"/>
              </a:rPr>
              <a:t>, sin </a:t>
            </a:r>
            <a:r>
              <a:rPr lang="en-US" sz="1300" err="1">
                <a:solidFill>
                  <a:schemeClr val="tx1"/>
                </a:solidFill>
                <a:latin typeface="Segoe UI"/>
                <a:ea typeface="Segoe UI" panose="020B0502040204020203" pitchFamily="34" charset="0"/>
                <a:cs typeface="Segoe UI"/>
              </a:rPr>
              <a:t>superar</a:t>
            </a:r>
            <a:r>
              <a:rPr lang="en-US" sz="1300">
                <a:solidFill>
                  <a:schemeClr val="tx1"/>
                </a:solidFill>
                <a:latin typeface="Segoe UI"/>
                <a:ea typeface="Segoe UI" panose="020B0502040204020203" pitchFamily="34" charset="0"/>
                <a:cs typeface="Segoe UI"/>
              </a:rPr>
              <a:t> </a:t>
            </a:r>
            <a:r>
              <a:rPr lang="en-US" sz="1300" err="1">
                <a:solidFill>
                  <a:schemeClr val="tx1"/>
                </a:solidFill>
                <a:latin typeface="Segoe UI"/>
                <a:ea typeface="Segoe UI" panose="020B0502040204020203" pitchFamily="34" charset="0"/>
                <a:cs typeface="Segoe UI"/>
              </a:rPr>
              <a:t>el</a:t>
            </a:r>
            <a:r>
              <a:rPr lang="en-US" sz="1300">
                <a:solidFill>
                  <a:schemeClr val="tx1"/>
                </a:solidFill>
                <a:latin typeface="Segoe UI"/>
                <a:ea typeface="Segoe UI" panose="020B0502040204020203" pitchFamily="34" charset="0"/>
                <a:cs typeface="Segoe UI"/>
              </a:rPr>
              <a:t> 100%. </a:t>
            </a:r>
            <a:endParaRPr lang="en-US" sz="130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Clr>
                <a:schemeClr val="tx1"/>
              </a:buClr>
              <a:buFont typeface="Arial" panose="020B0604020202020204" pitchFamily="34" charset="0"/>
              <a:buChar char="•"/>
            </a:pPr>
            <a:r>
              <a:rPr lang="en-US" sz="1300">
                <a:solidFill>
                  <a:schemeClr val="tx1"/>
                </a:solidFill>
                <a:latin typeface="Segoe UI"/>
                <a:cs typeface="Segoe UI"/>
              </a:rPr>
              <a:t>No se </a:t>
            </a:r>
            <a:r>
              <a:rPr lang="en-US" sz="1300" err="1">
                <a:solidFill>
                  <a:schemeClr val="tx1"/>
                </a:solidFill>
                <a:latin typeface="Segoe UI"/>
                <a:cs typeface="Segoe UI"/>
              </a:rPr>
              <a:t>aceptarán</a:t>
            </a:r>
            <a:r>
              <a:rPr lang="en-US" sz="1300">
                <a:solidFill>
                  <a:schemeClr val="tx1"/>
                </a:solidFill>
                <a:latin typeface="Segoe UI"/>
                <a:cs typeface="Segoe UI"/>
              </a:rPr>
              <a:t> horas </a:t>
            </a:r>
            <a:r>
              <a:rPr lang="en-US" sz="1300" err="1">
                <a:solidFill>
                  <a:schemeClr val="tx1"/>
                </a:solidFill>
                <a:latin typeface="Segoe UI"/>
                <a:cs typeface="Segoe UI"/>
              </a:rPr>
              <a:t>extraordinarias</a:t>
            </a:r>
            <a:endParaRPr lang="en-US" sz="1300">
              <a:solidFill>
                <a:schemeClr val="tx1"/>
              </a:solidFill>
              <a:latin typeface="Segoe UI"/>
              <a:cs typeface="Segoe UI"/>
            </a:endParaRPr>
          </a:p>
          <a:p>
            <a:pPr marL="285750" marR="0" lvl="0" indent="-285750">
              <a:lnSpc>
                <a:spcPct val="150000"/>
              </a:lnSpc>
              <a:spcBef>
                <a:spcPts val="75"/>
              </a:spcBef>
              <a:spcAft>
                <a:spcPts val="0"/>
              </a:spcAft>
              <a:buClr>
                <a:schemeClr val="tx1"/>
              </a:buClr>
              <a:buFont typeface="Arial" panose="020B0604020202020204" pitchFamily="34" charset="0"/>
              <a:buChar char="•"/>
            </a:pPr>
            <a:r>
              <a:rPr lang="en-US" sz="1300">
                <a:solidFill>
                  <a:schemeClr val="tx1"/>
                </a:solidFill>
                <a:latin typeface="Segoe UI"/>
                <a:cs typeface="Segoe UI"/>
              </a:rPr>
              <a:t>La </a:t>
            </a:r>
            <a:r>
              <a:rPr lang="en-US" sz="1300" err="1">
                <a:solidFill>
                  <a:schemeClr val="tx1"/>
                </a:solidFill>
                <a:latin typeface="Segoe UI"/>
                <a:cs typeface="Segoe UI"/>
              </a:rPr>
              <a:t>documentación</a:t>
            </a:r>
            <a:r>
              <a:rPr lang="en-US" sz="1300">
                <a:solidFill>
                  <a:schemeClr val="tx1"/>
                </a:solidFill>
                <a:latin typeface="Segoe UI"/>
                <a:cs typeface="Segoe UI"/>
              </a:rPr>
              <a:t> </a:t>
            </a:r>
            <a:r>
              <a:rPr lang="en-US" sz="1300" err="1">
                <a:solidFill>
                  <a:schemeClr val="tx1"/>
                </a:solidFill>
                <a:latin typeface="Segoe UI"/>
                <a:cs typeface="Segoe UI"/>
              </a:rPr>
              <a:t>debe</a:t>
            </a:r>
            <a:r>
              <a:rPr lang="en-US" sz="1300">
                <a:solidFill>
                  <a:schemeClr val="tx1"/>
                </a:solidFill>
                <a:latin typeface="Segoe UI"/>
                <a:cs typeface="Segoe UI"/>
              </a:rPr>
              <a:t> </a:t>
            </a:r>
            <a:r>
              <a:rPr lang="en-US" sz="1300" err="1">
                <a:solidFill>
                  <a:schemeClr val="tx1"/>
                </a:solidFill>
                <a:latin typeface="Segoe UI"/>
                <a:cs typeface="Segoe UI"/>
              </a:rPr>
              <a:t>incluir</a:t>
            </a:r>
            <a:r>
              <a:rPr lang="en-US" sz="1300">
                <a:solidFill>
                  <a:schemeClr val="tx1"/>
                </a:solidFill>
                <a:latin typeface="Segoe UI"/>
                <a:cs typeface="Segoe UI"/>
              </a:rPr>
              <a:t>: uno de </a:t>
            </a:r>
            <a:r>
              <a:rPr lang="en-US" sz="1300" err="1">
                <a:solidFill>
                  <a:schemeClr val="tx1"/>
                </a:solidFill>
                <a:latin typeface="Segoe UI"/>
                <a:cs typeface="Segoe UI"/>
              </a:rPr>
              <a:t>los</a:t>
            </a:r>
            <a:r>
              <a:rPr lang="en-US" sz="1300">
                <a:solidFill>
                  <a:schemeClr val="tx1"/>
                </a:solidFill>
                <a:latin typeface="Segoe UI"/>
                <a:cs typeface="Segoe UI"/>
              </a:rPr>
              <a:t> </a:t>
            </a:r>
            <a:r>
              <a:rPr lang="en-US" sz="1300" err="1">
                <a:solidFill>
                  <a:schemeClr val="tx1"/>
                </a:solidFill>
                <a:latin typeface="Segoe UI"/>
                <a:cs typeface="Segoe UI"/>
              </a:rPr>
              <a:t>siguientes</a:t>
            </a:r>
            <a:r>
              <a:rPr lang="en-US" sz="1300">
                <a:solidFill>
                  <a:schemeClr val="tx1"/>
                </a:solidFill>
                <a:latin typeface="Segoe UI"/>
                <a:cs typeface="Segoe UI"/>
              </a:rPr>
              <a:t> </a:t>
            </a:r>
            <a:r>
              <a:rPr lang="en-US" sz="1300" err="1">
                <a:solidFill>
                  <a:schemeClr val="tx1"/>
                </a:solidFill>
                <a:latin typeface="Segoe UI"/>
                <a:cs typeface="Segoe UI"/>
              </a:rPr>
              <a:t>documentos</a:t>
            </a:r>
            <a:r>
              <a:rPr lang="en-US" sz="1300">
                <a:solidFill>
                  <a:schemeClr val="tx1"/>
                </a:solidFill>
                <a:latin typeface="Segoe UI"/>
                <a:cs typeface="Segoe UI"/>
              </a:rPr>
              <a:t> </a:t>
            </a:r>
            <a:r>
              <a:rPr lang="en-US" sz="1300" err="1">
                <a:solidFill>
                  <a:schemeClr val="tx1"/>
                </a:solidFill>
                <a:latin typeface="Segoe UI"/>
                <a:cs typeface="Segoe UI"/>
              </a:rPr>
              <a:t>firmado</a:t>
            </a:r>
            <a:r>
              <a:rPr lang="en-US" sz="1300">
                <a:solidFill>
                  <a:schemeClr val="tx1"/>
                </a:solidFill>
                <a:latin typeface="Segoe UI"/>
                <a:cs typeface="Segoe UI"/>
              </a:rPr>
              <a:t> y </a:t>
            </a:r>
            <a:r>
              <a:rPr lang="en-US" sz="1300" err="1">
                <a:solidFill>
                  <a:schemeClr val="tx1"/>
                </a:solidFill>
                <a:latin typeface="Segoe UI"/>
                <a:cs typeface="Segoe UI"/>
              </a:rPr>
              <a:t>fechado</a:t>
            </a:r>
            <a:r>
              <a:rPr lang="en-US" sz="1300">
                <a:solidFill>
                  <a:schemeClr val="tx1"/>
                </a:solidFill>
                <a:latin typeface="Segoe UI"/>
                <a:cs typeface="Segoe UI"/>
              </a:rPr>
              <a:t> </a:t>
            </a:r>
            <a:r>
              <a:rPr lang="en-US" sz="1300" err="1">
                <a:solidFill>
                  <a:schemeClr val="tx1"/>
                </a:solidFill>
                <a:latin typeface="Segoe UI"/>
                <a:cs typeface="Segoe UI"/>
              </a:rPr>
              <a:t>por</a:t>
            </a:r>
            <a:r>
              <a:rPr lang="en-US" sz="1300">
                <a:solidFill>
                  <a:schemeClr val="tx1"/>
                </a:solidFill>
                <a:latin typeface="Segoe UI"/>
                <a:cs typeface="Segoe UI"/>
              </a:rPr>
              <a:t> </a:t>
            </a:r>
            <a:r>
              <a:rPr lang="en-US" sz="1300" err="1">
                <a:solidFill>
                  <a:schemeClr val="tx1"/>
                </a:solidFill>
                <a:latin typeface="Segoe UI"/>
                <a:cs typeface="Segoe UI"/>
              </a:rPr>
              <a:t>el</a:t>
            </a:r>
            <a:r>
              <a:rPr lang="en-US" sz="1300">
                <a:solidFill>
                  <a:schemeClr val="tx1"/>
                </a:solidFill>
                <a:latin typeface="Segoe UI"/>
                <a:cs typeface="Segoe UI"/>
              </a:rPr>
              <a:t> </a:t>
            </a:r>
            <a:r>
              <a:rPr lang="en-US" sz="1300" err="1">
                <a:solidFill>
                  <a:schemeClr val="tx1"/>
                </a:solidFill>
                <a:latin typeface="Segoe UI"/>
                <a:cs typeface="Segoe UI"/>
              </a:rPr>
              <a:t>empleado</a:t>
            </a:r>
            <a:r>
              <a:rPr lang="en-US" sz="1300">
                <a:solidFill>
                  <a:schemeClr val="tx1"/>
                </a:solidFill>
                <a:latin typeface="Segoe UI"/>
                <a:cs typeface="Segoe UI"/>
              </a:rPr>
              <a:t> y </a:t>
            </a:r>
            <a:r>
              <a:rPr lang="en-US" sz="1300" err="1">
                <a:solidFill>
                  <a:schemeClr val="tx1"/>
                </a:solidFill>
                <a:latin typeface="Segoe UI"/>
                <a:cs typeface="Segoe UI"/>
              </a:rPr>
              <a:t>aprobado</a:t>
            </a:r>
            <a:r>
              <a:rPr lang="en-US" sz="1300">
                <a:solidFill>
                  <a:schemeClr val="tx1"/>
                </a:solidFill>
                <a:latin typeface="Segoe UI"/>
                <a:cs typeface="Segoe UI"/>
              </a:rPr>
              <a:t> </a:t>
            </a:r>
            <a:r>
              <a:rPr lang="en-US" sz="1300" err="1">
                <a:solidFill>
                  <a:schemeClr val="tx1"/>
                </a:solidFill>
                <a:latin typeface="Segoe UI"/>
                <a:cs typeface="Segoe UI"/>
              </a:rPr>
              <a:t>por</a:t>
            </a:r>
            <a:r>
              <a:rPr lang="en-US" sz="1300">
                <a:solidFill>
                  <a:schemeClr val="tx1"/>
                </a:solidFill>
                <a:latin typeface="Segoe UI"/>
                <a:cs typeface="Segoe UI"/>
              </a:rPr>
              <a:t> </a:t>
            </a:r>
            <a:r>
              <a:rPr lang="en-US" sz="1300" err="1">
                <a:solidFill>
                  <a:schemeClr val="tx1"/>
                </a:solidFill>
                <a:latin typeface="Segoe UI"/>
                <a:cs typeface="Segoe UI"/>
              </a:rPr>
              <a:t>el</a:t>
            </a:r>
            <a:r>
              <a:rPr lang="en-US" sz="1300">
                <a:solidFill>
                  <a:schemeClr val="tx1"/>
                </a:solidFill>
                <a:latin typeface="Segoe UI"/>
                <a:cs typeface="Segoe UI"/>
              </a:rPr>
              <a:t> Supervisor.</a:t>
            </a:r>
          </a:p>
          <a:p>
            <a:pPr marL="1200150" lvl="2" indent="-285750">
              <a:lnSpc>
                <a:spcPct val="150000"/>
              </a:lnSpc>
              <a:spcBef>
                <a:spcPts val="75"/>
              </a:spcBef>
              <a:buClr>
                <a:schemeClr val="tx1"/>
              </a:buClr>
              <a:buFont typeface="Arial" panose="020B0604020202020204" pitchFamily="34" charset="0"/>
              <a:buChar char="•"/>
            </a:pPr>
            <a:r>
              <a:rPr lang="en-US" sz="1300">
                <a:solidFill>
                  <a:schemeClr val="tx1"/>
                </a:solidFill>
                <a:latin typeface="Segoe UI"/>
                <a:cs typeface="Segoe UI"/>
                <a:hlinkClick r:id="rId3">
                  <a:extLst>
                    <a:ext uri="{A12FA001-AC4F-418D-AE19-62706E023703}">
                      <ahyp:hlinkClr xmlns:ahyp="http://schemas.microsoft.com/office/drawing/2018/hyperlinkcolor" val="tx"/>
                    </a:ext>
                  </a:extLst>
                </a:hlinkClick>
              </a:rPr>
              <a:t>Ejemplo de hoja de horas</a:t>
            </a:r>
            <a:endParaRPr lang="en-US" sz="1300">
              <a:solidFill>
                <a:schemeClr val="tx1"/>
              </a:solidFill>
              <a:latin typeface="Segoe UI"/>
              <a:cs typeface="Segoe UI"/>
            </a:endParaRPr>
          </a:p>
          <a:p>
            <a:pPr marL="1200150" lvl="2" indent="-285750">
              <a:lnSpc>
                <a:spcPct val="150000"/>
              </a:lnSpc>
              <a:spcBef>
                <a:spcPts val="75"/>
              </a:spcBef>
              <a:buClr>
                <a:schemeClr val="tx1"/>
              </a:buClr>
              <a:buFont typeface="Arial" panose="020B0604020202020204" pitchFamily="34" charset="0"/>
              <a:buChar char="•"/>
            </a:pPr>
            <a:r>
              <a:rPr lang="en-US" sz="1300">
                <a:solidFill>
                  <a:schemeClr val="tx1"/>
                </a:solidFill>
                <a:latin typeface="Segoe UI"/>
                <a:cs typeface="Segoe UI"/>
                <a:hlinkClick r:id="rId4">
                  <a:extLst>
                    <a:ext uri="{A12FA001-AC4F-418D-AE19-62706E023703}">
                      <ahyp:hlinkClr xmlns:ahyp="http://schemas.microsoft.com/office/drawing/2018/hyperlinkcolor" val="tx"/>
                    </a:ext>
                  </a:extLst>
                </a:hlinkClick>
              </a:rPr>
              <a:t>Ejemplo de declaración de nivel de esfuerzo</a:t>
            </a:r>
            <a:endParaRPr lang="en-US" sz="1300">
              <a:solidFill>
                <a:schemeClr val="tx1"/>
              </a:solidFill>
              <a:latin typeface="Segoe UI"/>
              <a:cs typeface="Segoe UI"/>
            </a:endParaRPr>
          </a:p>
          <a:p>
            <a:pPr marL="285750" indent="-285750">
              <a:lnSpc>
                <a:spcPct val="150000"/>
              </a:lnSpc>
              <a:spcBef>
                <a:spcPts val="75"/>
              </a:spcBef>
              <a:buClr>
                <a:schemeClr val="tx1"/>
              </a:buClr>
              <a:buFont typeface="Arial" panose="020B0604020202020204" pitchFamily="34" charset="0"/>
              <a:buChar char="•"/>
            </a:pPr>
            <a:r>
              <a:rPr lang="en-US" sz="1300">
                <a:solidFill>
                  <a:schemeClr val="tx1"/>
                </a:solidFill>
                <a:latin typeface="Segoe UI"/>
                <a:cs typeface="Segoe UI"/>
              </a:rPr>
              <a:t>No se </a:t>
            </a:r>
            <a:r>
              <a:rPr lang="en-US" sz="1300" err="1">
                <a:solidFill>
                  <a:schemeClr val="tx1"/>
                </a:solidFill>
                <a:latin typeface="Segoe UI"/>
                <a:cs typeface="Segoe UI"/>
              </a:rPr>
              <a:t>puede</a:t>
            </a:r>
            <a:r>
              <a:rPr lang="en-US" sz="1300">
                <a:solidFill>
                  <a:schemeClr val="tx1"/>
                </a:solidFill>
                <a:latin typeface="Segoe UI"/>
                <a:cs typeface="Segoe UI"/>
              </a:rPr>
              <a:t> </a:t>
            </a:r>
            <a:r>
              <a:rPr lang="en-US" sz="1300" err="1">
                <a:solidFill>
                  <a:schemeClr val="tx1"/>
                </a:solidFill>
                <a:latin typeface="Segoe UI"/>
                <a:cs typeface="Segoe UI"/>
              </a:rPr>
              <a:t>imputar</a:t>
            </a:r>
            <a:r>
              <a:rPr lang="en-US" sz="1300">
                <a:solidFill>
                  <a:schemeClr val="tx1"/>
                </a:solidFill>
                <a:latin typeface="Segoe UI"/>
                <a:cs typeface="Segoe UI"/>
              </a:rPr>
              <a:t> </a:t>
            </a:r>
            <a:r>
              <a:rPr lang="en-US" sz="1300" err="1">
                <a:solidFill>
                  <a:schemeClr val="tx1"/>
                </a:solidFill>
                <a:latin typeface="Segoe UI"/>
                <a:cs typeface="Segoe UI"/>
              </a:rPr>
              <a:t>el</a:t>
            </a:r>
            <a:r>
              <a:rPr lang="en-US" sz="1300">
                <a:solidFill>
                  <a:schemeClr val="tx1"/>
                </a:solidFill>
                <a:latin typeface="Segoe UI"/>
                <a:cs typeface="Segoe UI"/>
              </a:rPr>
              <a:t> </a:t>
            </a:r>
            <a:r>
              <a:rPr lang="en-US" sz="1300" err="1">
                <a:solidFill>
                  <a:schemeClr val="tx1"/>
                </a:solidFill>
                <a:latin typeface="Segoe UI"/>
                <a:cs typeface="Segoe UI"/>
              </a:rPr>
              <a:t>nivel</a:t>
            </a:r>
            <a:r>
              <a:rPr lang="en-US" sz="1300">
                <a:solidFill>
                  <a:schemeClr val="tx1"/>
                </a:solidFill>
                <a:latin typeface="Segoe UI"/>
                <a:cs typeface="Segoe UI"/>
              </a:rPr>
              <a:t> de </a:t>
            </a:r>
            <a:r>
              <a:rPr lang="en-US" sz="1300" err="1">
                <a:solidFill>
                  <a:schemeClr val="tx1"/>
                </a:solidFill>
                <a:latin typeface="Segoe UI"/>
                <a:cs typeface="Segoe UI"/>
              </a:rPr>
              <a:t>esfuerzo</a:t>
            </a:r>
            <a:r>
              <a:rPr lang="en-US" sz="1300">
                <a:solidFill>
                  <a:schemeClr val="tx1"/>
                </a:solidFill>
                <a:latin typeface="Segoe UI"/>
                <a:cs typeface="Segoe UI"/>
              </a:rPr>
              <a:t> </a:t>
            </a:r>
            <a:r>
              <a:rPr lang="en-US" sz="1300" err="1">
                <a:solidFill>
                  <a:schemeClr val="tx1"/>
                </a:solidFill>
                <a:latin typeface="Segoe UI"/>
                <a:cs typeface="Segoe UI"/>
              </a:rPr>
              <a:t>en</a:t>
            </a:r>
            <a:r>
              <a:rPr lang="en-US" sz="1300">
                <a:solidFill>
                  <a:schemeClr val="tx1"/>
                </a:solidFill>
                <a:latin typeface="Segoe UI"/>
                <a:cs typeface="Segoe UI"/>
              </a:rPr>
              <a:t> </a:t>
            </a:r>
            <a:r>
              <a:rPr lang="en-US" sz="1300" err="1">
                <a:solidFill>
                  <a:schemeClr val="tx1"/>
                </a:solidFill>
                <a:latin typeface="Segoe UI"/>
                <a:cs typeface="Segoe UI"/>
              </a:rPr>
              <a:t>función</a:t>
            </a:r>
            <a:r>
              <a:rPr lang="en-US" sz="1300">
                <a:solidFill>
                  <a:schemeClr val="tx1"/>
                </a:solidFill>
                <a:latin typeface="Segoe UI"/>
                <a:cs typeface="Segoe UI"/>
              </a:rPr>
              <a:t> del </a:t>
            </a:r>
            <a:r>
              <a:rPr lang="en-US" sz="1300" err="1">
                <a:solidFill>
                  <a:schemeClr val="tx1"/>
                </a:solidFill>
                <a:latin typeface="Segoe UI"/>
                <a:cs typeface="Segoe UI"/>
              </a:rPr>
              <a:t>importe</a:t>
            </a:r>
            <a:r>
              <a:rPr lang="en-US" sz="1300">
                <a:solidFill>
                  <a:schemeClr val="tx1"/>
                </a:solidFill>
                <a:latin typeface="Segoe UI"/>
                <a:cs typeface="Segoe UI"/>
              </a:rPr>
              <a:t> del </a:t>
            </a:r>
            <a:r>
              <a:rPr lang="en-US" sz="1300" err="1">
                <a:solidFill>
                  <a:schemeClr val="tx1"/>
                </a:solidFill>
                <a:latin typeface="Segoe UI"/>
                <a:cs typeface="Segoe UI"/>
              </a:rPr>
              <a:t>presupuesto</a:t>
            </a:r>
            <a:endParaRPr lang="en-US" sz="1300">
              <a:solidFill>
                <a:schemeClr val="tx1"/>
              </a:solidFill>
              <a:latin typeface="Segoe UI"/>
              <a:cs typeface="Segoe UI"/>
            </a:endParaRPr>
          </a:p>
          <a:p>
            <a:pPr marL="285750" indent="-285750">
              <a:lnSpc>
                <a:spcPct val="150000"/>
              </a:lnSpc>
              <a:spcBef>
                <a:spcPts val="75"/>
              </a:spcBef>
              <a:buClr>
                <a:schemeClr val="tx1"/>
              </a:buClr>
              <a:buFont typeface="Arial" panose="020B0604020202020204" pitchFamily="34" charset="0"/>
              <a:buChar char="•"/>
            </a:pPr>
            <a:r>
              <a:rPr lang="en-US" sz="1300">
                <a:solidFill>
                  <a:schemeClr val="tx1"/>
                </a:solidFill>
                <a:latin typeface="Segoe UI"/>
                <a:cs typeface="Segoe UI"/>
              </a:rPr>
              <a:t>El </a:t>
            </a:r>
            <a:r>
              <a:rPr lang="en-US" sz="1300" err="1">
                <a:solidFill>
                  <a:schemeClr val="tx1"/>
                </a:solidFill>
                <a:latin typeface="Segoe UI"/>
                <a:cs typeface="Segoe UI"/>
              </a:rPr>
              <a:t>importe</a:t>
            </a:r>
            <a:r>
              <a:rPr lang="en-US" sz="1300">
                <a:solidFill>
                  <a:schemeClr val="tx1"/>
                </a:solidFill>
                <a:latin typeface="Segoe UI"/>
                <a:cs typeface="Segoe UI"/>
              </a:rPr>
              <a:t> </a:t>
            </a:r>
            <a:r>
              <a:rPr lang="en-US" sz="1300" err="1">
                <a:solidFill>
                  <a:schemeClr val="tx1"/>
                </a:solidFill>
                <a:latin typeface="Segoe UI"/>
                <a:cs typeface="Segoe UI"/>
              </a:rPr>
              <a:t>cargado</a:t>
            </a:r>
            <a:r>
              <a:rPr lang="en-US" sz="1300">
                <a:solidFill>
                  <a:schemeClr val="tx1"/>
                </a:solidFill>
                <a:latin typeface="Segoe UI"/>
                <a:cs typeface="Segoe UI"/>
              </a:rPr>
              <a:t> </a:t>
            </a:r>
            <a:r>
              <a:rPr lang="en-US" sz="1300" err="1">
                <a:solidFill>
                  <a:schemeClr val="tx1"/>
                </a:solidFill>
                <a:latin typeface="Segoe UI"/>
                <a:cs typeface="Segoe UI"/>
              </a:rPr>
              <a:t>en</a:t>
            </a:r>
            <a:r>
              <a:rPr lang="en-US" sz="1300">
                <a:solidFill>
                  <a:schemeClr val="tx1"/>
                </a:solidFill>
                <a:latin typeface="Segoe UI"/>
                <a:cs typeface="Segoe UI"/>
              </a:rPr>
              <a:t> </a:t>
            </a:r>
            <a:r>
              <a:rPr lang="en-US" sz="1300" err="1">
                <a:solidFill>
                  <a:schemeClr val="tx1"/>
                </a:solidFill>
                <a:latin typeface="Segoe UI"/>
                <a:cs typeface="Segoe UI"/>
              </a:rPr>
              <a:t>el</a:t>
            </a:r>
            <a:r>
              <a:rPr lang="en-US" sz="1300">
                <a:solidFill>
                  <a:schemeClr val="tx1"/>
                </a:solidFill>
                <a:latin typeface="Segoe UI"/>
                <a:cs typeface="Segoe UI"/>
              </a:rPr>
              <a:t> </a:t>
            </a:r>
            <a:r>
              <a:rPr lang="en-US" sz="1300" err="1">
                <a:solidFill>
                  <a:schemeClr val="tx1"/>
                </a:solidFill>
                <a:latin typeface="Segoe UI"/>
                <a:cs typeface="Segoe UI"/>
              </a:rPr>
              <a:t>informe</a:t>
            </a:r>
            <a:r>
              <a:rPr lang="en-US" sz="1300">
                <a:solidFill>
                  <a:schemeClr val="tx1"/>
                </a:solidFill>
                <a:latin typeface="Segoe UI"/>
                <a:cs typeface="Segoe UI"/>
              </a:rPr>
              <a:t> </a:t>
            </a:r>
            <a:r>
              <a:rPr lang="en-US" sz="1300" err="1">
                <a:solidFill>
                  <a:schemeClr val="tx1"/>
                </a:solidFill>
                <a:latin typeface="Segoe UI"/>
                <a:cs typeface="Segoe UI"/>
              </a:rPr>
              <a:t>mensual</a:t>
            </a:r>
            <a:r>
              <a:rPr lang="en-US" sz="1300">
                <a:solidFill>
                  <a:schemeClr val="tx1"/>
                </a:solidFill>
                <a:latin typeface="Segoe UI"/>
                <a:cs typeface="Segoe UI"/>
              </a:rPr>
              <a:t> de </a:t>
            </a:r>
            <a:r>
              <a:rPr lang="en-US" sz="1300" err="1">
                <a:solidFill>
                  <a:schemeClr val="tx1"/>
                </a:solidFill>
                <a:latin typeface="Segoe UI"/>
                <a:cs typeface="Segoe UI"/>
              </a:rPr>
              <a:t>gastos</a:t>
            </a:r>
            <a:r>
              <a:rPr lang="en-US" sz="1300">
                <a:solidFill>
                  <a:schemeClr val="tx1"/>
                </a:solidFill>
                <a:latin typeface="Segoe UI"/>
                <a:cs typeface="Segoe UI"/>
              </a:rPr>
              <a:t> </a:t>
            </a:r>
            <a:r>
              <a:rPr lang="en-US" sz="1300" err="1">
                <a:solidFill>
                  <a:schemeClr val="tx1"/>
                </a:solidFill>
                <a:latin typeface="Segoe UI"/>
                <a:cs typeface="Segoe UI"/>
              </a:rPr>
              <a:t>debe</a:t>
            </a:r>
            <a:r>
              <a:rPr lang="en-US" sz="1300">
                <a:solidFill>
                  <a:schemeClr val="tx1"/>
                </a:solidFill>
                <a:latin typeface="Segoe UI"/>
                <a:cs typeface="Segoe UI"/>
              </a:rPr>
              <a:t> ser </a:t>
            </a:r>
            <a:r>
              <a:rPr lang="en-US" sz="1300" err="1">
                <a:solidFill>
                  <a:schemeClr val="tx1"/>
                </a:solidFill>
                <a:latin typeface="Segoe UI"/>
                <a:cs typeface="Segoe UI"/>
              </a:rPr>
              <a:t>acorde</a:t>
            </a:r>
            <a:r>
              <a:rPr lang="en-US" sz="1300">
                <a:solidFill>
                  <a:schemeClr val="tx1"/>
                </a:solidFill>
                <a:latin typeface="Segoe UI"/>
                <a:cs typeface="Segoe UI"/>
              </a:rPr>
              <a:t> con la </a:t>
            </a:r>
            <a:r>
              <a:rPr lang="en-US" sz="1300" err="1">
                <a:solidFill>
                  <a:schemeClr val="tx1"/>
                </a:solidFill>
                <a:latin typeface="Segoe UI"/>
                <a:cs typeface="Segoe UI"/>
              </a:rPr>
              <a:t>declaración</a:t>
            </a:r>
            <a:r>
              <a:rPr lang="en-US" sz="1300">
                <a:solidFill>
                  <a:schemeClr val="tx1"/>
                </a:solidFill>
                <a:latin typeface="Segoe UI"/>
                <a:cs typeface="Segoe UI"/>
              </a:rPr>
              <a:t> de </a:t>
            </a:r>
            <a:r>
              <a:rPr lang="en-US" sz="1300" err="1">
                <a:solidFill>
                  <a:schemeClr val="tx1"/>
                </a:solidFill>
                <a:latin typeface="Segoe UI"/>
                <a:cs typeface="Segoe UI"/>
              </a:rPr>
              <a:t>nivel</a:t>
            </a:r>
            <a:r>
              <a:rPr lang="en-US" sz="1300">
                <a:solidFill>
                  <a:schemeClr val="tx1"/>
                </a:solidFill>
                <a:latin typeface="Segoe UI"/>
                <a:cs typeface="Segoe UI"/>
              </a:rPr>
              <a:t> de </a:t>
            </a:r>
            <a:r>
              <a:rPr lang="en-US" sz="1300" err="1">
                <a:solidFill>
                  <a:schemeClr val="tx1"/>
                </a:solidFill>
                <a:latin typeface="Segoe UI"/>
                <a:cs typeface="Segoe UI"/>
              </a:rPr>
              <a:t>esfuerzo</a:t>
            </a:r>
            <a:r>
              <a:rPr lang="en-US" sz="1300">
                <a:solidFill>
                  <a:schemeClr val="tx1"/>
                </a:solidFill>
                <a:latin typeface="Segoe UI"/>
                <a:cs typeface="Segoe UI"/>
              </a:rPr>
              <a:t> o las hojas de horas </a:t>
            </a:r>
            <a:r>
              <a:rPr lang="en-US" sz="1300" err="1">
                <a:solidFill>
                  <a:schemeClr val="tx1"/>
                </a:solidFill>
                <a:latin typeface="Segoe UI"/>
                <a:cs typeface="Segoe UI"/>
              </a:rPr>
              <a:t>presentadas</a:t>
            </a:r>
            <a:r>
              <a:rPr lang="en-US" sz="1300">
                <a:solidFill>
                  <a:schemeClr val="tx1"/>
                </a:solidFill>
                <a:latin typeface="Segoe UI"/>
                <a:cs typeface="Segoe UI"/>
              </a:rPr>
              <a:t> para ese </a:t>
            </a:r>
            <a:r>
              <a:rPr lang="en-US" sz="1300" err="1">
                <a:solidFill>
                  <a:schemeClr val="tx1"/>
                </a:solidFill>
                <a:latin typeface="Segoe UI"/>
                <a:cs typeface="Segoe UI"/>
              </a:rPr>
              <a:t>mes</a:t>
            </a:r>
            <a:r>
              <a:rPr lang="en-US" sz="1300">
                <a:solidFill>
                  <a:schemeClr val="tx1"/>
                </a:solidFill>
                <a:latin typeface="Segoe UI"/>
                <a:cs typeface="Segoe UI"/>
              </a:rPr>
              <a:t>.</a:t>
            </a: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0" y="-19050"/>
            <a:ext cx="7391400"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ea typeface="Segoe UI" pitchFamily="34" charset="0"/>
                <a:cs typeface="Segoe UI" pitchFamily="34" charset="0"/>
              </a:rPr>
              <a:t>Gastos de personal - Documentación</a:t>
            </a:r>
            <a:endParaRPr lang="en-US" sz="3200" kern="0">
              <a:solidFill>
                <a:schemeClr val="tx1"/>
              </a:solidFill>
            </a:endParaRPr>
          </a:p>
        </p:txBody>
      </p:sp>
      <p:sp>
        <p:nvSpPr>
          <p:cNvPr id="7" name="Rectangle 6">
            <a:extLst>
              <a:ext uri="{FF2B5EF4-FFF2-40B4-BE49-F238E27FC236}">
                <a16:creationId xmlns:a16="http://schemas.microsoft.com/office/drawing/2014/main" id="{9B4264CF-A315-05FD-9B23-44B4DA685366}"/>
              </a:ext>
            </a:extLst>
          </p:cNvPr>
          <p:cNvSpPr/>
          <p:nvPr/>
        </p:nvSpPr>
        <p:spPr>
          <a:xfrm>
            <a:off x="-228600" y="742950"/>
            <a:ext cx="2593848" cy="428625"/>
          </a:xfrm>
          <a:prstGeom prst="rect">
            <a:avLst/>
          </a:prstGeom>
          <a:solidFill>
            <a:srgbClr val="00B2D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6"/>
              </a:rPr>
              <a:t>   2 CFR 200.430(i)</a:t>
            </a:r>
            <a:endParaRPr lang="en-US"/>
          </a:p>
        </p:txBody>
      </p:sp>
    </p:spTree>
    <p:extLst>
      <p:ext uri="{BB962C8B-B14F-4D97-AF65-F5344CB8AC3E}">
        <p14:creationId xmlns:p14="http://schemas.microsoft.com/office/powerpoint/2010/main" val="1172253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0"/>
            <a:lum/>
          </a:blip>
          <a:srcRect/>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117673" y="361950"/>
            <a:ext cx="9046285" cy="4095600"/>
          </a:xfrm>
          <a:prstGeom prst="rect">
            <a:avLst/>
          </a:prstGeom>
        </p:spPr>
        <p:txBody>
          <a:bodyPr spcFirstLastPara="1" wrap="square" lIns="91425" tIns="91425" rIns="91425" bIns="91425" anchor="t" anchorCtr="0">
            <a:noAutofit/>
          </a:bodyPr>
          <a:lstStyle/>
          <a:p>
            <a:pPr marL="0" indent="0">
              <a:lnSpc>
                <a:spcPct val="150000"/>
              </a:lnSpc>
              <a:spcBef>
                <a:spcPts val="75"/>
              </a:spcBef>
              <a:buNone/>
            </a:pPr>
            <a:r>
              <a:rPr lang="en-US" sz="1400">
                <a:solidFill>
                  <a:schemeClr val="tx1"/>
                </a:solidFill>
                <a:latin typeface="Segoe UI" panose="020B0502040204020203" pitchFamily="34" charset="0"/>
                <a:cs typeface="Segoe UI" panose="020B0502040204020203" pitchFamily="34" charset="0"/>
              </a:rPr>
              <a:t>John es empleado de Labor United. El salario mensual de John es de 2.000 USD y divide su tiempo entre funciones administrativas para la organización y un proyecto del Departamento de Trabajo (DOL) sobre derechos laborales. Según el presupuesto del DOL, se supone que trabaja un 25% en funciones administrativas y un 75% en el proyecto del DOL. En mayo de 2022, presentó el siguiente parte de horas:</a:t>
            </a:r>
          </a:p>
          <a:p>
            <a:pPr marL="0" indent="0">
              <a:lnSpc>
                <a:spcPct val="150000"/>
              </a:lnSpc>
              <a:spcBef>
                <a:spcPts val="75"/>
              </a:spcBef>
              <a:buNone/>
            </a:pPr>
            <a:endParaRPr lang="en-US" sz="140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a:solidFill>
                <a:schemeClr val="tx1"/>
              </a:solidFill>
              <a:latin typeface="Segoe UI" panose="020B0502040204020203" pitchFamily="34" charset="0"/>
              <a:cs typeface="Segoe UI" panose="020B0502040204020203" pitchFamily="34" charset="0"/>
            </a:endParaRPr>
          </a:p>
          <a:p>
            <a:pPr marL="0" indent="0">
              <a:lnSpc>
                <a:spcPct val="250000"/>
              </a:lnSpc>
              <a:spcBef>
                <a:spcPts val="75"/>
              </a:spcBef>
              <a:buNone/>
            </a:pPr>
            <a:endParaRPr lang="en-US" sz="140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r>
              <a:rPr lang="en-US" sz="1400">
                <a:solidFill>
                  <a:schemeClr val="tx1"/>
                </a:solidFill>
                <a:latin typeface="Segoe UI" panose="020B0502040204020203" pitchFamily="34" charset="0"/>
                <a:cs typeface="Segoe UI" panose="020B0502040204020203" pitchFamily="34" charset="0"/>
              </a:rPr>
              <a:t>Basándose en la información anterior, ¿cuál es el valor en dólares del personal que puede cargarse a la adjudicación del DOL en mayo de 2022 para John?</a:t>
            </a:r>
          </a:p>
          <a:p>
            <a:pPr marL="0" indent="0">
              <a:lnSpc>
                <a:spcPct val="150000"/>
              </a:lnSpc>
              <a:spcBef>
                <a:spcPts val="75"/>
              </a:spcBef>
              <a:buNone/>
            </a:pPr>
            <a:endParaRPr lang="en-US" sz="140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a:solidFill>
                <a:schemeClr val="tx1"/>
              </a:solidFill>
              <a:latin typeface="Segoe UI" panose="020B0502040204020203" pitchFamily="34" charset="0"/>
              <a:cs typeface="Segoe UI" panose="020B0502040204020203" pitchFamily="34" charset="0"/>
            </a:endParaRP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152400" y="-247650"/>
            <a:ext cx="7391400"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2800" kern="0">
                <a:solidFill>
                  <a:schemeClr val="tx1"/>
                </a:solidFill>
                <a:latin typeface="Segoe UI" pitchFamily="34" charset="0"/>
                <a:ea typeface="Segoe UI" pitchFamily="34" charset="0"/>
                <a:cs typeface="Segoe UI" pitchFamily="34" charset="0"/>
              </a:rPr>
              <a:t>Gastos de personal - Ejercicio</a:t>
            </a:r>
            <a:endParaRPr lang="en-US" sz="2800" kern="0">
              <a:solidFill>
                <a:schemeClr val="tx1"/>
              </a:solidFill>
            </a:endParaRPr>
          </a:p>
        </p:txBody>
      </p:sp>
      <p:pic>
        <p:nvPicPr>
          <p:cNvPr id="9" name="Picture 8">
            <a:extLst>
              <a:ext uri="{FF2B5EF4-FFF2-40B4-BE49-F238E27FC236}">
                <a16:creationId xmlns:a16="http://schemas.microsoft.com/office/drawing/2014/main" id="{0BAD6A55-6E9C-166D-6A7D-D1D6CEA5FBCC}"/>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a:off x="0" y="1809750"/>
            <a:ext cx="9158487" cy="2438400"/>
          </a:xfrm>
          <a:prstGeom prst="rect">
            <a:avLst/>
          </a:prstGeom>
        </p:spPr>
      </p:pic>
    </p:spTree>
    <p:extLst>
      <p:ext uri="{BB962C8B-B14F-4D97-AF65-F5344CB8AC3E}">
        <p14:creationId xmlns:p14="http://schemas.microsoft.com/office/powerpoint/2010/main" val="166222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296118" y="37097"/>
            <a:ext cx="6023113" cy="857400"/>
          </a:xfrm>
          <a:prstGeom prst="rect">
            <a:avLst/>
          </a:prstGeom>
        </p:spPr>
        <p:txBody>
          <a:bodyPr spcFirstLastPara="1" wrap="square" lIns="91425" tIns="91425" rIns="91425" bIns="91425" anchor="b" anchorCtr="0">
            <a:noAutofit/>
          </a:bodyPr>
          <a:lstStyle/>
          <a:p>
            <a:pPr lvl="0"/>
            <a:r>
              <a:rPr lang="en-US" sz="3200" err="1">
                <a:solidFill>
                  <a:schemeClr val="tx1"/>
                </a:solidFill>
                <a:latin typeface="Segoe UI" pitchFamily="34" charset="0"/>
                <a:ea typeface="Segoe UI" pitchFamily="34" charset="0"/>
                <a:cs typeface="Segoe UI" pitchFamily="34" charset="0"/>
              </a:rPr>
              <a:t>Gastos</a:t>
            </a:r>
            <a:r>
              <a:rPr lang="en-US" sz="3200">
                <a:solidFill>
                  <a:schemeClr val="tx1"/>
                </a:solidFill>
                <a:latin typeface="Segoe UI" pitchFamily="34" charset="0"/>
                <a:ea typeface="Segoe UI" pitchFamily="34" charset="0"/>
                <a:cs typeface="Segoe UI" pitchFamily="34" charset="0"/>
              </a:rPr>
              <a:t> de prestaciones sociales</a:t>
            </a:r>
            <a:endParaRPr sz="3200">
              <a:solidFill>
                <a:schemeClr val="tx1"/>
              </a:solidFill>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7A2CA04-C8EB-830E-0D2B-88A7DDC0D552}"/>
              </a:ext>
            </a:extLst>
          </p:cNvPr>
          <p:cNvSpPr/>
          <p:nvPr/>
        </p:nvSpPr>
        <p:spPr>
          <a:xfrm>
            <a:off x="-228600" y="819150"/>
            <a:ext cx="2593848" cy="428625"/>
          </a:xfrm>
          <a:prstGeom prst="rect">
            <a:avLst/>
          </a:prstGeom>
          <a:solidFill>
            <a:srgbClr val="E16EE4">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4"/>
              </a:rPr>
              <a:t>   2 CFR 200.431</a:t>
            </a:r>
            <a:endParaRPr lang="en-US"/>
          </a:p>
        </p:txBody>
      </p:sp>
      <p:sp>
        <p:nvSpPr>
          <p:cNvPr id="7" name="TextBox 6">
            <a:extLst>
              <a:ext uri="{FF2B5EF4-FFF2-40B4-BE49-F238E27FC236}">
                <a16:creationId xmlns:a16="http://schemas.microsoft.com/office/drawing/2014/main" id="{B37FB4E7-B8CD-9AB2-13AB-E2D6FED793FF}"/>
              </a:ext>
            </a:extLst>
          </p:cNvPr>
          <p:cNvSpPr txBox="1"/>
          <p:nvPr/>
        </p:nvSpPr>
        <p:spPr>
          <a:xfrm>
            <a:off x="152400" y="1247775"/>
            <a:ext cx="6553200" cy="3733010"/>
          </a:xfrm>
          <a:prstGeom prst="rect">
            <a:avLst/>
          </a:prstGeom>
          <a:noFill/>
        </p:spPr>
        <p:txBody>
          <a:bodyPr wrap="square" lIns="91440" tIns="45720" rIns="91440" bIns="45720" anchor="t">
            <a:spAutoFit/>
          </a:bodyPr>
          <a:lstStyle/>
          <a:p>
            <a:pPr marL="285750" indent="-285750">
              <a:lnSpc>
                <a:spcPct val="150000"/>
              </a:lnSpc>
              <a:spcBef>
                <a:spcPts val="75"/>
              </a:spcBef>
              <a:buClr>
                <a:schemeClr val="tx1"/>
              </a:buClr>
              <a:buFont typeface="Arial" panose="020B0604020202020204" pitchFamily="34" charset="0"/>
              <a:buChar char="•"/>
            </a:pPr>
            <a:r>
              <a:rPr lang="en-US" sz="1300">
                <a:latin typeface="Segoe UI"/>
                <a:ea typeface="Segoe UI" panose="020B0502040204020203" pitchFamily="34" charset="0"/>
                <a:cs typeface="Segoe UI"/>
              </a:rPr>
              <a:t>Las </a:t>
            </a:r>
            <a:r>
              <a:rPr lang="en-US" sz="1300" err="1">
                <a:latin typeface="Segoe UI"/>
                <a:ea typeface="Segoe UI" panose="020B0502040204020203" pitchFamily="34" charset="0"/>
                <a:cs typeface="Segoe UI"/>
              </a:rPr>
              <a:t>prestaciones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complementarias</a:t>
            </a:r>
            <a:r>
              <a:rPr lang="en-US" sz="1300">
                <a:latin typeface="Segoe UI"/>
                <a:ea typeface="Segoe UI" panose="020B0502040204020203" pitchFamily="34" charset="0"/>
                <a:cs typeface="Segoe UI"/>
              </a:rPr>
              <a:t> se </a:t>
            </a:r>
            <a:r>
              <a:rPr lang="en-US" sz="1300" err="1">
                <a:latin typeface="Segoe UI"/>
                <a:ea typeface="Segoe UI" panose="020B0502040204020203" pitchFamily="34" charset="0"/>
                <a:cs typeface="Segoe UI"/>
              </a:rPr>
              <a:t>añaden</a:t>
            </a:r>
            <a:r>
              <a:rPr lang="en-US" sz="1300">
                <a:latin typeface="Segoe UI"/>
                <a:ea typeface="Segoe UI" panose="020B0502040204020203" pitchFamily="34" charset="0"/>
                <a:cs typeface="Segoe UI"/>
              </a:rPr>
              <a:t> a </a:t>
            </a:r>
            <a:r>
              <a:rPr lang="en-US" sz="1300" err="1">
                <a:latin typeface="Segoe UI"/>
                <a:ea typeface="Segoe UI" panose="020B0502040204020203" pitchFamily="34" charset="0"/>
                <a:cs typeface="Segoe UI"/>
              </a:rPr>
              <a:t>los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sueldos</a:t>
            </a:r>
            <a:r>
              <a:rPr lang="en-US" sz="1300">
                <a:latin typeface="Segoe UI"/>
                <a:ea typeface="Segoe UI" panose="020B0502040204020203" pitchFamily="34" charset="0"/>
                <a:cs typeface="Segoe UI"/>
              </a:rPr>
              <a:t> y </a:t>
            </a:r>
            <a:r>
              <a:rPr lang="en-US" sz="1300" err="1">
                <a:latin typeface="Segoe UI"/>
                <a:ea typeface="Segoe UI" panose="020B0502040204020203" pitchFamily="34" charset="0"/>
                <a:cs typeface="Segoe UI"/>
              </a:rPr>
              <a:t>salarios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ordinarios</a:t>
            </a:r>
            <a:r>
              <a:rPr lang="en-US" sz="1300">
                <a:latin typeface="Segoe UI"/>
                <a:ea typeface="Segoe UI" panose="020B0502040204020203" pitchFamily="34" charset="0"/>
                <a:cs typeface="Segoe UI"/>
              </a:rPr>
              <a:t>.</a:t>
            </a:r>
          </a:p>
          <a:p>
            <a:pPr marL="742950" lvl="1" indent="-285750">
              <a:lnSpc>
                <a:spcPct val="150000"/>
              </a:lnSpc>
              <a:spcBef>
                <a:spcPts val="75"/>
              </a:spcBef>
              <a:buClr>
                <a:schemeClr val="tx1"/>
              </a:buClr>
              <a:buFont typeface="Arial" panose="020B0604020202020204" pitchFamily="34" charset="0"/>
              <a:buChar char="•"/>
            </a:pPr>
            <a:r>
              <a:rPr lang="en-US" sz="1300">
                <a:latin typeface="Segoe UI"/>
                <a:ea typeface="Segoe UI" panose="020B0502040204020203" pitchFamily="34" charset="0"/>
                <a:cs typeface="Segoe UI"/>
              </a:rPr>
              <a:t>Las </a:t>
            </a:r>
            <a:r>
              <a:rPr lang="en-US" sz="1300" err="1">
                <a:latin typeface="Segoe UI"/>
                <a:ea typeface="Segoe UI" panose="020B0502040204020203" pitchFamily="34" charset="0"/>
                <a:cs typeface="Segoe UI"/>
              </a:rPr>
              <a:t>prestaciones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complementarias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incluyen</a:t>
            </a:r>
            <a:r>
              <a:rPr lang="en-US" sz="1300">
                <a:latin typeface="Segoe UI"/>
                <a:ea typeface="Segoe UI" panose="020B0502040204020203" pitchFamily="34" charset="0"/>
                <a:cs typeface="Segoe UI"/>
              </a:rPr>
              <a:t>, entre </a:t>
            </a:r>
            <a:r>
              <a:rPr lang="en-US" sz="1300" err="1">
                <a:latin typeface="Segoe UI"/>
                <a:ea typeface="Segoe UI" panose="020B0502040204020203" pitchFamily="34" charset="0"/>
                <a:cs typeface="Segoe UI"/>
              </a:rPr>
              <a:t>otras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cosas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los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costos</a:t>
            </a:r>
            <a:r>
              <a:rPr lang="en-US" sz="1300">
                <a:latin typeface="Segoe UI"/>
                <a:ea typeface="Segoe UI" panose="020B0502040204020203" pitchFamily="34" charset="0"/>
                <a:cs typeface="Segoe UI"/>
              </a:rPr>
              <a:t> de </a:t>
            </a:r>
            <a:r>
              <a:rPr lang="en-US" sz="1300" err="1">
                <a:latin typeface="Segoe UI"/>
                <a:ea typeface="Segoe UI" panose="020B0502040204020203" pitchFamily="34" charset="0"/>
                <a:cs typeface="Segoe UI"/>
              </a:rPr>
              <a:t>los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permisos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vacaciones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familiares</a:t>
            </a:r>
            <a:r>
              <a:rPr lang="en-US" sz="1300">
                <a:latin typeface="Segoe UI"/>
                <a:ea typeface="Segoe UI" panose="020B0502040204020203" pitchFamily="34" charset="0"/>
                <a:cs typeface="Segoe UI"/>
              </a:rPr>
              <a:t> o </a:t>
            </a:r>
            <a:r>
              <a:rPr lang="en-US" sz="1300" err="1">
                <a:latin typeface="Segoe UI"/>
                <a:ea typeface="Segoe UI" panose="020B0502040204020203" pitchFamily="34" charset="0"/>
                <a:cs typeface="Segoe UI"/>
              </a:rPr>
              <a:t>por</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enfermedad</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los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impuestos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obligatorios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los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seguros</a:t>
            </a:r>
            <a:r>
              <a:rPr lang="en-US" sz="1300">
                <a:latin typeface="Segoe UI"/>
                <a:ea typeface="Segoe UI" panose="020B0502040204020203" pitchFamily="34" charset="0"/>
                <a:cs typeface="Segoe UI"/>
              </a:rPr>
              <a:t> de </a:t>
            </a:r>
            <a:r>
              <a:rPr lang="en-US" sz="1300" err="1">
                <a:latin typeface="Segoe UI"/>
                <a:ea typeface="Segoe UI" panose="020B0502040204020203" pitchFamily="34" charset="0"/>
                <a:cs typeface="Segoe UI"/>
              </a:rPr>
              <a:t>los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empleados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el</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aguinaldo</a:t>
            </a:r>
            <a:r>
              <a:rPr lang="en-US" sz="1300">
                <a:latin typeface="Segoe UI"/>
                <a:ea typeface="Segoe UI" panose="020B0502040204020203" pitchFamily="34" charset="0"/>
                <a:cs typeface="Segoe UI"/>
              </a:rPr>
              <a:t>, las </a:t>
            </a:r>
            <a:r>
              <a:rPr lang="en-US" sz="1300" err="1">
                <a:latin typeface="Segoe UI"/>
                <a:ea typeface="Segoe UI" panose="020B0502040204020203" pitchFamily="34" charset="0"/>
                <a:cs typeface="Segoe UI"/>
              </a:rPr>
              <a:t>pensiones</a:t>
            </a:r>
            <a:r>
              <a:rPr lang="en-US" sz="1300">
                <a:latin typeface="Segoe UI"/>
                <a:ea typeface="Segoe UI" panose="020B0502040204020203" pitchFamily="34" charset="0"/>
                <a:cs typeface="Segoe UI"/>
              </a:rPr>
              <a:t>, las </a:t>
            </a:r>
            <a:r>
              <a:rPr lang="en-US" sz="1300" err="1">
                <a:latin typeface="Segoe UI"/>
                <a:ea typeface="Segoe UI" panose="020B0502040204020203" pitchFamily="34" charset="0"/>
                <a:cs typeface="Segoe UI"/>
              </a:rPr>
              <a:t>indemnizaciones</a:t>
            </a:r>
            <a:r>
              <a:rPr lang="en-US" sz="1300">
                <a:latin typeface="Segoe UI"/>
                <a:ea typeface="Segoe UI" panose="020B0502040204020203" pitchFamily="34" charset="0"/>
                <a:cs typeface="Segoe UI"/>
              </a:rPr>
              <a:t> y </a:t>
            </a:r>
            <a:r>
              <a:rPr lang="en-US" sz="1300" err="1">
                <a:latin typeface="Segoe UI"/>
                <a:ea typeface="Segoe UI" panose="020B0502040204020203" pitchFamily="34" charset="0"/>
                <a:cs typeface="Segoe UI"/>
              </a:rPr>
              <a:t>todas</a:t>
            </a:r>
            <a:r>
              <a:rPr lang="en-US" sz="1300">
                <a:latin typeface="Segoe UI"/>
                <a:ea typeface="Segoe UI" panose="020B0502040204020203" pitchFamily="34" charset="0"/>
                <a:cs typeface="Segoe UI"/>
              </a:rPr>
              <a:t> las </a:t>
            </a:r>
            <a:r>
              <a:rPr lang="en-US" sz="1300" err="1">
                <a:latin typeface="Segoe UI"/>
                <a:ea typeface="Segoe UI" panose="020B0502040204020203" pitchFamily="34" charset="0"/>
                <a:cs typeface="Segoe UI"/>
              </a:rPr>
              <a:t>demás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prestaciones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previstas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por</a:t>
            </a:r>
            <a:r>
              <a:rPr lang="en-US" sz="1300">
                <a:latin typeface="Segoe UI"/>
                <a:ea typeface="Segoe UI" panose="020B0502040204020203" pitchFamily="34" charset="0"/>
                <a:cs typeface="Segoe UI"/>
              </a:rPr>
              <a:t> la </a:t>
            </a:r>
            <a:r>
              <a:rPr lang="en-US" sz="1300" err="1">
                <a:latin typeface="Segoe UI"/>
                <a:ea typeface="Segoe UI" panose="020B0502040204020203" pitchFamily="34" charset="0"/>
                <a:cs typeface="Segoe UI"/>
              </a:rPr>
              <a:t>legislación</a:t>
            </a:r>
            <a:r>
              <a:rPr lang="en-US" sz="1300">
                <a:latin typeface="Segoe UI"/>
                <a:ea typeface="Segoe UI" panose="020B0502040204020203" pitchFamily="34" charset="0"/>
                <a:cs typeface="Segoe UI"/>
              </a:rPr>
              <a:t> local.</a:t>
            </a:r>
          </a:p>
          <a:p>
            <a:pPr marL="742950" lvl="1" indent="-285750">
              <a:lnSpc>
                <a:spcPct val="150000"/>
              </a:lnSpc>
              <a:spcBef>
                <a:spcPts val="75"/>
              </a:spcBef>
              <a:buClr>
                <a:schemeClr val="tx1"/>
              </a:buClr>
              <a:buFont typeface="Arial" panose="020B0604020202020204" pitchFamily="34" charset="0"/>
              <a:buChar char="•"/>
            </a:pPr>
            <a:r>
              <a:rPr lang="en-US" sz="1300" u="sng" err="1">
                <a:latin typeface="Segoe UI"/>
                <a:ea typeface="Segoe UI" panose="020B0502040204020203" pitchFamily="34" charset="0"/>
                <a:cs typeface="Segoe UI"/>
              </a:rPr>
              <a:t>Sólo</a:t>
            </a:r>
            <a:r>
              <a:rPr lang="en-US" sz="1300" u="sng">
                <a:latin typeface="Segoe UI"/>
                <a:ea typeface="Segoe UI" panose="020B0502040204020203" pitchFamily="34" charset="0"/>
                <a:cs typeface="Segoe UI"/>
              </a:rPr>
              <a:t> </a:t>
            </a:r>
            <a:r>
              <a:rPr lang="en-US" sz="1300" u="sng" err="1">
                <a:latin typeface="Segoe UI"/>
                <a:ea typeface="Segoe UI" panose="020B0502040204020203" pitchFamily="34" charset="0"/>
                <a:cs typeface="Segoe UI"/>
              </a:rPr>
              <a:t>costos</a:t>
            </a:r>
            <a:r>
              <a:rPr lang="en-US" sz="1300" u="sng">
                <a:latin typeface="Segoe UI"/>
                <a:ea typeface="Segoe UI" panose="020B0502040204020203" pitchFamily="34" charset="0"/>
                <a:cs typeface="Segoe UI"/>
              </a:rPr>
              <a:t> </a:t>
            </a:r>
            <a:r>
              <a:rPr lang="en-US" sz="1300" u="sng" err="1">
                <a:latin typeface="Segoe UI"/>
                <a:ea typeface="Segoe UI" panose="020B0502040204020203" pitchFamily="34" charset="0"/>
                <a:cs typeface="Segoe UI"/>
              </a:rPr>
              <a:t>patronales</a:t>
            </a:r>
            <a:r>
              <a:rPr lang="en-US" sz="1300" u="sng">
                <a:latin typeface="Segoe UI"/>
                <a:ea typeface="Segoe UI" panose="020B0502040204020203" pitchFamily="34" charset="0"/>
                <a:cs typeface="Segoe UI"/>
              </a:rPr>
              <a:t> </a:t>
            </a:r>
            <a:endParaRPr lang="en-US" sz="1300" u="sng">
              <a:solidFill>
                <a:schemeClr val="tx1"/>
              </a:solidFill>
              <a:latin typeface="Segoe UI"/>
              <a:ea typeface="Segoe UI" panose="020B0502040204020203" pitchFamily="34" charset="0"/>
              <a:cs typeface="Segoe UI" panose="020B0502040204020203" pitchFamily="34" charset="0"/>
            </a:endParaRPr>
          </a:p>
          <a:p>
            <a:pPr marL="285750" indent="-285750">
              <a:lnSpc>
                <a:spcPct val="150000"/>
              </a:lnSpc>
              <a:spcBef>
                <a:spcPts val="75"/>
              </a:spcBef>
              <a:buClr>
                <a:schemeClr val="tx1"/>
              </a:buClr>
              <a:buFont typeface="Arial" panose="020B0604020202020204" pitchFamily="34" charset="0"/>
              <a:buChar char="•"/>
            </a:pPr>
            <a:r>
              <a:rPr lang="en-US" sz="1300">
                <a:latin typeface="Segoe UI"/>
                <a:ea typeface="Segoe UI" panose="020B0502040204020203" pitchFamily="34" charset="0"/>
                <a:cs typeface="Segoe UI"/>
              </a:rPr>
              <a:t>Para que </a:t>
            </a:r>
            <a:r>
              <a:rPr lang="en-US" sz="1300" err="1">
                <a:latin typeface="Segoe UI"/>
                <a:ea typeface="Segoe UI" panose="020B0502040204020203" pitchFamily="34" charset="0"/>
                <a:cs typeface="Segoe UI"/>
              </a:rPr>
              <a:t>sean</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admisibles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deben</a:t>
            </a:r>
            <a:r>
              <a:rPr lang="en-US" sz="1300">
                <a:latin typeface="Segoe UI"/>
                <a:ea typeface="Segoe UI" panose="020B0502040204020203" pitchFamily="34" charset="0"/>
                <a:cs typeface="Segoe UI"/>
              </a:rPr>
              <a:t>:</a:t>
            </a:r>
          </a:p>
          <a:p>
            <a:pPr marL="742950" lvl="1" indent="-285750">
              <a:lnSpc>
                <a:spcPct val="150000"/>
              </a:lnSpc>
              <a:spcBef>
                <a:spcPts val="75"/>
              </a:spcBef>
              <a:buClr>
                <a:schemeClr val="tx1"/>
              </a:buClr>
              <a:buFont typeface="Arial" panose="020B0604020202020204" pitchFamily="34" charset="0"/>
              <a:buChar char="•"/>
            </a:pPr>
            <a:r>
              <a:rPr lang="en-US" sz="1300">
                <a:latin typeface="Segoe UI"/>
                <a:ea typeface="Segoe UI" panose="020B0502040204020203" pitchFamily="34" charset="0"/>
                <a:cs typeface="Segoe UI"/>
              </a:rPr>
              <a:t>Ser </a:t>
            </a:r>
            <a:r>
              <a:rPr lang="en-US" sz="1300" err="1">
                <a:latin typeface="Segoe UI"/>
                <a:ea typeface="Segoe UI" panose="020B0502040204020203" pitchFamily="34" charset="0"/>
                <a:cs typeface="Segoe UI"/>
              </a:rPr>
              <a:t>razonable</a:t>
            </a:r>
            <a:r>
              <a:rPr lang="en-US" sz="1300">
                <a:latin typeface="Segoe UI"/>
                <a:ea typeface="Segoe UI" panose="020B0502040204020203" pitchFamily="34" charset="0"/>
                <a:cs typeface="Segoe UI"/>
              </a:rPr>
              <a:t>;</a:t>
            </a:r>
          </a:p>
          <a:p>
            <a:pPr marL="742950" lvl="1" indent="-285750">
              <a:lnSpc>
                <a:spcPct val="150000"/>
              </a:lnSpc>
              <a:spcBef>
                <a:spcPts val="75"/>
              </a:spcBef>
              <a:buClr>
                <a:schemeClr val="tx1"/>
              </a:buClr>
              <a:buFont typeface="Arial" panose="020B0604020202020204" pitchFamily="34" charset="0"/>
              <a:buChar char="•"/>
            </a:pPr>
            <a:r>
              <a:rPr lang="en-US" sz="1300" err="1">
                <a:latin typeface="Segoe UI"/>
                <a:ea typeface="Segoe UI" panose="020B0502040204020203" pitchFamily="34" charset="0"/>
                <a:cs typeface="Segoe UI"/>
              </a:rPr>
              <a:t>Exigido</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por</a:t>
            </a:r>
            <a:r>
              <a:rPr lang="en-US" sz="1300">
                <a:latin typeface="Segoe UI"/>
                <a:ea typeface="Segoe UI" panose="020B0502040204020203" pitchFamily="34" charset="0"/>
                <a:cs typeface="Segoe UI"/>
              </a:rPr>
              <a:t> la </a:t>
            </a:r>
            <a:r>
              <a:rPr lang="en-US" sz="1300" err="1">
                <a:latin typeface="Segoe UI"/>
                <a:ea typeface="Segoe UI" panose="020B0502040204020203" pitchFamily="34" charset="0"/>
                <a:cs typeface="Segoe UI"/>
              </a:rPr>
              <a:t>legislación</a:t>
            </a:r>
            <a:r>
              <a:rPr lang="en-US" sz="1300">
                <a:latin typeface="Segoe UI"/>
                <a:ea typeface="Segoe UI" panose="020B0502040204020203" pitchFamily="34" charset="0"/>
                <a:cs typeface="Segoe UI"/>
              </a:rPr>
              <a:t> local, </a:t>
            </a:r>
            <a:r>
              <a:rPr lang="en-US" sz="1300" err="1">
                <a:latin typeface="Segoe UI"/>
                <a:ea typeface="Segoe UI" panose="020B0502040204020203" pitchFamily="34" charset="0"/>
                <a:cs typeface="Segoe UI"/>
              </a:rPr>
              <a:t>el</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acuerdo</a:t>
            </a:r>
            <a:r>
              <a:rPr lang="en-US" sz="1300">
                <a:latin typeface="Segoe UI"/>
                <a:ea typeface="Segoe UI" panose="020B0502040204020203" pitchFamily="34" charset="0"/>
                <a:cs typeface="Segoe UI"/>
              </a:rPr>
              <a:t> de </a:t>
            </a:r>
            <a:r>
              <a:rPr lang="en-US" sz="1300" err="1">
                <a:latin typeface="Segoe UI"/>
                <a:ea typeface="Segoe UI" panose="020B0502040204020203" pitchFamily="34" charset="0"/>
                <a:cs typeface="Segoe UI"/>
              </a:rPr>
              <a:t>los</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empleados</a:t>
            </a:r>
            <a:r>
              <a:rPr lang="en-US" sz="1300">
                <a:latin typeface="Segoe UI"/>
                <a:ea typeface="Segoe UI" panose="020B0502040204020203" pitchFamily="34" charset="0"/>
                <a:cs typeface="Segoe UI"/>
              </a:rPr>
              <a:t> o </a:t>
            </a:r>
            <a:r>
              <a:rPr lang="en-US" sz="1300" err="1">
                <a:latin typeface="Segoe UI"/>
                <a:ea typeface="Segoe UI" panose="020B0502040204020203" pitchFamily="34" charset="0"/>
                <a:cs typeface="Segoe UI"/>
              </a:rPr>
              <a:t>una</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política</a:t>
            </a:r>
            <a:r>
              <a:rPr lang="en-US" sz="1300">
                <a:latin typeface="Segoe UI"/>
                <a:ea typeface="Segoe UI" panose="020B0502040204020203" pitchFamily="34" charset="0"/>
                <a:cs typeface="Segoe UI"/>
              </a:rPr>
              <a:t> </a:t>
            </a:r>
            <a:r>
              <a:rPr lang="en-US" sz="1300" err="1">
                <a:latin typeface="Segoe UI"/>
                <a:ea typeface="Segoe UI" panose="020B0502040204020203" pitchFamily="34" charset="0"/>
                <a:cs typeface="Segoe UI"/>
              </a:rPr>
              <a:t>establecida</a:t>
            </a:r>
            <a:r>
              <a:rPr lang="en-US" sz="1300">
                <a:latin typeface="Segoe UI"/>
                <a:ea typeface="Segoe UI" panose="020B0502040204020203" pitchFamily="34" charset="0"/>
                <a:cs typeface="Segoe UI"/>
              </a:rPr>
              <a:t> del </a:t>
            </a:r>
            <a:r>
              <a:rPr lang="en-US" sz="1300" err="1">
                <a:latin typeface="Segoe UI"/>
                <a:ea typeface="Segoe UI" panose="020B0502040204020203" pitchFamily="34" charset="0"/>
                <a:cs typeface="Segoe UI"/>
              </a:rPr>
              <a:t>subreceptor</a:t>
            </a:r>
            <a:r>
              <a:rPr lang="en-US" sz="1300">
                <a:latin typeface="Segoe UI"/>
                <a:ea typeface="Segoe UI" panose="020B0502040204020203" pitchFamily="34" charset="0"/>
                <a:cs typeface="Segoe UI"/>
              </a:rPr>
              <a:t>; y</a:t>
            </a:r>
          </a:p>
          <a:p>
            <a:pPr marL="742950" lvl="1" indent="-285750">
              <a:lnSpc>
                <a:spcPct val="150000"/>
              </a:lnSpc>
              <a:spcBef>
                <a:spcPts val="75"/>
              </a:spcBef>
              <a:buClr>
                <a:schemeClr val="tx1"/>
              </a:buClr>
              <a:buFont typeface="Arial" panose="020B0604020202020204" pitchFamily="34" charset="0"/>
              <a:buChar char="•"/>
            </a:pPr>
            <a:r>
              <a:rPr lang="en-US" sz="1300" err="1">
                <a:latin typeface="Segoe UI"/>
                <a:cs typeface="Segoe UI"/>
              </a:rPr>
              <a:t>Proporcional</a:t>
            </a:r>
            <a:r>
              <a:rPr lang="en-US" sz="1300">
                <a:latin typeface="Segoe UI"/>
                <a:cs typeface="Segoe UI"/>
              </a:rPr>
              <a:t> al </a:t>
            </a:r>
            <a:r>
              <a:rPr lang="en-US" sz="1300" err="1">
                <a:latin typeface="Segoe UI"/>
                <a:cs typeface="Segoe UI"/>
              </a:rPr>
              <a:t>tiempo</a:t>
            </a:r>
            <a:r>
              <a:rPr lang="en-US" sz="1300">
                <a:latin typeface="Segoe UI"/>
                <a:cs typeface="Segoe UI"/>
              </a:rPr>
              <a:t> </a:t>
            </a:r>
            <a:r>
              <a:rPr lang="en-US" sz="1300" err="1">
                <a:latin typeface="Segoe UI"/>
                <a:cs typeface="Segoe UI"/>
              </a:rPr>
              <a:t>trabajado</a:t>
            </a:r>
            <a:endParaRPr lang="en-US" sz="1300">
              <a:solidFill>
                <a:schemeClr val="tx1"/>
              </a:solidFill>
              <a:latin typeface="Segoe UI"/>
              <a:cs typeface="Segoe UI"/>
            </a:endParaRPr>
          </a:p>
        </p:txBody>
      </p:sp>
    </p:spTree>
    <p:extLst>
      <p:ext uri="{BB962C8B-B14F-4D97-AF65-F5344CB8AC3E}">
        <p14:creationId xmlns:p14="http://schemas.microsoft.com/office/powerpoint/2010/main" val="3022750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3614" y="-143025"/>
            <a:ext cx="7628682" cy="857400"/>
          </a:xfrm>
          <a:prstGeom prst="rect">
            <a:avLst/>
          </a:prstGeom>
        </p:spPr>
        <p:txBody>
          <a:bodyPr spcFirstLastPara="1" wrap="square" lIns="91425" tIns="91425" rIns="91425" bIns="91425" anchor="b" anchorCtr="0">
            <a:noAutofit/>
          </a:bodyPr>
          <a:lstStyle/>
          <a:p>
            <a:pPr lvl="0"/>
            <a:r>
              <a:rPr lang="en-US" sz="2600" err="1">
                <a:solidFill>
                  <a:schemeClr val="tx1"/>
                </a:solidFill>
                <a:latin typeface="Segoe UI" pitchFamily="34" charset="0"/>
                <a:ea typeface="Segoe UI" pitchFamily="34" charset="0"/>
                <a:cs typeface="Segoe UI" pitchFamily="34" charset="0"/>
              </a:rPr>
              <a:t>Gastos</a:t>
            </a:r>
            <a:r>
              <a:rPr lang="en-US" sz="2600">
                <a:solidFill>
                  <a:schemeClr val="tx1"/>
                </a:solidFill>
                <a:latin typeface="Segoe UI" pitchFamily="34" charset="0"/>
                <a:ea typeface="Segoe UI" pitchFamily="34" charset="0"/>
                <a:cs typeface="Segoe UI" pitchFamily="34" charset="0"/>
              </a:rPr>
              <a:t> de prestaciones sociales - Documentación</a:t>
            </a:r>
            <a:endParaRPr sz="2600">
              <a:solidFill>
                <a:schemeClr val="tx1"/>
              </a:solidFill>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7A2CA04-C8EB-830E-0D2B-88A7DDC0D552}"/>
              </a:ext>
            </a:extLst>
          </p:cNvPr>
          <p:cNvSpPr/>
          <p:nvPr/>
        </p:nvSpPr>
        <p:spPr>
          <a:xfrm>
            <a:off x="-228600" y="819150"/>
            <a:ext cx="2593848" cy="428625"/>
          </a:xfrm>
          <a:prstGeom prst="rect">
            <a:avLst/>
          </a:prstGeom>
          <a:solidFill>
            <a:srgbClr val="E16EE4">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4"/>
              </a:rPr>
              <a:t>   2 CFR 200.431</a:t>
            </a:r>
            <a:endParaRPr lang="en-US"/>
          </a:p>
        </p:txBody>
      </p:sp>
      <p:sp>
        <p:nvSpPr>
          <p:cNvPr id="7" name="TextBox 6">
            <a:extLst>
              <a:ext uri="{FF2B5EF4-FFF2-40B4-BE49-F238E27FC236}">
                <a16:creationId xmlns:a16="http://schemas.microsoft.com/office/drawing/2014/main" id="{B37FB4E7-B8CD-9AB2-13AB-E2D6FED793FF}"/>
              </a:ext>
            </a:extLst>
          </p:cNvPr>
          <p:cNvSpPr txBox="1"/>
          <p:nvPr/>
        </p:nvSpPr>
        <p:spPr>
          <a:xfrm>
            <a:off x="490437" y="1352550"/>
            <a:ext cx="6023113" cy="3575915"/>
          </a:xfrm>
          <a:prstGeom prst="rect">
            <a:avLst/>
          </a:prstGeom>
          <a:noFill/>
        </p:spPr>
        <p:txBody>
          <a:bodyPr wrap="square" lIns="91440" tIns="45720" rIns="91440" bIns="45720" anchor="t">
            <a:spAutoFit/>
          </a:bodyPr>
          <a:lstStyle/>
          <a:p>
            <a:pPr marL="285750" indent="-285750">
              <a:lnSpc>
                <a:spcPct val="150000"/>
              </a:lnSpc>
              <a:spcBef>
                <a:spcPts val="75"/>
              </a:spcBef>
              <a:buClr>
                <a:schemeClr val="tx1"/>
              </a:buClr>
              <a:buFont typeface="Arial" panose="020B0604020202020204" pitchFamily="34" charset="0"/>
              <a:buChar char="•"/>
            </a:pPr>
            <a:r>
              <a:rPr lang="es-CR" sz="1500">
                <a:latin typeface="Segoe UI"/>
                <a:ea typeface="Segoe UI" panose="020B0502040204020203" pitchFamily="34" charset="0"/>
                <a:cs typeface="Segoe UI"/>
              </a:rPr>
              <a:t>Comprobante del pago del empleado, u otra documentación que muestre los costos adicionales totales por empleado</a:t>
            </a:r>
          </a:p>
          <a:p>
            <a:pPr marL="285750" indent="-285750">
              <a:lnSpc>
                <a:spcPct val="150000"/>
              </a:lnSpc>
              <a:spcBef>
                <a:spcPts val="75"/>
              </a:spcBef>
              <a:buClr>
                <a:schemeClr val="tx1"/>
              </a:buClr>
              <a:buFont typeface="Arial" panose="020B0604020202020204" pitchFamily="34" charset="0"/>
              <a:buChar char="•"/>
            </a:pPr>
            <a:r>
              <a:rPr lang="es-CR" sz="1500">
                <a:latin typeface="Segoe UI"/>
                <a:ea typeface="Segoe UI" panose="020B0502040204020203" pitchFamily="34" charset="0"/>
                <a:cs typeface="Segoe UI"/>
              </a:rPr>
              <a:t>El importe cargado en el informe mensual de gastos debe estar de acuerdo con la declaración de nivel de esfuerzo o las hojas de horas presentadas para el mes.</a:t>
            </a:r>
          </a:p>
          <a:p>
            <a:pPr marL="742950" lvl="1" indent="-285750">
              <a:lnSpc>
                <a:spcPct val="150000"/>
              </a:lnSpc>
              <a:spcBef>
                <a:spcPts val="75"/>
              </a:spcBef>
              <a:buClr>
                <a:schemeClr val="tx1"/>
              </a:buClr>
              <a:buFont typeface="Arial" panose="020B0604020202020204" pitchFamily="34" charset="0"/>
              <a:buChar char="•"/>
            </a:pPr>
            <a:r>
              <a:rPr lang="es-CR" sz="1500">
                <a:latin typeface="Segoe UI"/>
                <a:ea typeface="Segoe UI" panose="020B0502040204020203" pitchFamily="34" charset="0"/>
                <a:cs typeface="Segoe UI"/>
              </a:rPr>
              <a:t>Sólo se admite el importe proporcional de las prestaciones</a:t>
            </a:r>
          </a:p>
          <a:p>
            <a:pPr marL="285750" indent="-285750">
              <a:lnSpc>
                <a:spcPct val="150000"/>
              </a:lnSpc>
              <a:spcBef>
                <a:spcPts val="75"/>
              </a:spcBef>
              <a:buClr>
                <a:schemeClr val="tx1"/>
              </a:buClr>
              <a:buFont typeface="Arial" panose="020B0604020202020204" pitchFamily="34" charset="0"/>
              <a:buChar char="•"/>
            </a:pPr>
            <a:r>
              <a:rPr lang="es-CR" sz="1500">
                <a:latin typeface="Segoe UI"/>
                <a:ea typeface="Segoe UI" panose="020B0502040204020203" pitchFamily="34" charset="0"/>
                <a:cs typeface="Segoe UI"/>
              </a:rPr>
              <a:t>El coste de las prestaciones complementarias debe abonarse en función </a:t>
            </a:r>
            <a:r>
              <a:rPr lang="es-CR" sz="1500" b="1" u="sng">
                <a:latin typeface="Segoe UI"/>
                <a:ea typeface="Segoe UI" panose="020B0502040204020203" pitchFamily="34" charset="0"/>
                <a:cs typeface="Segoe UI"/>
              </a:rPr>
              <a:t>del costo real incurrido</a:t>
            </a:r>
          </a:p>
          <a:p>
            <a:pPr marL="285750" indent="-285750">
              <a:lnSpc>
                <a:spcPct val="150000"/>
              </a:lnSpc>
              <a:spcBef>
                <a:spcPts val="75"/>
              </a:spcBef>
              <a:buClr>
                <a:schemeClr val="tx1"/>
              </a:buClr>
              <a:buFont typeface="Arial" panose="020B0604020202020204" pitchFamily="34" charset="0"/>
              <a:buChar char="•"/>
            </a:pPr>
            <a:r>
              <a:rPr lang="es-CR" sz="1500" u="sng">
                <a:latin typeface="Segoe UI"/>
                <a:ea typeface="Segoe UI" panose="020B0502040204020203" pitchFamily="34" charset="0"/>
                <a:cs typeface="Segoe UI"/>
              </a:rPr>
              <a:t>No se puede cobrar sobre la base del presupuesto del acuerdo</a:t>
            </a:r>
          </a:p>
          <a:p>
            <a:pPr marL="742950" lvl="1" indent="-285750">
              <a:lnSpc>
                <a:spcPct val="150000"/>
              </a:lnSpc>
              <a:spcBef>
                <a:spcPts val="75"/>
              </a:spcBef>
              <a:buClr>
                <a:schemeClr val="tx1"/>
              </a:buClr>
              <a:buFont typeface="Arial" panose="020B0604020202020204" pitchFamily="34" charset="0"/>
              <a:buChar char="•"/>
            </a:pPr>
            <a:endParaRPr lang="es-CR" sz="150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25426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0"/>
            <a:lum/>
          </a:blip>
          <a:srcRect/>
          <a:stretch>
            <a:fillRect/>
          </a:stretch>
        </a:blip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258018" y="-114450"/>
            <a:ext cx="8314482" cy="857400"/>
          </a:xfrm>
          <a:prstGeom prst="rect">
            <a:avLst/>
          </a:prstGeom>
        </p:spPr>
        <p:txBody>
          <a:bodyPr spcFirstLastPara="1" wrap="square" lIns="91425" tIns="91425" rIns="91425" bIns="91425" anchor="b" anchorCtr="0">
            <a:noAutofit/>
          </a:bodyPr>
          <a:lstStyle/>
          <a:p>
            <a:pPr lvl="0"/>
            <a:r>
              <a:rPr lang="en-US" sz="3200" err="1">
                <a:solidFill>
                  <a:schemeClr val="tx1"/>
                </a:solidFill>
                <a:latin typeface="Segoe UI" pitchFamily="34" charset="0"/>
                <a:ea typeface="Segoe UI" pitchFamily="34" charset="0"/>
                <a:cs typeface="Segoe UI" pitchFamily="34" charset="0"/>
              </a:rPr>
              <a:t>Gastos</a:t>
            </a:r>
            <a:r>
              <a:rPr lang="en-US" sz="3200">
                <a:solidFill>
                  <a:schemeClr val="tx1"/>
                </a:solidFill>
                <a:latin typeface="Segoe UI" pitchFamily="34" charset="0"/>
                <a:ea typeface="Segoe UI" pitchFamily="34" charset="0"/>
                <a:cs typeface="Segoe UI" pitchFamily="34" charset="0"/>
              </a:rPr>
              <a:t> de prestaciones sociales - Ejercicio</a:t>
            </a:r>
            <a:endParaRPr sz="3200">
              <a:solidFill>
                <a:schemeClr val="tx1"/>
              </a:solidFill>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37FB4E7-B8CD-9AB2-13AB-E2D6FED793FF}"/>
              </a:ext>
            </a:extLst>
          </p:cNvPr>
          <p:cNvSpPr txBox="1"/>
          <p:nvPr/>
        </p:nvSpPr>
        <p:spPr>
          <a:xfrm>
            <a:off x="304800" y="590550"/>
            <a:ext cx="8657382" cy="4614661"/>
          </a:xfrm>
          <a:prstGeom prst="rect">
            <a:avLst/>
          </a:prstGeom>
          <a:noFill/>
        </p:spPr>
        <p:txBody>
          <a:bodyPr wrap="square" lIns="91440" tIns="45720" rIns="91440" bIns="45720" anchor="t">
            <a:spAutoFit/>
          </a:bodyPr>
          <a:lstStyle/>
          <a:p>
            <a:pPr>
              <a:lnSpc>
                <a:spcPct val="150000"/>
              </a:lnSpc>
              <a:spcBef>
                <a:spcPts val="75"/>
              </a:spcBef>
            </a:pPr>
            <a:r>
              <a:rPr lang="en-US" sz="1500">
                <a:latin typeface="Segoe UI"/>
                <a:cs typeface="Segoe UI"/>
              </a:rPr>
              <a:t>John divide </a:t>
            </a:r>
            <a:r>
              <a:rPr lang="en-US" sz="1500" err="1">
                <a:latin typeface="Segoe UI"/>
                <a:cs typeface="Segoe UI"/>
              </a:rPr>
              <a:t>su</a:t>
            </a:r>
            <a:r>
              <a:rPr lang="en-US" sz="1500">
                <a:latin typeface="Segoe UI"/>
                <a:cs typeface="Segoe UI"/>
              </a:rPr>
              <a:t> </a:t>
            </a:r>
            <a:r>
              <a:rPr lang="en-US" sz="1500" err="1">
                <a:latin typeface="Segoe UI"/>
                <a:cs typeface="Segoe UI"/>
              </a:rPr>
              <a:t>tiempo</a:t>
            </a:r>
            <a:r>
              <a:rPr lang="en-US" sz="1500">
                <a:latin typeface="Segoe UI"/>
                <a:cs typeface="Segoe UI"/>
              </a:rPr>
              <a:t> entre las </a:t>
            </a:r>
            <a:r>
              <a:rPr lang="en-US" sz="1500" err="1">
                <a:latin typeface="Segoe UI"/>
                <a:cs typeface="Segoe UI"/>
              </a:rPr>
              <a:t>funciones</a:t>
            </a:r>
            <a:r>
              <a:rPr lang="en-US" sz="1500">
                <a:latin typeface="Segoe UI"/>
                <a:cs typeface="Segoe UI"/>
              </a:rPr>
              <a:t> </a:t>
            </a:r>
            <a:r>
              <a:rPr lang="en-US" sz="1500" err="1">
                <a:latin typeface="Segoe UI"/>
                <a:cs typeface="Segoe UI"/>
              </a:rPr>
              <a:t>administrativas</a:t>
            </a:r>
            <a:r>
              <a:rPr lang="en-US" sz="1500">
                <a:latin typeface="Segoe UI"/>
                <a:cs typeface="Segoe UI"/>
              </a:rPr>
              <a:t> de la </a:t>
            </a:r>
            <a:r>
              <a:rPr lang="en-US" sz="1500" err="1">
                <a:latin typeface="Segoe UI"/>
                <a:cs typeface="Segoe UI"/>
              </a:rPr>
              <a:t>organización</a:t>
            </a:r>
            <a:r>
              <a:rPr lang="en-US" sz="1500">
                <a:latin typeface="Segoe UI"/>
                <a:cs typeface="Segoe UI"/>
              </a:rPr>
              <a:t> y un </a:t>
            </a:r>
            <a:r>
              <a:rPr lang="en-US" sz="1500" err="1">
                <a:latin typeface="Segoe UI"/>
                <a:cs typeface="Segoe UI"/>
              </a:rPr>
              <a:t>proyecto</a:t>
            </a:r>
            <a:r>
              <a:rPr lang="en-US" sz="1500">
                <a:latin typeface="Segoe UI"/>
                <a:cs typeface="Segoe UI"/>
              </a:rPr>
              <a:t> del Departamento de </a:t>
            </a:r>
            <a:r>
              <a:rPr lang="en-US" sz="1500" err="1">
                <a:latin typeface="Segoe UI"/>
                <a:cs typeface="Segoe UI"/>
              </a:rPr>
              <a:t>Trabajo</a:t>
            </a:r>
            <a:r>
              <a:rPr lang="en-US" sz="1500">
                <a:latin typeface="Segoe UI"/>
                <a:cs typeface="Segoe UI"/>
              </a:rPr>
              <a:t> </a:t>
            </a:r>
            <a:r>
              <a:rPr lang="en-US" sz="1500" err="1">
                <a:latin typeface="Segoe UI"/>
                <a:cs typeface="Segoe UI"/>
              </a:rPr>
              <a:t>sobre</a:t>
            </a:r>
            <a:r>
              <a:rPr lang="en-US" sz="1500">
                <a:latin typeface="Segoe UI"/>
                <a:cs typeface="Segoe UI"/>
              </a:rPr>
              <a:t> derechos </a:t>
            </a:r>
            <a:r>
              <a:rPr lang="en-US" sz="1500" err="1">
                <a:latin typeface="Segoe UI"/>
                <a:cs typeface="Segoe UI"/>
              </a:rPr>
              <a:t>laborales</a:t>
            </a:r>
            <a:r>
              <a:rPr lang="en-US" sz="1500">
                <a:latin typeface="Segoe UI"/>
                <a:cs typeface="Segoe UI"/>
              </a:rPr>
              <a:t>. </a:t>
            </a:r>
            <a:r>
              <a:rPr lang="en-US" sz="1500" err="1">
                <a:latin typeface="Segoe UI"/>
                <a:cs typeface="Segoe UI"/>
              </a:rPr>
              <a:t>Según</a:t>
            </a:r>
            <a:r>
              <a:rPr lang="en-US" sz="1500">
                <a:latin typeface="Segoe UI"/>
                <a:cs typeface="Segoe UI"/>
              </a:rPr>
              <a:t> </a:t>
            </a:r>
            <a:r>
              <a:rPr lang="en-US" sz="1500" err="1">
                <a:latin typeface="Segoe UI"/>
                <a:cs typeface="Segoe UI"/>
              </a:rPr>
              <a:t>el</a:t>
            </a:r>
            <a:r>
              <a:rPr lang="en-US" sz="1500">
                <a:latin typeface="Segoe UI"/>
                <a:cs typeface="Segoe UI"/>
              </a:rPr>
              <a:t> </a:t>
            </a:r>
            <a:r>
              <a:rPr lang="en-US" sz="1500" err="1">
                <a:latin typeface="Segoe UI"/>
                <a:cs typeface="Segoe UI"/>
              </a:rPr>
              <a:t>presupuesto</a:t>
            </a:r>
            <a:r>
              <a:rPr lang="en-US" sz="1500">
                <a:latin typeface="Segoe UI"/>
                <a:cs typeface="Segoe UI"/>
              </a:rPr>
              <a:t>, se </a:t>
            </a:r>
            <a:r>
              <a:rPr lang="en-US" sz="1500" err="1">
                <a:latin typeface="Segoe UI"/>
                <a:cs typeface="Segoe UI"/>
              </a:rPr>
              <a:t>supone</a:t>
            </a:r>
            <a:r>
              <a:rPr lang="en-US" sz="1500">
                <a:latin typeface="Segoe UI"/>
                <a:cs typeface="Segoe UI"/>
              </a:rPr>
              <a:t> que </a:t>
            </a:r>
            <a:r>
              <a:rPr lang="en-US" sz="1500" err="1">
                <a:latin typeface="Segoe UI"/>
                <a:cs typeface="Segoe UI"/>
              </a:rPr>
              <a:t>debe</a:t>
            </a:r>
            <a:r>
              <a:rPr lang="en-US" sz="1500">
                <a:latin typeface="Segoe UI"/>
                <a:cs typeface="Segoe UI"/>
              </a:rPr>
              <a:t> </a:t>
            </a:r>
            <a:r>
              <a:rPr lang="en-US" sz="1500" err="1">
                <a:latin typeface="Segoe UI"/>
                <a:cs typeface="Segoe UI"/>
              </a:rPr>
              <a:t>trabajar</a:t>
            </a:r>
            <a:r>
              <a:rPr lang="en-US" sz="1500">
                <a:latin typeface="Segoe UI"/>
                <a:cs typeface="Segoe UI"/>
              </a:rPr>
              <a:t> un 25% </a:t>
            </a:r>
            <a:r>
              <a:rPr lang="en-US" sz="1500" err="1">
                <a:latin typeface="Segoe UI"/>
                <a:cs typeface="Segoe UI"/>
              </a:rPr>
              <a:t>en</a:t>
            </a:r>
            <a:r>
              <a:rPr lang="en-US" sz="1500">
                <a:latin typeface="Segoe UI"/>
                <a:cs typeface="Segoe UI"/>
              </a:rPr>
              <a:t> </a:t>
            </a:r>
            <a:r>
              <a:rPr lang="en-US" sz="1500" err="1">
                <a:latin typeface="Segoe UI"/>
                <a:cs typeface="Segoe UI"/>
              </a:rPr>
              <a:t>funciones</a:t>
            </a:r>
            <a:r>
              <a:rPr lang="en-US" sz="1500">
                <a:latin typeface="Segoe UI"/>
                <a:cs typeface="Segoe UI"/>
              </a:rPr>
              <a:t> </a:t>
            </a:r>
            <a:r>
              <a:rPr lang="en-US" sz="1500" err="1">
                <a:latin typeface="Segoe UI"/>
                <a:cs typeface="Segoe UI"/>
              </a:rPr>
              <a:t>administrativas</a:t>
            </a:r>
            <a:r>
              <a:rPr lang="en-US" sz="1500">
                <a:latin typeface="Segoe UI"/>
                <a:cs typeface="Segoe UI"/>
              </a:rPr>
              <a:t> y un 75% </a:t>
            </a:r>
            <a:r>
              <a:rPr lang="en-US" sz="1500" err="1">
                <a:latin typeface="Segoe UI"/>
                <a:cs typeface="Segoe UI"/>
              </a:rPr>
              <a:t>en</a:t>
            </a:r>
            <a:r>
              <a:rPr lang="en-US" sz="1500">
                <a:latin typeface="Segoe UI"/>
                <a:cs typeface="Segoe UI"/>
              </a:rPr>
              <a:t> </a:t>
            </a:r>
            <a:r>
              <a:rPr lang="en-US" sz="1500" err="1">
                <a:latin typeface="Segoe UI"/>
                <a:cs typeface="Segoe UI"/>
              </a:rPr>
              <a:t>el</a:t>
            </a:r>
            <a:r>
              <a:rPr lang="en-US" sz="1500">
                <a:latin typeface="Segoe UI"/>
                <a:cs typeface="Segoe UI"/>
              </a:rPr>
              <a:t> </a:t>
            </a:r>
            <a:r>
              <a:rPr lang="en-US" sz="1500" err="1">
                <a:latin typeface="Segoe UI"/>
                <a:cs typeface="Segoe UI"/>
              </a:rPr>
              <a:t>proyecto</a:t>
            </a:r>
            <a:r>
              <a:rPr lang="en-US" sz="1500">
                <a:latin typeface="Segoe UI"/>
                <a:cs typeface="Segoe UI"/>
              </a:rPr>
              <a:t> del DOL. En mayo de 2022, </a:t>
            </a:r>
            <a:r>
              <a:rPr lang="en-US" sz="1500" err="1">
                <a:latin typeface="Segoe UI"/>
                <a:cs typeface="Segoe UI"/>
              </a:rPr>
              <a:t>en</a:t>
            </a:r>
            <a:r>
              <a:rPr lang="en-US" sz="1500">
                <a:latin typeface="Segoe UI"/>
                <a:cs typeface="Segoe UI"/>
              </a:rPr>
              <a:t> </a:t>
            </a:r>
            <a:r>
              <a:rPr lang="en-US" sz="1500" err="1">
                <a:latin typeface="Segoe UI"/>
                <a:cs typeface="Segoe UI"/>
              </a:rPr>
              <a:t>su</a:t>
            </a:r>
            <a:r>
              <a:rPr lang="en-US" sz="1500">
                <a:latin typeface="Segoe UI"/>
                <a:cs typeface="Segoe UI"/>
              </a:rPr>
              <a:t> hoja de </a:t>
            </a:r>
            <a:r>
              <a:rPr lang="en-US" sz="1500" err="1">
                <a:latin typeface="Segoe UI"/>
                <a:cs typeface="Segoe UI"/>
              </a:rPr>
              <a:t>horario</a:t>
            </a:r>
            <a:r>
              <a:rPr lang="en-US" sz="1500">
                <a:latin typeface="Segoe UI"/>
                <a:cs typeface="Segoe UI"/>
              </a:rPr>
              <a:t>, </a:t>
            </a:r>
            <a:r>
              <a:rPr lang="en-US" sz="1500" err="1">
                <a:latin typeface="Segoe UI"/>
                <a:cs typeface="Segoe UI"/>
              </a:rPr>
              <a:t>imputó</a:t>
            </a:r>
            <a:r>
              <a:rPr lang="en-US" sz="1500">
                <a:latin typeface="Segoe UI"/>
                <a:cs typeface="Segoe UI"/>
              </a:rPr>
              <a:t> </a:t>
            </a:r>
            <a:r>
              <a:rPr lang="en-US" sz="1500" err="1">
                <a:latin typeface="Segoe UI"/>
                <a:cs typeface="Segoe UI"/>
              </a:rPr>
              <a:t>el</a:t>
            </a:r>
            <a:r>
              <a:rPr lang="en-US" sz="1500">
                <a:latin typeface="Segoe UI"/>
                <a:cs typeface="Segoe UI"/>
              </a:rPr>
              <a:t> 55% de </a:t>
            </a:r>
            <a:r>
              <a:rPr lang="en-US" sz="1500" err="1">
                <a:latin typeface="Segoe UI"/>
                <a:cs typeface="Segoe UI"/>
              </a:rPr>
              <a:t>su</a:t>
            </a:r>
            <a:r>
              <a:rPr lang="en-US" sz="1500">
                <a:latin typeface="Segoe UI"/>
                <a:cs typeface="Segoe UI"/>
              </a:rPr>
              <a:t> </a:t>
            </a:r>
            <a:r>
              <a:rPr lang="en-US" sz="1500" err="1">
                <a:latin typeface="Segoe UI"/>
                <a:cs typeface="Segoe UI"/>
              </a:rPr>
              <a:t>tiempo</a:t>
            </a:r>
            <a:r>
              <a:rPr lang="en-US" sz="1500">
                <a:latin typeface="Segoe UI"/>
                <a:cs typeface="Segoe UI"/>
              </a:rPr>
              <a:t> al </a:t>
            </a:r>
            <a:r>
              <a:rPr lang="en-US" sz="1500" err="1">
                <a:latin typeface="Segoe UI"/>
                <a:cs typeface="Segoe UI"/>
              </a:rPr>
              <a:t>proyecto</a:t>
            </a:r>
            <a:r>
              <a:rPr lang="en-US" sz="1500">
                <a:latin typeface="Segoe UI"/>
                <a:cs typeface="Segoe UI"/>
              </a:rPr>
              <a:t> DOL y </a:t>
            </a:r>
            <a:r>
              <a:rPr lang="en-US" sz="1500" err="1">
                <a:latin typeface="Segoe UI"/>
                <a:cs typeface="Segoe UI"/>
              </a:rPr>
              <a:t>el</a:t>
            </a:r>
            <a:r>
              <a:rPr lang="en-US" sz="1500">
                <a:latin typeface="Segoe UI"/>
                <a:cs typeface="Segoe UI"/>
              </a:rPr>
              <a:t> 45% a </a:t>
            </a:r>
            <a:r>
              <a:rPr lang="en-US" sz="1500" err="1">
                <a:latin typeface="Segoe UI"/>
                <a:cs typeface="Segoe UI"/>
              </a:rPr>
              <a:t>funciones</a:t>
            </a:r>
            <a:r>
              <a:rPr lang="en-US" sz="1500">
                <a:latin typeface="Segoe UI"/>
                <a:cs typeface="Segoe UI"/>
              </a:rPr>
              <a:t> </a:t>
            </a:r>
            <a:r>
              <a:rPr lang="en-US" sz="1500" err="1">
                <a:latin typeface="Segoe UI"/>
                <a:cs typeface="Segoe UI"/>
              </a:rPr>
              <a:t>administrativas</a:t>
            </a:r>
            <a:r>
              <a:rPr lang="en-US" sz="1500">
                <a:latin typeface="Segoe UI"/>
                <a:cs typeface="Segoe UI"/>
              </a:rPr>
              <a:t>. En mayo de 2022, las </a:t>
            </a:r>
            <a:r>
              <a:rPr lang="en-US" sz="1500" err="1">
                <a:latin typeface="Segoe UI"/>
                <a:cs typeface="Segoe UI"/>
              </a:rPr>
              <a:t>prestaciones</a:t>
            </a:r>
            <a:r>
              <a:rPr lang="en-US" sz="1500">
                <a:latin typeface="Segoe UI"/>
                <a:cs typeface="Segoe UI"/>
              </a:rPr>
              <a:t> </a:t>
            </a:r>
            <a:r>
              <a:rPr lang="en-US" sz="1500" err="1">
                <a:latin typeface="Segoe UI"/>
                <a:cs typeface="Segoe UI"/>
              </a:rPr>
              <a:t>complementarias</a:t>
            </a:r>
            <a:r>
              <a:rPr lang="en-US" sz="1500">
                <a:latin typeface="Segoe UI"/>
                <a:cs typeface="Segoe UI"/>
              </a:rPr>
              <a:t> del </a:t>
            </a:r>
            <a:r>
              <a:rPr lang="en-US" sz="1500" err="1">
                <a:latin typeface="Segoe UI"/>
                <a:cs typeface="Segoe UI"/>
              </a:rPr>
              <a:t>empleador</a:t>
            </a:r>
            <a:r>
              <a:rPr lang="en-US" sz="1500">
                <a:latin typeface="Segoe UI"/>
                <a:cs typeface="Segoe UI"/>
              </a:rPr>
              <a:t> de John </a:t>
            </a:r>
            <a:r>
              <a:rPr lang="en-US" sz="1500" err="1">
                <a:latin typeface="Segoe UI"/>
                <a:cs typeface="Segoe UI"/>
              </a:rPr>
              <a:t>eran</a:t>
            </a:r>
            <a:r>
              <a:rPr lang="en-US" sz="1500">
                <a:latin typeface="Segoe UI"/>
                <a:cs typeface="Segoe UI"/>
              </a:rPr>
              <a:t> las </a:t>
            </a:r>
            <a:r>
              <a:rPr lang="en-US" sz="1500" err="1">
                <a:latin typeface="Segoe UI"/>
                <a:cs typeface="Segoe UI"/>
              </a:rPr>
              <a:t>siguientes</a:t>
            </a:r>
            <a:r>
              <a:rPr lang="en-US" sz="1500">
                <a:latin typeface="Segoe UI"/>
                <a:cs typeface="Segoe UI"/>
              </a:rPr>
              <a:t>: </a:t>
            </a:r>
            <a:endParaRPr lang="en-US" sz="1500">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sz="1500">
                <a:latin typeface="Segoe UI"/>
                <a:cs typeface="Segoe UI"/>
              </a:rPr>
              <a:t>100 $ para </a:t>
            </a:r>
            <a:r>
              <a:rPr lang="en-US" sz="1500" err="1">
                <a:latin typeface="Segoe UI"/>
                <a:cs typeface="Segoe UI"/>
              </a:rPr>
              <a:t>impuestos</a:t>
            </a:r>
            <a:r>
              <a:rPr lang="en-US" sz="1500">
                <a:latin typeface="Segoe UI"/>
                <a:cs typeface="Segoe UI"/>
              </a:rPr>
              <a:t> </a:t>
            </a:r>
            <a:r>
              <a:rPr lang="en-US" sz="1500" err="1">
                <a:latin typeface="Segoe UI"/>
                <a:cs typeface="Segoe UI"/>
              </a:rPr>
              <a:t>sobre</a:t>
            </a:r>
            <a:r>
              <a:rPr lang="en-US" sz="1500">
                <a:latin typeface="Segoe UI"/>
                <a:cs typeface="Segoe UI"/>
              </a:rPr>
              <a:t> </a:t>
            </a:r>
            <a:r>
              <a:rPr lang="en-US" sz="1500" err="1">
                <a:latin typeface="Segoe UI"/>
                <a:cs typeface="Segoe UI"/>
              </a:rPr>
              <a:t>nóminas</a:t>
            </a:r>
          </a:p>
          <a:p>
            <a:pPr marL="742950" lvl="1" indent="-285750">
              <a:lnSpc>
                <a:spcPct val="150000"/>
              </a:lnSpc>
              <a:spcBef>
                <a:spcPts val="75"/>
              </a:spcBef>
              <a:buFont typeface="Arial" panose="020B0604020202020204" pitchFamily="34" charset="0"/>
              <a:buChar char="•"/>
            </a:pPr>
            <a:r>
              <a:rPr lang="en-US" sz="1500">
                <a:latin typeface="Segoe UI"/>
                <a:cs typeface="Segoe UI"/>
              </a:rPr>
              <a:t>Seguro </a:t>
            </a:r>
            <a:r>
              <a:rPr lang="en-US" sz="1500" err="1">
                <a:latin typeface="Segoe UI"/>
                <a:cs typeface="Segoe UI"/>
              </a:rPr>
              <a:t>médico</a:t>
            </a:r>
            <a:r>
              <a:rPr lang="en-US" sz="1500">
                <a:latin typeface="Segoe UI"/>
                <a:cs typeface="Segoe UI"/>
              </a:rPr>
              <a:t> de 250 </a:t>
            </a:r>
            <a:r>
              <a:rPr lang="en-US" sz="1500" err="1">
                <a:latin typeface="Segoe UI"/>
                <a:cs typeface="Segoe UI"/>
              </a:rPr>
              <a:t>dólares</a:t>
            </a:r>
          </a:p>
          <a:p>
            <a:pPr marL="742950" lvl="1" indent="-285750">
              <a:lnSpc>
                <a:spcPct val="150000"/>
              </a:lnSpc>
              <a:spcBef>
                <a:spcPts val="75"/>
              </a:spcBef>
              <a:buFont typeface="Arial" panose="020B0604020202020204" pitchFamily="34" charset="0"/>
              <a:buChar char="•"/>
            </a:pPr>
            <a:r>
              <a:rPr lang="en-US" sz="1500">
                <a:latin typeface="Segoe UI"/>
                <a:cs typeface="Segoe UI"/>
              </a:rPr>
              <a:t>150 </a:t>
            </a:r>
            <a:r>
              <a:rPr lang="en-US" sz="1500" err="1">
                <a:latin typeface="Segoe UI"/>
                <a:cs typeface="Segoe UI"/>
              </a:rPr>
              <a:t>cotizaciones</a:t>
            </a:r>
            <a:r>
              <a:rPr lang="en-US" sz="1500">
                <a:latin typeface="Segoe UI"/>
                <a:cs typeface="Segoe UI"/>
              </a:rPr>
              <a:t> de </a:t>
            </a:r>
            <a:r>
              <a:rPr lang="en-US" sz="1500" err="1">
                <a:latin typeface="Segoe UI"/>
                <a:cs typeface="Segoe UI"/>
              </a:rPr>
              <a:t>jubilación</a:t>
            </a:r>
          </a:p>
          <a:p>
            <a:pPr lvl="1">
              <a:lnSpc>
                <a:spcPct val="150000"/>
              </a:lnSpc>
              <a:spcBef>
                <a:spcPts val="75"/>
              </a:spcBef>
            </a:pPr>
            <a:r>
              <a:rPr lang="en-US" sz="1500">
                <a:latin typeface="Segoe UI"/>
                <a:cs typeface="Segoe UI"/>
              </a:rPr>
              <a:t>Total de </a:t>
            </a:r>
            <a:r>
              <a:rPr lang="en-US" sz="1500" err="1">
                <a:latin typeface="Segoe UI"/>
                <a:cs typeface="Segoe UI"/>
              </a:rPr>
              <a:t>prestaciones</a:t>
            </a:r>
            <a:r>
              <a:rPr lang="en-US" sz="1500">
                <a:latin typeface="Segoe UI"/>
                <a:cs typeface="Segoe UI"/>
              </a:rPr>
              <a:t> </a:t>
            </a:r>
            <a:r>
              <a:rPr lang="en-US" sz="1500" err="1">
                <a:latin typeface="Segoe UI"/>
                <a:cs typeface="Segoe UI"/>
              </a:rPr>
              <a:t>complementarias</a:t>
            </a:r>
            <a:r>
              <a:rPr lang="en-US" sz="1500">
                <a:latin typeface="Segoe UI"/>
                <a:cs typeface="Segoe UI"/>
              </a:rPr>
              <a:t> del </a:t>
            </a:r>
            <a:r>
              <a:rPr lang="en-US" sz="1500" err="1">
                <a:latin typeface="Segoe UI"/>
                <a:cs typeface="Segoe UI"/>
              </a:rPr>
              <a:t>empleador</a:t>
            </a:r>
            <a:r>
              <a:rPr lang="en-US" sz="1500">
                <a:latin typeface="Segoe UI"/>
                <a:cs typeface="Segoe UI"/>
              </a:rPr>
              <a:t>: 500 USD</a:t>
            </a:r>
            <a:endParaRPr lang="en-US" sz="1500">
              <a:solidFill>
                <a:schemeClr val="tx1"/>
              </a:solidFill>
              <a:latin typeface="Segoe UI"/>
              <a:cs typeface="Segoe UI"/>
            </a:endParaRPr>
          </a:p>
          <a:p>
            <a:pPr>
              <a:lnSpc>
                <a:spcPct val="150000"/>
              </a:lnSpc>
              <a:spcBef>
                <a:spcPts val="75"/>
              </a:spcBef>
            </a:pPr>
            <a:r>
              <a:rPr lang="en-US" sz="1500" err="1">
                <a:latin typeface="Segoe UI"/>
                <a:cs typeface="Segoe UI"/>
              </a:rPr>
              <a:t>Basándose</a:t>
            </a:r>
            <a:r>
              <a:rPr lang="en-US" sz="1500">
                <a:latin typeface="Segoe UI"/>
                <a:cs typeface="Segoe UI"/>
              </a:rPr>
              <a:t> </a:t>
            </a:r>
            <a:r>
              <a:rPr lang="en-US" sz="1500" err="1">
                <a:latin typeface="Segoe UI"/>
                <a:cs typeface="Segoe UI"/>
              </a:rPr>
              <a:t>en</a:t>
            </a:r>
            <a:r>
              <a:rPr lang="en-US" sz="1500">
                <a:latin typeface="Segoe UI"/>
                <a:cs typeface="Segoe UI"/>
              </a:rPr>
              <a:t> la </a:t>
            </a:r>
            <a:r>
              <a:rPr lang="en-US" sz="1500" err="1">
                <a:latin typeface="Segoe UI"/>
                <a:cs typeface="Segoe UI"/>
              </a:rPr>
              <a:t>información</a:t>
            </a:r>
            <a:r>
              <a:rPr lang="en-US" sz="1500">
                <a:latin typeface="Segoe UI"/>
                <a:cs typeface="Segoe UI"/>
              </a:rPr>
              <a:t> anterior, ¿</a:t>
            </a:r>
            <a:r>
              <a:rPr lang="en-US" sz="1500" err="1">
                <a:latin typeface="Segoe UI"/>
                <a:cs typeface="Segoe UI"/>
              </a:rPr>
              <a:t>cuál</a:t>
            </a:r>
            <a:r>
              <a:rPr lang="en-US" sz="1500">
                <a:latin typeface="Segoe UI"/>
                <a:cs typeface="Segoe UI"/>
              </a:rPr>
              <a:t> es </a:t>
            </a:r>
            <a:r>
              <a:rPr lang="en-US" sz="1500" err="1">
                <a:latin typeface="Segoe UI"/>
                <a:cs typeface="Segoe UI"/>
              </a:rPr>
              <a:t>el</a:t>
            </a:r>
            <a:r>
              <a:rPr lang="en-US" sz="1500">
                <a:latin typeface="Segoe UI"/>
                <a:cs typeface="Segoe UI"/>
              </a:rPr>
              <a:t> valor </a:t>
            </a:r>
            <a:r>
              <a:rPr lang="en-US" sz="1500" err="1">
                <a:latin typeface="Segoe UI"/>
                <a:cs typeface="Segoe UI"/>
              </a:rPr>
              <a:t>en</a:t>
            </a:r>
            <a:r>
              <a:rPr lang="en-US" sz="1500">
                <a:latin typeface="Segoe UI"/>
                <a:cs typeface="Segoe UI"/>
              </a:rPr>
              <a:t> </a:t>
            </a:r>
            <a:r>
              <a:rPr lang="en-US" sz="1500" err="1">
                <a:latin typeface="Segoe UI"/>
                <a:cs typeface="Segoe UI"/>
              </a:rPr>
              <a:t>dólares</a:t>
            </a:r>
            <a:r>
              <a:rPr lang="en-US" sz="1500">
                <a:latin typeface="Segoe UI"/>
                <a:cs typeface="Segoe UI"/>
              </a:rPr>
              <a:t> que se </a:t>
            </a:r>
            <a:r>
              <a:rPr lang="en-US" sz="1500" err="1">
                <a:latin typeface="Segoe UI"/>
                <a:cs typeface="Segoe UI"/>
              </a:rPr>
              <a:t>puede</a:t>
            </a:r>
            <a:r>
              <a:rPr lang="en-US" sz="1500">
                <a:latin typeface="Segoe UI"/>
                <a:cs typeface="Segoe UI"/>
              </a:rPr>
              <a:t> </a:t>
            </a:r>
            <a:r>
              <a:rPr lang="en-US" sz="1500" err="1">
                <a:latin typeface="Segoe UI"/>
                <a:cs typeface="Segoe UI"/>
              </a:rPr>
              <a:t>imputar</a:t>
            </a:r>
            <a:r>
              <a:rPr lang="en-US" sz="1500">
                <a:latin typeface="Segoe UI"/>
                <a:cs typeface="Segoe UI"/>
              </a:rPr>
              <a:t> a la </a:t>
            </a:r>
            <a:r>
              <a:rPr lang="en-US" sz="1500" err="1">
                <a:latin typeface="Segoe UI"/>
                <a:cs typeface="Segoe UI"/>
              </a:rPr>
              <a:t>adjudicación</a:t>
            </a:r>
            <a:r>
              <a:rPr lang="en-US" sz="1500">
                <a:latin typeface="Segoe UI"/>
                <a:cs typeface="Segoe UI"/>
              </a:rPr>
              <a:t> del DOL </a:t>
            </a:r>
            <a:r>
              <a:rPr lang="en-US" sz="1500" err="1">
                <a:latin typeface="Segoe UI"/>
                <a:cs typeface="Segoe UI"/>
              </a:rPr>
              <a:t>sobre</a:t>
            </a:r>
            <a:r>
              <a:rPr lang="en-US" sz="1500">
                <a:latin typeface="Segoe UI"/>
                <a:cs typeface="Segoe UI"/>
              </a:rPr>
              <a:t> Derechos </a:t>
            </a:r>
            <a:r>
              <a:rPr lang="en-US" sz="1500" err="1">
                <a:latin typeface="Segoe UI"/>
                <a:cs typeface="Segoe UI"/>
              </a:rPr>
              <a:t>Laborales</a:t>
            </a:r>
            <a:r>
              <a:rPr lang="en-US" sz="1500">
                <a:latin typeface="Segoe UI"/>
                <a:cs typeface="Segoe UI"/>
              </a:rPr>
              <a:t> </a:t>
            </a:r>
            <a:r>
              <a:rPr lang="en-US" sz="1500" err="1">
                <a:latin typeface="Segoe UI"/>
                <a:cs typeface="Segoe UI"/>
              </a:rPr>
              <a:t>por</a:t>
            </a:r>
            <a:r>
              <a:rPr lang="en-US" sz="1500">
                <a:latin typeface="Segoe UI"/>
                <a:cs typeface="Segoe UI"/>
              </a:rPr>
              <a:t> las </a:t>
            </a:r>
            <a:r>
              <a:rPr lang="en-US" sz="1500" err="1">
                <a:latin typeface="Segoe UI"/>
                <a:cs typeface="Segoe UI"/>
              </a:rPr>
              <a:t>prestaciones</a:t>
            </a:r>
            <a:r>
              <a:rPr lang="en-US" sz="1500">
                <a:latin typeface="Segoe UI"/>
                <a:cs typeface="Segoe UI"/>
              </a:rPr>
              <a:t> </a:t>
            </a:r>
            <a:r>
              <a:rPr lang="en-US" sz="1500" err="1">
                <a:latin typeface="Segoe UI"/>
                <a:cs typeface="Segoe UI"/>
              </a:rPr>
              <a:t>complementarias</a:t>
            </a:r>
            <a:r>
              <a:rPr lang="en-US" sz="1500">
                <a:latin typeface="Segoe UI"/>
                <a:cs typeface="Segoe UI"/>
              </a:rPr>
              <a:t> de John en mayo de 2022?</a:t>
            </a:r>
          </a:p>
        </p:txBody>
      </p:sp>
    </p:spTree>
    <p:extLst>
      <p:ext uri="{BB962C8B-B14F-4D97-AF65-F5344CB8AC3E}">
        <p14:creationId xmlns:p14="http://schemas.microsoft.com/office/powerpoint/2010/main" val="1955999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ea typeface="Segoe UI" pitchFamily="34" charset="0"/>
                <a:cs typeface="Segoe UI" pitchFamily="34" charset="0"/>
              </a:rPr>
              <a:t>Suministros</a:t>
            </a:r>
            <a:endParaRPr lang="en-US" sz="3600" kern="0">
              <a:solidFill>
                <a:schemeClr val="tx1"/>
              </a:solidFill>
            </a:endParaRPr>
          </a:p>
        </p:txBody>
      </p:sp>
      <p:sp>
        <p:nvSpPr>
          <p:cNvPr id="6" name="Google Shape;95;p18"/>
          <p:cNvSpPr txBox="1">
            <a:spLocks noGrp="1"/>
          </p:cNvSpPr>
          <p:nvPr>
            <p:ph type="body" idx="1"/>
          </p:nvPr>
        </p:nvSpPr>
        <p:spPr>
          <a:xfrm>
            <a:off x="304798" y="1123950"/>
            <a:ext cx="602311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700">
                <a:solidFill>
                  <a:schemeClr val="tx1"/>
                </a:solidFill>
                <a:latin typeface="Segoe UI"/>
                <a:ea typeface="Segoe UI" panose="020B0502040204020203" pitchFamily="34" charset="0"/>
                <a:cs typeface="Segoe UI"/>
              </a:rPr>
              <a:t>Valor </a:t>
            </a:r>
            <a:r>
              <a:rPr lang="en-US" sz="1700" err="1">
                <a:solidFill>
                  <a:schemeClr val="tx1"/>
                </a:solidFill>
                <a:latin typeface="Segoe UI"/>
                <a:ea typeface="Segoe UI" panose="020B0502040204020203" pitchFamily="34" charset="0"/>
                <a:cs typeface="Segoe UI"/>
              </a:rPr>
              <a:t>unitario</a:t>
            </a:r>
            <a:r>
              <a:rPr lang="en-US" sz="1700">
                <a:solidFill>
                  <a:schemeClr val="tx1"/>
                </a:solidFill>
                <a:latin typeface="Segoe UI"/>
                <a:ea typeface="Segoe UI" panose="020B0502040204020203" pitchFamily="34" charset="0"/>
                <a:cs typeface="Segoe UI"/>
              </a:rPr>
              <a:t> inferior a 5.000 USD </a:t>
            </a:r>
            <a:r>
              <a:rPr lang="en-US" sz="1700" err="1">
                <a:solidFill>
                  <a:schemeClr val="tx1"/>
                </a:solidFill>
                <a:latin typeface="Segoe UI"/>
                <a:ea typeface="Segoe UI" panose="020B0502040204020203" pitchFamily="34" charset="0"/>
                <a:cs typeface="Segoe UI"/>
              </a:rPr>
              <a:t>independientemente</a:t>
            </a:r>
            <a:r>
              <a:rPr lang="en-US" sz="1700">
                <a:solidFill>
                  <a:schemeClr val="tx1"/>
                </a:solidFill>
                <a:latin typeface="Segoe UI"/>
                <a:ea typeface="Segoe UI" panose="020B0502040204020203" pitchFamily="34" charset="0"/>
                <a:cs typeface="Segoe UI"/>
              </a:rPr>
              <a:t> de la </a:t>
            </a:r>
            <a:r>
              <a:rPr lang="en-US" sz="1700" err="1">
                <a:solidFill>
                  <a:schemeClr val="tx1"/>
                </a:solidFill>
                <a:latin typeface="Segoe UI"/>
                <a:ea typeface="Segoe UI" panose="020B0502040204020203" pitchFamily="34" charset="0"/>
                <a:cs typeface="Segoe UI"/>
              </a:rPr>
              <a:t>duración</a:t>
            </a:r>
            <a:r>
              <a:rPr lang="en-US" sz="1700">
                <a:solidFill>
                  <a:schemeClr val="tx1"/>
                </a:solidFill>
                <a:latin typeface="Segoe UI"/>
                <a:ea typeface="Segoe UI" panose="020B0502040204020203" pitchFamily="34" charset="0"/>
                <a:cs typeface="Segoe UI"/>
              </a:rPr>
              <a:t> de </a:t>
            </a:r>
            <a:r>
              <a:rPr lang="en-US" sz="1700" err="1">
                <a:solidFill>
                  <a:schemeClr val="tx1"/>
                </a:solidFill>
                <a:latin typeface="Segoe UI"/>
                <a:ea typeface="Segoe UI" panose="020B0502040204020203" pitchFamily="34" charset="0"/>
                <a:cs typeface="Segoe UI"/>
              </a:rPr>
              <a:t>su</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vida</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útil</a:t>
            </a:r>
          </a:p>
          <a:p>
            <a:pPr>
              <a:lnSpc>
                <a:spcPct val="150000"/>
              </a:lnSpc>
              <a:buClrTx/>
              <a:buFont typeface="Arial" panose="020B0604020202020204" pitchFamily="34" charset="0"/>
              <a:buChar char="•"/>
            </a:pPr>
            <a:r>
              <a:rPr lang="en-US" sz="1700">
                <a:solidFill>
                  <a:schemeClr val="tx1"/>
                </a:solidFill>
                <a:latin typeface="Segoe UI"/>
                <a:ea typeface="Segoe UI" panose="020B0502040204020203" pitchFamily="34" charset="0"/>
                <a:cs typeface="Segoe UI"/>
              </a:rPr>
              <a:t>El </a:t>
            </a:r>
            <a:r>
              <a:rPr lang="en-US" sz="1700" b="1">
                <a:solidFill>
                  <a:schemeClr val="tx1"/>
                </a:solidFill>
              </a:rPr>
              <a:t>sub-</a:t>
            </a:r>
            <a:r>
              <a:rPr lang="en-US" sz="1700" b="1" err="1">
                <a:solidFill>
                  <a:schemeClr val="tx1"/>
                </a:solidFill>
              </a:rPr>
              <a:t>adjudicatario</a:t>
            </a:r>
            <a:r>
              <a:rPr lang="en-US" sz="1700">
                <a:solidFill>
                  <a:schemeClr val="tx1"/>
                </a:solidFill>
                <a:latin typeface="Segoe UI"/>
                <a:ea typeface="Segoe UI" panose="020B0502040204020203" pitchFamily="34" charset="0"/>
                <a:cs typeface="Segoe UI"/>
              </a:rPr>
              <a:t> no </a:t>
            </a:r>
            <a:r>
              <a:rPr lang="en-US" sz="1700" err="1">
                <a:solidFill>
                  <a:schemeClr val="tx1"/>
                </a:solidFill>
                <a:latin typeface="Segoe UI"/>
                <a:ea typeface="Segoe UI" panose="020B0502040204020203" pitchFamily="34" charset="0"/>
                <a:cs typeface="Segoe UI"/>
              </a:rPr>
              <a:t>debe</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utilizar</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los</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suministros</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adquiridos</a:t>
            </a:r>
            <a:r>
              <a:rPr lang="en-US" sz="1700">
                <a:solidFill>
                  <a:schemeClr val="tx1"/>
                </a:solidFill>
                <a:latin typeface="Segoe UI"/>
                <a:ea typeface="Segoe UI" panose="020B0502040204020203" pitchFamily="34" charset="0"/>
                <a:cs typeface="Segoe UI"/>
              </a:rPr>
              <a:t> con </a:t>
            </a:r>
            <a:r>
              <a:rPr lang="en-US" sz="1700" err="1">
                <a:solidFill>
                  <a:schemeClr val="tx1"/>
                </a:solidFill>
                <a:latin typeface="Segoe UI"/>
                <a:ea typeface="Segoe UI" panose="020B0502040204020203" pitchFamily="34" charset="0"/>
                <a:cs typeface="Segoe UI"/>
              </a:rPr>
              <a:t>fondos</a:t>
            </a:r>
            <a:r>
              <a:rPr lang="en-US" sz="1700">
                <a:solidFill>
                  <a:schemeClr val="tx1"/>
                </a:solidFill>
                <a:latin typeface="Segoe UI"/>
                <a:ea typeface="Segoe UI" panose="020B0502040204020203" pitchFamily="34" charset="0"/>
                <a:cs typeface="Segoe UI"/>
              </a:rPr>
              <a:t> del USG para </a:t>
            </a:r>
            <a:r>
              <a:rPr lang="en-US" sz="1700" err="1">
                <a:solidFill>
                  <a:schemeClr val="tx1"/>
                </a:solidFill>
                <a:latin typeface="Segoe UI"/>
                <a:ea typeface="Segoe UI" panose="020B0502040204020203" pitchFamily="34" charset="0"/>
                <a:cs typeface="Segoe UI"/>
              </a:rPr>
              <a:t>prestar</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servicios</a:t>
            </a:r>
            <a:r>
              <a:rPr lang="en-US" sz="1700">
                <a:solidFill>
                  <a:schemeClr val="tx1"/>
                </a:solidFill>
                <a:latin typeface="Segoe UI"/>
                <a:ea typeface="Segoe UI" panose="020B0502040204020203" pitchFamily="34" charset="0"/>
                <a:cs typeface="Segoe UI"/>
              </a:rPr>
              <a:t> a </a:t>
            </a:r>
            <a:r>
              <a:rPr lang="en-US" sz="1700" err="1">
                <a:solidFill>
                  <a:schemeClr val="tx1"/>
                </a:solidFill>
                <a:latin typeface="Segoe UI"/>
                <a:ea typeface="Segoe UI" panose="020B0502040204020203" pitchFamily="34" charset="0"/>
                <a:cs typeface="Segoe UI"/>
              </a:rPr>
              <a:t>otras</a:t>
            </a:r>
            <a:r>
              <a:rPr lang="en-US" sz="1700">
                <a:solidFill>
                  <a:schemeClr val="tx1"/>
                </a:solidFill>
                <a:latin typeface="Segoe UI"/>
                <a:ea typeface="Segoe UI" panose="020B0502040204020203" pitchFamily="34" charset="0"/>
                <a:cs typeface="Segoe UI"/>
              </a:rPr>
              <a:t> </a:t>
            </a:r>
            <a:r>
              <a:rPr lang="en-US" sz="1700" err="1">
                <a:solidFill>
                  <a:schemeClr val="tx1"/>
                </a:solidFill>
                <a:latin typeface="Segoe UI"/>
                <a:ea typeface="Segoe UI" panose="020B0502040204020203" pitchFamily="34" charset="0"/>
                <a:cs typeface="Segoe UI"/>
              </a:rPr>
              <a:t>organizaciones</a:t>
            </a:r>
            <a:r>
              <a:rPr lang="en-US" sz="1700">
                <a:solidFill>
                  <a:schemeClr val="tx1"/>
                </a:solidFill>
                <a:latin typeface="Segoe UI"/>
                <a:ea typeface="Segoe UI" panose="020B0502040204020203" pitchFamily="34" charset="0"/>
                <a:cs typeface="Segoe UI"/>
              </a:rPr>
              <a:t> o para fines no </a:t>
            </a:r>
            <a:r>
              <a:rPr lang="en-US" sz="1700" err="1">
                <a:solidFill>
                  <a:schemeClr val="tx1"/>
                </a:solidFill>
                <a:latin typeface="Segoe UI"/>
                <a:ea typeface="Segoe UI" panose="020B0502040204020203" pitchFamily="34" charset="0"/>
                <a:cs typeface="Segoe UI"/>
              </a:rPr>
              <a:t>programáticos</a:t>
            </a:r>
            <a:r>
              <a:rPr lang="en-US" sz="1700">
                <a:solidFill>
                  <a:schemeClr val="tx1"/>
                </a:solidFill>
                <a:latin typeface="Segoe UI"/>
                <a:ea typeface="Segoe UI" panose="020B0502040204020203" pitchFamily="34" charset="0"/>
                <a:cs typeface="Segoe UI"/>
              </a:rPr>
              <a:t>.</a:t>
            </a:r>
          </a:p>
          <a:p>
            <a:pPr>
              <a:lnSpc>
                <a:spcPct val="150000"/>
              </a:lnSpc>
              <a:buClrTx/>
              <a:buFont typeface="Arial" panose="020B0604020202020204" pitchFamily="34" charset="0"/>
              <a:buChar char="•"/>
            </a:pPr>
            <a:r>
              <a:rPr lang="en-US" sz="1700" err="1">
                <a:solidFill>
                  <a:schemeClr val="tx1"/>
                </a:solidFill>
                <a:latin typeface="Segoe UI"/>
                <a:ea typeface="Segoe UI" panose="020B0502040204020203" pitchFamily="34" charset="0"/>
                <a:cs typeface="Segoe UI"/>
              </a:rPr>
              <a:t>Documentación</a:t>
            </a:r>
            <a:r>
              <a:rPr lang="en-US" sz="1700">
                <a:solidFill>
                  <a:schemeClr val="tx1"/>
                </a:solidFill>
                <a:latin typeface="Segoe UI"/>
                <a:ea typeface="Segoe UI" panose="020B0502040204020203" pitchFamily="34" charset="0"/>
                <a:cs typeface="Segoe UI"/>
              </a:rPr>
              <a:t>: factura y </a:t>
            </a:r>
            <a:r>
              <a:rPr lang="en-US" sz="1700" err="1">
                <a:solidFill>
                  <a:schemeClr val="tx1"/>
                </a:solidFill>
                <a:latin typeface="Segoe UI"/>
                <a:ea typeface="Segoe UI" panose="020B0502040204020203" pitchFamily="34" charset="0"/>
                <a:cs typeface="Segoe UI"/>
              </a:rPr>
              <a:t>recibo</a:t>
            </a:r>
            <a:r>
              <a:rPr lang="en-US" sz="1700">
                <a:solidFill>
                  <a:schemeClr val="tx1"/>
                </a:solidFill>
                <a:latin typeface="Segoe UI"/>
                <a:ea typeface="Segoe UI" panose="020B0502040204020203" pitchFamily="34" charset="0"/>
                <a:cs typeface="Segoe UI"/>
              </a:rPr>
              <a:t> </a:t>
            </a: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rgbClr val="F0A746">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4"/>
              </a:rPr>
              <a:t>   2 CFR 200.314</a:t>
            </a:r>
            <a:endParaRPr lang="en-US"/>
          </a:p>
        </p:txBody>
      </p:sp>
    </p:spTree>
    <p:extLst>
      <p:ext uri="{BB962C8B-B14F-4D97-AF65-F5344CB8AC3E}">
        <p14:creationId xmlns:p14="http://schemas.microsoft.com/office/powerpoint/2010/main" val="687924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Dispositivos informáticos</a:t>
            </a:r>
            <a:endParaRPr lang="en-US" sz="3600" kern="0">
              <a:solidFill>
                <a:schemeClr val="tx1"/>
              </a:solidFill>
            </a:endParaRPr>
          </a:p>
        </p:txBody>
      </p:sp>
      <p:sp>
        <p:nvSpPr>
          <p:cNvPr id="6" name="Google Shape;95;p18"/>
          <p:cNvSpPr txBox="1">
            <a:spLocks noGrp="1"/>
          </p:cNvSpPr>
          <p:nvPr>
            <p:ph type="body" idx="1"/>
          </p:nvPr>
        </p:nvSpPr>
        <p:spPr>
          <a:xfrm>
            <a:off x="304799" y="1280862"/>
            <a:ext cx="6023113" cy="3392068"/>
          </a:xfrm>
          <a:prstGeom prst="rect">
            <a:avLst/>
          </a:prstGeom>
        </p:spPr>
        <p:txBody>
          <a:bodyPr spcFirstLastPara="1" wrap="square" lIns="91425" tIns="91425" rIns="91425" bIns="91425" anchor="t" anchorCtr="0">
            <a:noAutofit/>
          </a:bodyPr>
          <a:lstStyle/>
          <a:p>
            <a:pPr marL="342900" indent="-342900">
              <a:lnSpc>
                <a:spcPts val="2500"/>
              </a:lnSpc>
              <a:buClrTx/>
              <a:buSzPct val="106000"/>
              <a:buFont typeface="Arial" panose="020B0604020202020204" pitchFamily="34" charset="0"/>
              <a:buChar char="•"/>
            </a:pP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Máquinas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utilizadas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para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adquirir</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almacenar</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analizar</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procesar</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y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publicar</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datos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y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otra</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información</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electrónicamente</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incluidos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los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accesorios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para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imprimir</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transmitir</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y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recibir</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o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almacenar</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información</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electrónica</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t>
            </a:r>
          </a:p>
          <a:p>
            <a:pPr marL="800100" lvl="1" indent="-342900">
              <a:lnSpc>
                <a:spcPts val="2500"/>
              </a:lnSpc>
              <a:buClrTx/>
              <a:buSzPct val="106000"/>
              <a:buFont typeface="Arial" panose="020B0604020202020204" pitchFamily="34" charset="0"/>
              <a:buChar char="•"/>
            </a:pP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Portátiles</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800100" lvl="1" indent="-342900">
              <a:lnSpc>
                <a:spcPts val="2500"/>
              </a:lnSpc>
              <a:buClrTx/>
              <a:buSzPct val="106000"/>
              <a:buFont typeface="Arial" panose="020B0604020202020204" pitchFamily="34" charset="0"/>
              <a:buChar char="•"/>
            </a:pP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Ordenadores</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800100" lvl="1" indent="-342900">
              <a:lnSpc>
                <a:spcPts val="2500"/>
              </a:lnSpc>
              <a:buClrTx/>
              <a:buSzPct val="106000"/>
              <a:buFont typeface="Arial" panose="020B0604020202020204" pitchFamily="34" charset="0"/>
              <a:buChar char="•"/>
            </a:pP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Tabletas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p>
          <a:p>
            <a:pPr marL="342900" indent="-342900">
              <a:lnSpc>
                <a:spcPts val="2500"/>
              </a:lnSpc>
              <a:buClrTx/>
              <a:buSzPct val="106000"/>
              <a:buFont typeface="Arial" panose="020B0604020202020204" pitchFamily="34" charset="0"/>
              <a:buChar char="•"/>
            </a:pP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Dispositivos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informáticos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admisibles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como</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err="1">
                <a:solidFill>
                  <a:schemeClr val="tx1"/>
                </a:solidFill>
                <a:latin typeface="Segoe UI" panose="020B0502040204020203" pitchFamily="34" charset="0"/>
                <a:ea typeface="Segoe UI" panose="020B0502040204020203" pitchFamily="34" charset="0"/>
                <a:cs typeface="Segoe UI" panose="020B0502040204020203" pitchFamily="34" charset="0"/>
              </a:rPr>
              <a:t>costos</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err="1">
                <a:solidFill>
                  <a:schemeClr val="tx1"/>
                </a:solidFill>
                <a:latin typeface="Segoe UI" panose="020B0502040204020203" pitchFamily="34" charset="0"/>
                <a:ea typeface="Segoe UI" panose="020B0502040204020203" pitchFamily="34" charset="0"/>
                <a:cs typeface="Segoe UI" panose="020B0502040204020203" pitchFamily="34" charset="0"/>
              </a:rPr>
              <a:t>directos</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en</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materiales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y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suministros</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siempre</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que </a:t>
            </a:r>
            <a:r>
              <a:rPr lang="en-US" sz="1700" dirty="0" err="1">
                <a:solidFill>
                  <a:schemeClr val="tx1"/>
                </a:solidFill>
                <a:latin typeface="Segoe UI" panose="020B0502040204020203" pitchFamily="34" charset="0"/>
                <a:ea typeface="Segoe UI" panose="020B0502040204020203" pitchFamily="34" charset="0"/>
                <a:cs typeface="Segoe UI" panose="020B0502040204020203" pitchFamily="34" charset="0"/>
              </a:rPr>
              <a:t>sean</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err="1">
                <a:solidFill>
                  <a:schemeClr val="tx1"/>
                </a:solidFill>
                <a:latin typeface="Segoe UI" panose="020B0502040204020203" pitchFamily="34" charset="0"/>
                <a:ea typeface="Segoe UI" panose="020B0502040204020203" pitchFamily="34" charset="0"/>
                <a:cs typeface="Segoe UI" panose="020B0502040204020203" pitchFamily="34" charset="0"/>
              </a:rPr>
              <a:t>necestarios</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 </a:t>
            </a:r>
            <a:r>
              <a:rPr lang="en-US" sz="1700" b="1" dirty="0" err="1">
                <a:solidFill>
                  <a:schemeClr val="tx1"/>
                </a:solidFill>
                <a:latin typeface="Segoe UI" panose="020B0502040204020203" pitchFamily="34" charset="0"/>
                <a:ea typeface="Segoe UI" panose="020B0502040204020203" pitchFamily="34" charset="0"/>
                <a:cs typeface="Segoe UI" panose="020B0502040204020203" pitchFamily="34" charset="0"/>
              </a:rPr>
              <a:t>imputables</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rgbClr val="F0A746">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4" action="ppaction://hlinkfile"/>
              </a:rPr>
              <a:t>   2 CFR 200.20</a:t>
            </a:r>
            <a:endParaRPr lang="en-US"/>
          </a:p>
        </p:txBody>
      </p:sp>
    </p:spTree>
    <p:extLst>
      <p:ext uri="{BB962C8B-B14F-4D97-AF65-F5344CB8AC3E}">
        <p14:creationId xmlns:p14="http://schemas.microsoft.com/office/powerpoint/2010/main" val="813357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a:cs typeface="Segoe UI"/>
              </a:rPr>
              <a:t>Equipo</a:t>
            </a:r>
            <a:endParaRPr lang="en-US" sz="3600" kern="0">
              <a:solidFill>
                <a:schemeClr val="tx1"/>
              </a:solidFill>
            </a:endParaRPr>
          </a:p>
        </p:txBody>
      </p:sp>
      <p:sp>
        <p:nvSpPr>
          <p:cNvPr id="6" name="Google Shape;95;p18"/>
          <p:cNvSpPr txBox="1">
            <a:spLocks noGrp="1"/>
          </p:cNvSpPr>
          <p:nvPr>
            <p:ph type="body" idx="1"/>
          </p:nvPr>
        </p:nvSpPr>
        <p:spPr>
          <a:xfrm>
            <a:off x="304798" y="1123950"/>
            <a:ext cx="602311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CR" sz="1700" dirty="0">
                <a:solidFill>
                  <a:schemeClr val="tx1"/>
                </a:solidFill>
                <a:latin typeface="Segoe UI"/>
                <a:ea typeface="Segoe UI" panose="020B0502040204020203" pitchFamily="34" charset="0"/>
                <a:cs typeface="Segoe UI"/>
              </a:rPr>
              <a:t>Valor unitario superior a 5.000 USD y vida útil superior a un año</a:t>
            </a:r>
          </a:p>
          <a:p>
            <a:pPr>
              <a:lnSpc>
                <a:spcPct val="150000"/>
              </a:lnSpc>
              <a:buClrTx/>
              <a:buFont typeface="Arial" panose="020B0604020202020204" pitchFamily="34" charset="0"/>
              <a:buChar char="•"/>
            </a:pPr>
            <a:r>
              <a:rPr lang="es-CR" sz="1700" dirty="0">
                <a:solidFill>
                  <a:schemeClr val="tx1"/>
                </a:solidFill>
                <a:latin typeface="Segoe UI"/>
                <a:ea typeface="Segoe UI" panose="020B0502040204020203" pitchFamily="34" charset="0"/>
                <a:cs typeface="Segoe UI"/>
              </a:rPr>
              <a:t>El </a:t>
            </a:r>
            <a:r>
              <a:rPr lang="en-US" sz="1700" b="1" dirty="0">
                <a:solidFill>
                  <a:schemeClr val="tx1"/>
                </a:solidFill>
              </a:rPr>
              <a:t>sub-</a:t>
            </a:r>
            <a:r>
              <a:rPr lang="en-US" sz="1700" b="1" dirty="0" err="1">
                <a:solidFill>
                  <a:schemeClr val="tx1"/>
                </a:solidFill>
              </a:rPr>
              <a:t>adjudicatario</a:t>
            </a:r>
            <a:r>
              <a:rPr lang="es-CR" sz="1700" dirty="0">
                <a:solidFill>
                  <a:schemeClr val="tx1"/>
                </a:solidFill>
                <a:latin typeface="Segoe UI"/>
                <a:ea typeface="Segoe UI" panose="020B0502040204020203" pitchFamily="34" charset="0"/>
                <a:cs typeface="Segoe UI"/>
              </a:rPr>
              <a:t> no debe utilizar los equipos adquiridos con fondos del USG para prestar servicios a otras organizaciones o para fines no programáticos.</a:t>
            </a:r>
          </a:p>
          <a:p>
            <a:pPr>
              <a:lnSpc>
                <a:spcPct val="150000"/>
              </a:lnSpc>
              <a:buClrTx/>
              <a:buFont typeface="Arial" panose="020B0604020202020204" pitchFamily="34" charset="0"/>
              <a:buChar char="•"/>
            </a:pPr>
            <a:r>
              <a:rPr lang="es-CR" sz="1700" dirty="0">
                <a:solidFill>
                  <a:schemeClr val="tx1"/>
                </a:solidFill>
                <a:latin typeface="Segoe UI"/>
                <a:ea typeface="Segoe UI" panose="020B0502040204020203" pitchFamily="34" charset="0"/>
                <a:cs typeface="Segoe UI"/>
              </a:rPr>
              <a:t>Requiere la aprobación previa del POA</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rgbClr val="F0A746">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4"/>
              </a:rPr>
              <a:t>   2 CFR 200.313</a:t>
            </a:r>
            <a:endParaRPr lang="en-US"/>
          </a:p>
        </p:txBody>
      </p:sp>
    </p:spTree>
    <p:extLst>
      <p:ext uri="{BB962C8B-B14F-4D97-AF65-F5344CB8AC3E}">
        <p14:creationId xmlns:p14="http://schemas.microsoft.com/office/powerpoint/2010/main" val="2947183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a:cs typeface="Segoe UI"/>
              </a:rPr>
              <a:t>Viaje</a:t>
            </a:r>
            <a:endParaRPr lang="en-US" sz="3600" kern="0">
              <a:solidFill>
                <a:schemeClr val="tx1"/>
              </a:solidFill>
            </a:endParaRPr>
          </a:p>
        </p:txBody>
      </p:sp>
      <p:sp>
        <p:nvSpPr>
          <p:cNvPr id="6" name="Google Shape;95;p18"/>
          <p:cNvSpPr txBox="1">
            <a:spLocks noGrp="1"/>
          </p:cNvSpPr>
          <p:nvPr>
            <p:ph type="body" idx="1"/>
          </p:nvPr>
        </p:nvSpPr>
        <p:spPr>
          <a:xfrm>
            <a:off x="-27214" y="1234168"/>
            <a:ext cx="6513446"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CR" sz="1700">
                <a:solidFill>
                  <a:schemeClr val="tx1"/>
                </a:solidFill>
                <a:latin typeface="Segoe UI"/>
                <a:ea typeface="Segoe UI" panose="020B0502040204020203" pitchFamily="34" charset="0"/>
                <a:cs typeface="Segoe UI"/>
              </a:rPr>
              <a:t>Los gastos de viaje son los gastos de transporte, alojamiento, viáticos y gastos relacionados a sus viajes </a:t>
            </a:r>
            <a:endParaRPr lang="es-CR"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CR" sz="1700">
                <a:solidFill>
                  <a:schemeClr val="tx1"/>
                </a:solidFill>
                <a:latin typeface="Segoe UI"/>
                <a:ea typeface="Segoe UI" panose="020B0502040204020203" pitchFamily="34" charset="0"/>
                <a:cs typeface="Segoe UI"/>
              </a:rPr>
              <a:t>Debe cumplir la política de viajes escrita de la organización</a:t>
            </a:r>
          </a:p>
          <a:p>
            <a:pPr>
              <a:lnSpc>
                <a:spcPct val="150000"/>
              </a:lnSpc>
              <a:buClrTx/>
              <a:buFont typeface="Arial" panose="020B0604020202020204" pitchFamily="34" charset="0"/>
              <a:buChar char="•"/>
            </a:pPr>
            <a:r>
              <a:rPr lang="es-CR" sz="1700">
                <a:solidFill>
                  <a:schemeClr val="tx1"/>
                </a:solidFill>
                <a:latin typeface="Segoe UI"/>
                <a:ea typeface="Segoe UI" panose="020B0502040204020203" pitchFamily="34" charset="0"/>
                <a:cs typeface="Segoe UI"/>
              </a:rPr>
              <a:t>Dichos gastos podrán imputarse en función de los costes reales, de los viáticos o del kilometraje en lugar de los costos reales incurridos.</a:t>
            </a:r>
          </a:p>
          <a:p>
            <a:pPr lvl="1">
              <a:lnSpc>
                <a:spcPct val="150000"/>
              </a:lnSpc>
              <a:buClrTx/>
              <a:buFont typeface="Arial" panose="020B0604020202020204" pitchFamily="34" charset="0"/>
              <a:buChar char="•"/>
            </a:pPr>
            <a:r>
              <a:rPr lang="es-CR" sz="1700">
                <a:solidFill>
                  <a:schemeClr val="tx1"/>
                </a:solidFill>
                <a:latin typeface="Segoe UI"/>
                <a:ea typeface="Segoe UI" panose="020B0502040204020203" pitchFamily="34" charset="0"/>
                <a:cs typeface="Segoe UI"/>
              </a:rPr>
              <a:t>El método utilizado debe aplicarse de forma consistente </a:t>
            </a:r>
            <a:endParaRPr lang="es-CR" sz="17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5"/>
              </a:rPr>
              <a:t>   2 CFR 200.475</a:t>
            </a:r>
            <a:endParaRPr lang="en-US"/>
          </a:p>
        </p:txBody>
      </p:sp>
    </p:spTree>
    <p:extLst>
      <p:ext uri="{BB962C8B-B14F-4D97-AF65-F5344CB8AC3E}">
        <p14:creationId xmlns:p14="http://schemas.microsoft.com/office/powerpoint/2010/main" val="3592066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cs typeface="Segoe UI" pitchFamily="34" charset="0"/>
              </a:rPr>
              <a:t>Autorización previa de viaje</a:t>
            </a:r>
            <a:endParaRPr lang="en-US" sz="3600" kern="0">
              <a:solidFill>
                <a:schemeClr val="tx1"/>
              </a:solidFill>
            </a:endParaRPr>
          </a:p>
        </p:txBody>
      </p:sp>
      <p:sp>
        <p:nvSpPr>
          <p:cNvPr id="6" name="Google Shape;95;p18"/>
          <p:cNvSpPr txBox="1">
            <a:spLocks noGrp="1"/>
          </p:cNvSpPr>
          <p:nvPr>
            <p:ph type="body" idx="1"/>
          </p:nvPr>
        </p:nvSpPr>
        <p:spPr>
          <a:xfrm>
            <a:off x="304798" y="1123949"/>
            <a:ext cx="6023113" cy="3763241"/>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CR" sz="1700" dirty="0">
                <a:solidFill>
                  <a:schemeClr val="tx1"/>
                </a:solidFill>
                <a:latin typeface="Segoe UI"/>
                <a:ea typeface="Segoe UI" panose="020B0502040204020203" pitchFamily="34" charset="0"/>
                <a:cs typeface="Segoe UI"/>
              </a:rPr>
              <a:t>Deberá presentarse una </a:t>
            </a:r>
            <a:r>
              <a:rPr lang="es-CR" sz="1700" u="sng" dirty="0">
                <a:solidFill>
                  <a:schemeClr val="tx1"/>
                </a:solidFill>
                <a:latin typeface="Segoe UI"/>
                <a:ea typeface="Segoe UI" panose="020B0502040204020203" pitchFamily="34" charset="0"/>
                <a:cs typeface="Segoe UI"/>
              </a:rPr>
              <a:t>justificación </a:t>
            </a:r>
            <a:r>
              <a:rPr lang="es-CR" sz="1700" dirty="0">
                <a:solidFill>
                  <a:schemeClr val="tx1"/>
                </a:solidFill>
                <a:latin typeface="Segoe UI"/>
                <a:ea typeface="Segoe UI" panose="020B0502040204020203" pitchFamily="34" charset="0"/>
                <a:cs typeface="Segoe UI"/>
              </a:rPr>
              <a:t>y aprobación </a:t>
            </a:r>
            <a:r>
              <a:rPr lang="es-CR" sz="1700" u="sng" dirty="0">
                <a:solidFill>
                  <a:schemeClr val="tx1"/>
                </a:solidFill>
                <a:latin typeface="Segoe UI"/>
                <a:ea typeface="Segoe UI" panose="020B0502040204020203" pitchFamily="34" charset="0"/>
                <a:cs typeface="Segoe UI"/>
              </a:rPr>
              <a:t>por escrito </a:t>
            </a:r>
            <a:r>
              <a:rPr lang="es-CR" sz="1700" dirty="0">
                <a:solidFill>
                  <a:schemeClr val="tx1"/>
                </a:solidFill>
                <a:latin typeface="Segoe UI"/>
                <a:ea typeface="Segoe UI" panose="020B0502040204020203" pitchFamily="34" charset="0"/>
                <a:cs typeface="Segoe UI"/>
              </a:rPr>
              <a:t>para cada viaje a una conferencia, taller, excursión o cualquier otro motivo de viaje (solicitud de viaje).</a:t>
            </a:r>
          </a:p>
          <a:p>
            <a:pPr lvl="1">
              <a:lnSpc>
                <a:spcPct val="150000"/>
              </a:lnSpc>
              <a:buClrTx/>
              <a:buFont typeface="Arial" panose="020B0604020202020204" pitchFamily="34" charset="0"/>
              <a:buChar char="•"/>
            </a:pPr>
            <a:r>
              <a:rPr lang="es-CR" sz="1700" dirty="0">
                <a:solidFill>
                  <a:schemeClr val="tx1"/>
                </a:solidFill>
                <a:latin typeface="Segoe UI"/>
                <a:ea typeface="Segoe UI" panose="020B0502040204020203" pitchFamily="34" charset="0"/>
                <a:cs typeface="Segoe UI"/>
              </a:rPr>
              <a:t>Aprobación por escrito del supervisor antes de incurrir en gastos </a:t>
            </a:r>
            <a:endParaRPr lang="es-CR"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lnSpc>
                <a:spcPct val="150000"/>
              </a:lnSpc>
              <a:buClrTx/>
              <a:buFont typeface="Arial" panose="020B0604020202020204" pitchFamily="34" charset="0"/>
              <a:buChar char="•"/>
            </a:pPr>
            <a:r>
              <a:rPr lang="es-CR" sz="1700" dirty="0">
                <a:solidFill>
                  <a:schemeClr val="tx1"/>
                </a:solidFill>
                <a:latin typeface="Segoe UI"/>
                <a:ea typeface="Segoe UI" panose="020B0502040204020203" pitchFamily="34" charset="0"/>
                <a:cs typeface="Segoe UI"/>
              </a:rPr>
              <a:t>Debe contar con un presupuesto aprobado para cubrir los costos</a:t>
            </a:r>
          </a:p>
          <a:p>
            <a:pPr>
              <a:lnSpc>
                <a:spcPct val="150000"/>
              </a:lnSpc>
              <a:buClrTx/>
              <a:buFont typeface="Arial" panose="020B0604020202020204" pitchFamily="34" charset="0"/>
              <a:buChar char="•"/>
            </a:pPr>
            <a:r>
              <a:rPr lang="es-CR" sz="1700" dirty="0">
                <a:solidFill>
                  <a:schemeClr val="tx1"/>
                </a:solidFill>
                <a:latin typeface="Segoe UI"/>
                <a:ea typeface="Segoe UI" panose="020B0502040204020203" pitchFamily="34" charset="0"/>
                <a:cs typeface="Segoe UI"/>
                <a:hlinkClick r:id="rId5"/>
              </a:rPr>
              <a:t>Ejemplo de una autorización de viaje</a:t>
            </a:r>
            <a:endParaRPr lang="es-CR"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6"/>
              </a:rPr>
              <a:t>   2 CFR 200.475</a:t>
            </a:r>
            <a:endParaRPr lang="en-US"/>
          </a:p>
        </p:txBody>
      </p:sp>
    </p:spTree>
    <p:extLst>
      <p:ext uri="{BB962C8B-B14F-4D97-AF65-F5344CB8AC3E}">
        <p14:creationId xmlns:p14="http://schemas.microsoft.com/office/powerpoint/2010/main" val="917300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cs typeface="Segoe UI" pitchFamily="34" charset="0"/>
              </a:rPr>
              <a:t>Alojamiento</a:t>
            </a:r>
            <a:endParaRPr lang="en-US" sz="3600" kern="0">
              <a:solidFill>
                <a:schemeClr val="tx1"/>
              </a:solidFill>
            </a:endParaRPr>
          </a:p>
        </p:txBody>
      </p:sp>
      <p:sp>
        <p:nvSpPr>
          <p:cNvPr id="6" name="Google Shape;95;p18"/>
          <p:cNvSpPr txBox="1">
            <a:spLocks noGrp="1"/>
          </p:cNvSpPr>
          <p:nvPr>
            <p:ph type="body" idx="1"/>
          </p:nvPr>
        </p:nvSpPr>
        <p:spPr>
          <a:xfrm>
            <a:off x="228600" y="1247774"/>
            <a:ext cx="6216773" cy="3990975"/>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El </a:t>
            </a:r>
            <a:r>
              <a:rPr lang="en-US" sz="1400" err="1">
                <a:solidFill>
                  <a:schemeClr val="tx1"/>
                </a:solidFill>
                <a:latin typeface="Segoe UI"/>
                <a:ea typeface="Segoe UI" panose="020B0502040204020203" pitchFamily="34" charset="0"/>
                <a:cs typeface="Segoe UI"/>
              </a:rPr>
              <a:t>alojamiento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está</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permitido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cuando</a:t>
            </a:r>
            <a:r>
              <a:rPr lang="en-US" sz="1400">
                <a:solidFill>
                  <a:schemeClr val="tx1"/>
                </a:solidFill>
                <a:latin typeface="Segoe UI"/>
                <a:ea typeface="Segoe UI" panose="020B0502040204020203" pitchFamily="34" charset="0"/>
                <a:cs typeface="Segoe UI"/>
              </a:rPr>
              <a:t>: </a:t>
            </a: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927100" lvl="1" indent="-342900">
              <a:lnSpc>
                <a:spcPct val="150000"/>
              </a:lnSpc>
              <a:buClrTx/>
              <a:buAutoNum type="arabicParenBoth"/>
            </a:pPr>
            <a:r>
              <a:rPr lang="en-US" sz="1400">
                <a:solidFill>
                  <a:schemeClr val="tx1"/>
                </a:solidFill>
                <a:latin typeface="Segoe UI"/>
                <a:ea typeface="Segoe UI" panose="020B0502040204020203" pitchFamily="34" charset="0"/>
                <a:cs typeface="Segoe UI"/>
              </a:rPr>
              <a:t>La </a:t>
            </a:r>
            <a:r>
              <a:rPr lang="en-US" sz="1400" err="1">
                <a:solidFill>
                  <a:schemeClr val="tx1"/>
                </a:solidFill>
                <a:latin typeface="Segoe UI"/>
                <a:ea typeface="Segoe UI" panose="020B0502040204020203" pitchFamily="34" charset="0"/>
                <a:cs typeface="Segoe UI"/>
              </a:rPr>
              <a:t>participación</a:t>
            </a:r>
            <a:r>
              <a:rPr lang="en-US" sz="1400">
                <a:solidFill>
                  <a:schemeClr val="tx1"/>
                </a:solidFill>
                <a:latin typeface="Segoe UI"/>
                <a:ea typeface="Segoe UI" panose="020B0502040204020203" pitchFamily="34" charset="0"/>
                <a:cs typeface="Segoe UI"/>
              </a:rPr>
              <a:t> de la persona es </a:t>
            </a:r>
            <a:r>
              <a:rPr lang="en-US" sz="1400" err="1">
                <a:solidFill>
                  <a:schemeClr val="tx1"/>
                </a:solidFill>
                <a:latin typeface="Segoe UI"/>
                <a:ea typeface="Segoe UI" panose="020B0502040204020203" pitchFamily="34" charset="0"/>
                <a:cs typeface="Segoe UI"/>
              </a:rPr>
              <a:t>necesaria</a:t>
            </a:r>
            <a:r>
              <a:rPr lang="en-US" sz="1400">
                <a:solidFill>
                  <a:schemeClr val="tx1"/>
                </a:solidFill>
                <a:latin typeface="Segoe UI"/>
                <a:ea typeface="Segoe UI" panose="020B0502040204020203" pitchFamily="34" charset="0"/>
                <a:cs typeface="Segoe UI"/>
              </a:rPr>
              <a:t> para la </a:t>
            </a:r>
            <a:r>
              <a:rPr lang="en-US" sz="1400" err="1">
                <a:solidFill>
                  <a:schemeClr val="tx1"/>
                </a:solidFill>
                <a:latin typeface="Segoe UI"/>
                <a:ea typeface="Segoe UI" panose="020B0502040204020203" pitchFamily="34" charset="0"/>
                <a:cs typeface="Segoe UI"/>
              </a:rPr>
              <a:t>concesión</a:t>
            </a:r>
            <a:r>
              <a:rPr lang="en-US" sz="1400">
                <a:solidFill>
                  <a:schemeClr val="tx1"/>
                </a:solidFill>
                <a:latin typeface="Segoe UI"/>
                <a:ea typeface="Segoe UI" panose="020B0502040204020203" pitchFamily="34" charset="0"/>
                <a:cs typeface="Segoe UI"/>
              </a:rPr>
              <a:t> del USG; y </a:t>
            </a: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927100" lvl="1" indent="-342900">
              <a:lnSpc>
                <a:spcPct val="150000"/>
              </a:lnSpc>
              <a:buClrTx/>
              <a:buAutoNum type="arabicParenBoth"/>
            </a:pPr>
            <a:r>
              <a:rPr lang="en-US" sz="1400">
                <a:solidFill>
                  <a:schemeClr val="tx1"/>
                </a:solidFill>
                <a:latin typeface="Segoe UI"/>
                <a:ea typeface="Segoe UI" panose="020B0502040204020203" pitchFamily="34" charset="0"/>
                <a:cs typeface="Segoe UI"/>
              </a:rPr>
              <a:t>Los </a:t>
            </a:r>
            <a:r>
              <a:rPr lang="en-US" sz="1400" err="1">
                <a:solidFill>
                  <a:schemeClr val="tx1"/>
                </a:solidFill>
                <a:latin typeface="Segoe UI"/>
                <a:ea typeface="Segoe UI" panose="020B0502040204020203" pitchFamily="34" charset="0"/>
                <a:cs typeface="Segoe UI"/>
              </a:rPr>
              <a:t>costos</a:t>
            </a:r>
            <a:r>
              <a:rPr lang="en-US" sz="1400">
                <a:solidFill>
                  <a:schemeClr val="tx1"/>
                </a:solidFill>
                <a:latin typeface="Segoe UI"/>
                <a:ea typeface="Segoe UI" panose="020B0502040204020203" pitchFamily="34" charset="0"/>
                <a:cs typeface="Segoe UI"/>
              </a:rPr>
              <a:t> son </a:t>
            </a:r>
            <a:r>
              <a:rPr lang="en-US" sz="1400" err="1">
                <a:solidFill>
                  <a:schemeClr val="tx1"/>
                </a:solidFill>
                <a:latin typeface="Segoe UI"/>
                <a:ea typeface="Segoe UI" panose="020B0502040204020203" pitchFamily="34" charset="0"/>
                <a:cs typeface="Segoe UI"/>
              </a:rPr>
              <a:t>razonables</a:t>
            </a:r>
            <a:r>
              <a:rPr lang="en-US" sz="1400">
                <a:solidFill>
                  <a:schemeClr val="tx1"/>
                </a:solidFill>
                <a:latin typeface="Segoe UI"/>
                <a:ea typeface="Segoe UI" panose="020B0502040204020203" pitchFamily="34" charset="0"/>
                <a:cs typeface="Segoe UI"/>
              </a:rPr>
              <a:t> y </a:t>
            </a:r>
            <a:r>
              <a:rPr lang="en-US" sz="1400" err="1">
                <a:solidFill>
                  <a:schemeClr val="tx1"/>
                </a:solidFill>
                <a:latin typeface="Segoe UI"/>
                <a:ea typeface="Segoe UI" panose="020B0502040204020203" pitchFamily="34" charset="0"/>
                <a:cs typeface="Segoe UI"/>
              </a:rPr>
              <a:t>coherentes</a:t>
            </a:r>
            <a:r>
              <a:rPr lang="en-US" sz="1400">
                <a:solidFill>
                  <a:schemeClr val="tx1"/>
                </a:solidFill>
                <a:latin typeface="Segoe UI"/>
                <a:ea typeface="Segoe UI" panose="020B0502040204020203" pitchFamily="34" charset="0"/>
                <a:cs typeface="Segoe UI"/>
              </a:rPr>
              <a:t> con la </a:t>
            </a:r>
            <a:r>
              <a:rPr lang="en-US" sz="1400" err="1">
                <a:solidFill>
                  <a:schemeClr val="tx1"/>
                </a:solidFill>
                <a:latin typeface="Segoe UI"/>
                <a:ea typeface="Segoe UI" panose="020B0502040204020203" pitchFamily="34" charset="0"/>
                <a:cs typeface="Segoe UI"/>
              </a:rPr>
              <a:t>política</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viajes</a:t>
            </a:r>
            <a:r>
              <a:rPr lang="en-US" sz="1400">
                <a:solidFill>
                  <a:schemeClr val="tx1"/>
                </a:solidFill>
                <a:latin typeface="Segoe UI"/>
                <a:ea typeface="Segoe UI" panose="020B0502040204020203" pitchFamily="34" charset="0"/>
                <a:cs typeface="Segoe UI"/>
              </a:rPr>
              <a:t> de la </a:t>
            </a:r>
            <a:r>
              <a:rPr lang="en-US" sz="1400" err="1">
                <a:solidFill>
                  <a:schemeClr val="tx1"/>
                </a:solidFill>
                <a:latin typeface="Segoe UI"/>
                <a:ea typeface="Segoe UI" panose="020B0502040204020203" pitchFamily="34" charset="0"/>
                <a:cs typeface="Segoe UI"/>
              </a:rPr>
              <a:t>organización</a:t>
            </a:r>
            <a:endParaRPr lang="en-US" sz="1400">
              <a:solidFill>
                <a:schemeClr val="tx1"/>
              </a:solidFill>
              <a:latin typeface="Segoe UI"/>
              <a:ea typeface="Segoe UI" panose="020B0502040204020203" pitchFamily="34" charset="0"/>
              <a:cs typeface="Segoe UI"/>
            </a:endParaRPr>
          </a:p>
          <a:p>
            <a:pPr marL="285750" indent="-285750" algn="just"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La factura del hotel </a:t>
            </a:r>
            <a:r>
              <a:rPr lang="en-US" sz="1400" err="1">
                <a:solidFill>
                  <a:schemeClr val="tx1"/>
                </a:solidFill>
                <a:latin typeface="Segoe UI"/>
                <a:cs typeface="Segoe UI"/>
              </a:rPr>
              <a:t>debe</a:t>
            </a:r>
            <a:r>
              <a:rPr lang="en-US" sz="1400">
                <a:solidFill>
                  <a:schemeClr val="tx1"/>
                </a:solidFill>
                <a:latin typeface="Segoe UI"/>
                <a:cs typeface="Segoe UI"/>
              </a:rPr>
              <a:t> </a:t>
            </a:r>
            <a:r>
              <a:rPr lang="en-US" sz="1400" err="1">
                <a:solidFill>
                  <a:schemeClr val="tx1"/>
                </a:solidFill>
                <a:latin typeface="Segoe UI"/>
                <a:cs typeface="Segoe UI"/>
              </a:rPr>
              <a:t>incluir</a:t>
            </a:r>
            <a:r>
              <a:rPr lang="en-US" sz="1400">
                <a:solidFill>
                  <a:schemeClr val="tx1"/>
                </a:solidFill>
                <a:latin typeface="Segoe UI"/>
                <a:cs typeface="Segoe UI"/>
              </a:rPr>
              <a:t>: </a:t>
            </a:r>
            <a:r>
              <a:rPr lang="en-US" sz="1400" err="1">
                <a:solidFill>
                  <a:schemeClr val="tx1"/>
                </a:solidFill>
                <a:latin typeface="Segoe UI"/>
                <a:cs typeface="Segoe UI"/>
              </a:rPr>
              <a:t>nombre</a:t>
            </a:r>
            <a:r>
              <a:rPr lang="en-US" sz="1400">
                <a:solidFill>
                  <a:schemeClr val="tx1"/>
                </a:solidFill>
                <a:latin typeface="Segoe UI"/>
                <a:cs typeface="Segoe UI"/>
              </a:rPr>
              <a:t> del </a:t>
            </a:r>
            <a:r>
              <a:rPr lang="en-US" sz="1400" err="1">
                <a:solidFill>
                  <a:schemeClr val="tx1"/>
                </a:solidFill>
                <a:latin typeface="Segoe UI"/>
                <a:cs typeface="Segoe UI"/>
              </a:rPr>
              <a:t>viajero</a:t>
            </a:r>
            <a:r>
              <a:rPr lang="en-US" sz="1400">
                <a:solidFill>
                  <a:schemeClr val="tx1"/>
                </a:solidFill>
                <a:latin typeface="Segoe UI"/>
                <a:cs typeface="Segoe UI"/>
              </a:rPr>
              <a:t>, </a:t>
            </a:r>
            <a:r>
              <a:rPr lang="en-US" sz="1400" err="1">
                <a:solidFill>
                  <a:schemeClr val="tx1"/>
                </a:solidFill>
                <a:latin typeface="Segoe UI"/>
                <a:cs typeface="Segoe UI"/>
              </a:rPr>
              <a:t>nombre</a:t>
            </a:r>
            <a:r>
              <a:rPr lang="en-US" sz="1400">
                <a:solidFill>
                  <a:schemeClr val="tx1"/>
                </a:solidFill>
                <a:latin typeface="Segoe UI"/>
                <a:cs typeface="Segoe UI"/>
              </a:rPr>
              <a:t> del hotel, </a:t>
            </a:r>
            <a:r>
              <a:rPr lang="en-US" sz="1400" err="1">
                <a:solidFill>
                  <a:schemeClr val="tx1"/>
                </a:solidFill>
                <a:latin typeface="Segoe UI"/>
                <a:cs typeface="Segoe UI"/>
              </a:rPr>
              <a:t>fecha</a:t>
            </a:r>
            <a:r>
              <a:rPr lang="en-US" sz="1400">
                <a:solidFill>
                  <a:schemeClr val="tx1"/>
                </a:solidFill>
                <a:latin typeface="Segoe UI"/>
                <a:cs typeface="Segoe UI"/>
              </a:rPr>
              <a:t> de </a:t>
            </a:r>
            <a:r>
              <a:rPr lang="en-US" sz="1400" err="1">
                <a:solidFill>
                  <a:schemeClr val="tx1"/>
                </a:solidFill>
                <a:latin typeface="Segoe UI"/>
                <a:cs typeface="Segoe UI"/>
              </a:rPr>
              <a:t>inicio</a:t>
            </a:r>
            <a:r>
              <a:rPr lang="en-US" sz="1400">
                <a:solidFill>
                  <a:schemeClr val="tx1"/>
                </a:solidFill>
                <a:latin typeface="Segoe UI"/>
                <a:cs typeface="Segoe UI"/>
              </a:rPr>
              <a:t> y fin de la estancia, </a:t>
            </a:r>
            <a:r>
              <a:rPr lang="en-US" sz="1400" err="1">
                <a:solidFill>
                  <a:schemeClr val="tx1"/>
                </a:solidFill>
                <a:latin typeface="Segoe UI"/>
                <a:cs typeface="Segoe UI"/>
              </a:rPr>
              <a:t>número</a:t>
            </a:r>
            <a:r>
              <a:rPr lang="en-US" sz="1400">
                <a:solidFill>
                  <a:schemeClr val="tx1"/>
                </a:solidFill>
                <a:latin typeface="Segoe UI"/>
                <a:cs typeface="Segoe UI"/>
              </a:rPr>
              <a:t> de </a:t>
            </a:r>
            <a:r>
              <a:rPr lang="en-US" sz="1400" err="1">
                <a:solidFill>
                  <a:schemeClr val="tx1"/>
                </a:solidFill>
                <a:latin typeface="Segoe UI"/>
                <a:cs typeface="Segoe UI"/>
              </a:rPr>
              <a:t>noches</a:t>
            </a:r>
            <a:r>
              <a:rPr lang="en-US" sz="1400">
                <a:solidFill>
                  <a:schemeClr val="tx1"/>
                </a:solidFill>
                <a:latin typeface="Segoe UI"/>
                <a:cs typeface="Segoe UI"/>
              </a:rPr>
              <a:t> de hotel, </a:t>
            </a:r>
            <a:r>
              <a:rPr lang="en-US" sz="1400" err="1">
                <a:solidFill>
                  <a:schemeClr val="tx1"/>
                </a:solidFill>
                <a:latin typeface="Segoe UI"/>
                <a:cs typeface="Segoe UI"/>
              </a:rPr>
              <a:t>tarifa</a:t>
            </a:r>
            <a:r>
              <a:rPr lang="en-US" sz="1400">
                <a:solidFill>
                  <a:schemeClr val="tx1"/>
                </a:solidFill>
                <a:latin typeface="Segoe UI"/>
                <a:cs typeface="Segoe UI"/>
              </a:rPr>
              <a:t> </a:t>
            </a:r>
            <a:r>
              <a:rPr lang="en-US" sz="1400" err="1">
                <a:solidFill>
                  <a:schemeClr val="tx1"/>
                </a:solidFill>
                <a:latin typeface="Segoe UI"/>
                <a:cs typeface="Segoe UI"/>
              </a:rPr>
              <a:t>por</a:t>
            </a:r>
            <a:r>
              <a:rPr lang="en-US" sz="1400">
                <a:solidFill>
                  <a:schemeClr val="tx1"/>
                </a:solidFill>
                <a:latin typeface="Segoe UI"/>
                <a:cs typeface="Segoe UI"/>
              </a:rPr>
              <a:t> </a:t>
            </a:r>
            <a:r>
              <a:rPr lang="en-US" sz="1400" err="1">
                <a:solidFill>
                  <a:schemeClr val="tx1"/>
                </a:solidFill>
                <a:latin typeface="Segoe UI"/>
                <a:cs typeface="Segoe UI"/>
              </a:rPr>
              <a:t>noche</a:t>
            </a:r>
            <a:r>
              <a:rPr lang="en-US" sz="1400">
                <a:solidFill>
                  <a:schemeClr val="tx1"/>
                </a:solidFill>
                <a:latin typeface="Segoe UI"/>
                <a:cs typeface="Segoe UI"/>
              </a:rPr>
              <a:t> y </a:t>
            </a:r>
            <a:r>
              <a:rPr lang="en-US" sz="1400" err="1">
                <a:solidFill>
                  <a:schemeClr val="tx1"/>
                </a:solidFill>
                <a:latin typeface="Segoe UI"/>
                <a:cs typeface="Segoe UI"/>
              </a:rPr>
              <a:t>si</a:t>
            </a:r>
            <a:r>
              <a:rPr lang="en-US" sz="1400">
                <a:solidFill>
                  <a:schemeClr val="tx1"/>
                </a:solidFill>
                <a:latin typeface="Segoe UI"/>
                <a:cs typeface="Segoe UI"/>
              </a:rPr>
              <a:t> la </a:t>
            </a:r>
            <a:r>
              <a:rPr lang="en-US" sz="1400" err="1">
                <a:solidFill>
                  <a:schemeClr val="tx1"/>
                </a:solidFill>
                <a:latin typeface="Segoe UI"/>
                <a:cs typeface="Segoe UI"/>
              </a:rPr>
              <a:t>habitación</a:t>
            </a:r>
            <a:r>
              <a:rPr lang="en-US" sz="1400">
                <a:solidFill>
                  <a:schemeClr val="tx1"/>
                </a:solidFill>
                <a:latin typeface="Segoe UI"/>
                <a:cs typeface="Segoe UI"/>
              </a:rPr>
              <a:t> </a:t>
            </a:r>
            <a:r>
              <a:rPr lang="en-US" sz="1400" err="1">
                <a:solidFill>
                  <a:schemeClr val="tx1"/>
                </a:solidFill>
                <a:latin typeface="Segoe UI"/>
                <a:cs typeface="Segoe UI"/>
              </a:rPr>
              <a:t>incluye</a:t>
            </a:r>
            <a:r>
              <a:rPr lang="en-US" sz="1400">
                <a:solidFill>
                  <a:schemeClr val="tx1"/>
                </a:solidFill>
                <a:latin typeface="Segoe UI"/>
                <a:cs typeface="Segoe UI"/>
              </a:rPr>
              <a:t> </a:t>
            </a:r>
            <a:r>
              <a:rPr lang="en-US" sz="1400" err="1">
                <a:solidFill>
                  <a:schemeClr val="tx1"/>
                </a:solidFill>
                <a:latin typeface="Segoe UI"/>
                <a:cs typeface="Segoe UI"/>
              </a:rPr>
              <a:t>desayuno</a:t>
            </a:r>
            <a:r>
              <a:rPr lang="en-US" sz="1400">
                <a:solidFill>
                  <a:schemeClr val="tx1"/>
                </a:solidFill>
                <a:latin typeface="Segoe UI"/>
                <a:cs typeface="Segoe UI"/>
              </a:rPr>
              <a:t>.</a:t>
            </a:r>
          </a:p>
          <a:p>
            <a:pPr marL="285750" indent="-285750" algn="just"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Tasa </a:t>
            </a:r>
            <a:r>
              <a:rPr lang="en-US" sz="1400" err="1">
                <a:solidFill>
                  <a:schemeClr val="tx1"/>
                </a:solidFill>
                <a:latin typeface="Segoe UI"/>
                <a:cs typeface="Segoe UI"/>
              </a:rPr>
              <a:t>máxima</a:t>
            </a:r>
            <a:r>
              <a:rPr lang="en-US" sz="1400">
                <a:solidFill>
                  <a:schemeClr val="tx1"/>
                </a:solidFill>
                <a:latin typeface="Segoe UI"/>
                <a:cs typeface="Segoe UI"/>
              </a:rPr>
              <a:t> </a:t>
            </a:r>
            <a:r>
              <a:rPr lang="en-US" sz="1400" err="1">
                <a:solidFill>
                  <a:schemeClr val="tx1"/>
                </a:solidFill>
                <a:latin typeface="Segoe UI"/>
                <a:cs typeface="Segoe UI"/>
              </a:rPr>
              <a:t>admisible</a:t>
            </a:r>
            <a:r>
              <a:rPr lang="en-US" sz="1400">
                <a:solidFill>
                  <a:schemeClr val="tx1"/>
                </a:solidFill>
                <a:latin typeface="Segoe UI"/>
                <a:cs typeface="Segoe UI"/>
              </a:rPr>
              <a:t>:</a:t>
            </a:r>
          </a:p>
          <a:p>
            <a:pPr marL="742950" lvl="1" indent="-285750" algn="just"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En EE.UU.: </a:t>
            </a:r>
            <a:r>
              <a:rPr lang="en-US" sz="1400">
                <a:solidFill>
                  <a:schemeClr val="tx1"/>
                </a:solidFill>
                <a:latin typeface="Segoe UI"/>
                <a:cs typeface="Segoe UI"/>
                <a:hlinkClick r:id="rId5">
                  <a:extLst>
                    <a:ext uri="{A12FA001-AC4F-418D-AE19-62706E023703}">
                      <ahyp:hlinkClr xmlns:ahyp="http://schemas.microsoft.com/office/drawing/2018/hyperlinkcolor" val="tx"/>
                    </a:ext>
                  </a:extLst>
                </a:hlinkClick>
              </a:rPr>
              <a:t>https://www.gsa.gov/travel/plan-book/per-diem-rates</a:t>
            </a:r>
            <a:r>
              <a:rPr lang="en-US" sz="1400">
                <a:solidFill>
                  <a:schemeClr val="tx1"/>
                </a:solidFill>
                <a:latin typeface="Segoe UI"/>
                <a:cs typeface="Segoe UI"/>
              </a:rPr>
              <a:t>  </a:t>
            </a:r>
            <a:endParaRPr lang="en-US" sz="1400">
              <a:solidFill>
                <a:schemeClr val="tx1"/>
              </a:solidFill>
              <a:latin typeface="Segoe UI" panose="020B0502040204020203" pitchFamily="34" charset="0"/>
              <a:cs typeface="Segoe UI" panose="020B0502040204020203" pitchFamily="34" charset="0"/>
            </a:endParaRPr>
          </a:p>
          <a:p>
            <a:pPr marL="742950" lvl="1" indent="-285750"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Resto de </a:t>
            </a:r>
            <a:r>
              <a:rPr lang="en-US" sz="1400" err="1">
                <a:solidFill>
                  <a:schemeClr val="tx1"/>
                </a:solidFill>
                <a:latin typeface="Segoe UI"/>
                <a:cs typeface="Segoe UI"/>
              </a:rPr>
              <a:t>países</a:t>
            </a:r>
            <a:r>
              <a:rPr lang="en-US" sz="1400">
                <a:solidFill>
                  <a:schemeClr val="tx1"/>
                </a:solidFill>
                <a:latin typeface="Segoe UI"/>
                <a:cs typeface="Segoe UI"/>
              </a:rPr>
              <a:t>: </a:t>
            </a:r>
            <a:r>
              <a:rPr lang="en-US" sz="1400">
                <a:solidFill>
                  <a:schemeClr val="tx1"/>
                </a:solidFill>
                <a:latin typeface="Segoe UI"/>
                <a:cs typeface="Segoe UI"/>
                <a:hlinkClick r:id="rId6">
                  <a:extLst>
                    <a:ext uri="{A12FA001-AC4F-418D-AE19-62706E023703}">
                      <ahyp:hlinkClr xmlns:ahyp="http://schemas.microsoft.com/office/drawing/2018/hyperlinkcolor" val="tx"/>
                    </a:ext>
                  </a:extLst>
                </a:hlinkClick>
              </a:rPr>
              <a:t>https://aoprals.state.gov/web920/per_diem.asp</a:t>
            </a:r>
            <a:r>
              <a:rPr lang="en-US" sz="1400">
                <a:solidFill>
                  <a:schemeClr val="tx1"/>
                </a:solidFill>
                <a:latin typeface="Segoe UI"/>
                <a:cs typeface="Segoe UI"/>
              </a:rPr>
              <a:t>   </a:t>
            </a:r>
            <a:endParaRPr lang="en-US" sz="1400">
              <a:solidFill>
                <a:schemeClr val="tx1"/>
              </a:solidFill>
              <a:latin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7"/>
              </a:rPr>
              <a:t>   2 CFR 200.475</a:t>
            </a:r>
            <a:endParaRPr lang="en-US"/>
          </a:p>
        </p:txBody>
      </p:sp>
    </p:spTree>
    <p:extLst>
      <p:ext uri="{BB962C8B-B14F-4D97-AF65-F5344CB8AC3E}">
        <p14:creationId xmlns:p14="http://schemas.microsoft.com/office/powerpoint/2010/main" val="273270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73545" y="35718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s-CR" sz="3600" kern="0">
                <a:solidFill>
                  <a:schemeClr val="tx1"/>
                </a:solidFill>
                <a:latin typeface="Segoe UI" pitchFamily="34" charset="0"/>
                <a:cs typeface="Segoe UI" pitchFamily="34" charset="0"/>
              </a:rPr>
              <a:t>Comidas y gastos adicionales</a:t>
            </a:r>
            <a:endParaRPr lang="es-CR" sz="3600" kern="0">
              <a:solidFill>
                <a:schemeClr val="tx1"/>
              </a:solidFill>
            </a:endParaRPr>
          </a:p>
        </p:txBody>
      </p:sp>
      <p:sp>
        <p:nvSpPr>
          <p:cNvPr id="6" name="Google Shape;95;p18"/>
          <p:cNvSpPr txBox="1">
            <a:spLocks noGrp="1"/>
          </p:cNvSpPr>
          <p:nvPr>
            <p:ph type="body" idx="1"/>
          </p:nvPr>
        </p:nvSpPr>
        <p:spPr>
          <a:xfrm>
            <a:off x="197347" y="1604963"/>
            <a:ext cx="6172199" cy="3392068"/>
          </a:xfrm>
          <a:prstGeom prst="rect">
            <a:avLst/>
          </a:prstGeom>
        </p:spPr>
        <p:txBody>
          <a:bodyPr spcFirstLastPara="1" wrap="square" lIns="91425" tIns="91425" rIns="91425" bIns="91425" anchor="t" anchorCtr="0">
            <a:noAutofit/>
          </a:bodyPr>
          <a:lstStyle/>
          <a:p>
            <a:pPr marL="285750" indent="-285750" algn="just"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Debe </a:t>
            </a:r>
            <a:r>
              <a:rPr lang="en-US" sz="1400" err="1">
                <a:solidFill>
                  <a:schemeClr val="tx1"/>
                </a:solidFill>
                <a:latin typeface="Segoe UI"/>
                <a:cs typeface="Segoe UI"/>
              </a:rPr>
              <a:t>aplicar</a:t>
            </a:r>
            <a:r>
              <a:rPr lang="en-US" sz="1400">
                <a:solidFill>
                  <a:schemeClr val="tx1"/>
                </a:solidFill>
                <a:latin typeface="Segoe UI"/>
                <a:cs typeface="Segoe UI"/>
              </a:rPr>
              <a:t> </a:t>
            </a:r>
            <a:r>
              <a:rPr lang="es-CR" sz="1400">
                <a:solidFill>
                  <a:schemeClr val="tx1"/>
                </a:solidFill>
                <a:latin typeface="Segoe UI"/>
                <a:ea typeface="Segoe UI" panose="020B0502040204020203" pitchFamily="34" charset="0"/>
                <a:cs typeface="Segoe UI"/>
              </a:rPr>
              <a:t>viáticos</a:t>
            </a:r>
            <a:r>
              <a:rPr lang="en-US" sz="1400">
                <a:solidFill>
                  <a:schemeClr val="tx1"/>
                </a:solidFill>
                <a:latin typeface="Segoe UI"/>
                <a:cs typeface="Segoe UI"/>
              </a:rPr>
              <a:t> o </a:t>
            </a:r>
            <a:r>
              <a:rPr lang="en-US" sz="1400" err="1">
                <a:solidFill>
                  <a:schemeClr val="tx1"/>
                </a:solidFill>
                <a:latin typeface="Segoe UI"/>
                <a:cs typeface="Segoe UI"/>
              </a:rPr>
              <a:t>reembolsos</a:t>
            </a:r>
            <a:r>
              <a:rPr lang="en-US" sz="1400">
                <a:solidFill>
                  <a:schemeClr val="tx1"/>
                </a:solidFill>
                <a:latin typeface="Segoe UI"/>
                <a:cs typeface="Segoe UI"/>
              </a:rPr>
              <a:t> </a:t>
            </a:r>
            <a:r>
              <a:rPr lang="en-US" sz="1400" err="1">
                <a:solidFill>
                  <a:schemeClr val="tx1"/>
                </a:solidFill>
                <a:latin typeface="Segoe UI"/>
                <a:cs typeface="Segoe UI"/>
              </a:rPr>
              <a:t>por</a:t>
            </a:r>
            <a:r>
              <a:rPr lang="en-US" sz="1400">
                <a:solidFill>
                  <a:schemeClr val="tx1"/>
                </a:solidFill>
                <a:latin typeface="Segoe UI"/>
                <a:cs typeface="Segoe UI"/>
              </a:rPr>
              <a:t> </a:t>
            </a:r>
            <a:r>
              <a:rPr lang="en-US" sz="1400" err="1">
                <a:solidFill>
                  <a:schemeClr val="tx1"/>
                </a:solidFill>
                <a:latin typeface="Segoe UI"/>
                <a:cs typeface="Segoe UI"/>
              </a:rPr>
              <a:t>comidas</a:t>
            </a:r>
            <a:r>
              <a:rPr lang="en-US" sz="1400">
                <a:solidFill>
                  <a:schemeClr val="tx1"/>
                </a:solidFill>
                <a:latin typeface="Segoe UI"/>
                <a:cs typeface="Segoe UI"/>
              </a:rPr>
              <a:t> </a:t>
            </a:r>
            <a:r>
              <a:rPr lang="en-US" sz="1400" err="1">
                <a:solidFill>
                  <a:schemeClr val="tx1"/>
                </a:solidFill>
                <a:latin typeface="Segoe UI"/>
                <a:cs typeface="Segoe UI"/>
              </a:rPr>
              <a:t>en</a:t>
            </a:r>
            <a:r>
              <a:rPr lang="en-US" sz="1400">
                <a:solidFill>
                  <a:schemeClr val="tx1"/>
                </a:solidFill>
                <a:latin typeface="Segoe UI"/>
                <a:cs typeface="Segoe UI"/>
              </a:rPr>
              <a:t> </a:t>
            </a:r>
            <a:r>
              <a:rPr lang="en-US" sz="1400" err="1">
                <a:solidFill>
                  <a:schemeClr val="tx1"/>
                </a:solidFill>
                <a:latin typeface="Segoe UI"/>
                <a:cs typeface="Segoe UI"/>
              </a:rPr>
              <a:t>función</a:t>
            </a:r>
            <a:r>
              <a:rPr lang="en-US" sz="1400">
                <a:solidFill>
                  <a:schemeClr val="tx1"/>
                </a:solidFill>
                <a:latin typeface="Segoe UI"/>
                <a:cs typeface="Segoe UI"/>
              </a:rPr>
              <a:t> del </a:t>
            </a:r>
            <a:r>
              <a:rPr lang="en-US" sz="1400" err="1">
                <a:solidFill>
                  <a:schemeClr val="tx1"/>
                </a:solidFill>
                <a:latin typeface="Segoe UI"/>
                <a:cs typeface="Segoe UI"/>
              </a:rPr>
              <a:t>proyecto</a:t>
            </a:r>
            <a:r>
              <a:rPr lang="en-US" sz="1400">
                <a:solidFill>
                  <a:schemeClr val="tx1"/>
                </a:solidFill>
                <a:latin typeface="Segoe UI"/>
                <a:cs typeface="Segoe UI"/>
              </a:rPr>
              <a:t> </a:t>
            </a:r>
            <a:endParaRPr lang="en-US" sz="1400">
              <a:solidFill>
                <a:schemeClr val="tx1"/>
              </a:solidFill>
              <a:latin typeface="Segoe UI" panose="020B0502040204020203" pitchFamily="34" charset="0"/>
              <a:cs typeface="Segoe UI" panose="020B0502040204020203" pitchFamily="34" charset="0"/>
            </a:endParaRPr>
          </a:p>
          <a:p>
            <a:pPr marL="742950" lvl="1" indent="-285750" algn="just"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No se </a:t>
            </a:r>
            <a:r>
              <a:rPr lang="en-US" sz="1400" err="1">
                <a:solidFill>
                  <a:schemeClr val="tx1"/>
                </a:solidFill>
                <a:latin typeface="Segoe UI"/>
                <a:cs typeface="Segoe UI"/>
              </a:rPr>
              <a:t>pueden</a:t>
            </a:r>
            <a:r>
              <a:rPr lang="en-US" sz="1400">
                <a:solidFill>
                  <a:schemeClr val="tx1"/>
                </a:solidFill>
                <a:latin typeface="Segoe UI"/>
                <a:cs typeface="Segoe UI"/>
              </a:rPr>
              <a:t> </a:t>
            </a:r>
            <a:r>
              <a:rPr lang="en-US" sz="1400" err="1">
                <a:solidFill>
                  <a:schemeClr val="tx1"/>
                </a:solidFill>
                <a:latin typeface="Segoe UI"/>
                <a:cs typeface="Segoe UI"/>
              </a:rPr>
              <a:t>realizar</a:t>
            </a:r>
            <a:r>
              <a:rPr lang="en-US" sz="1400">
                <a:solidFill>
                  <a:schemeClr val="tx1"/>
                </a:solidFill>
                <a:latin typeface="Segoe UI"/>
                <a:cs typeface="Segoe UI"/>
              </a:rPr>
              <a:t> ambos </a:t>
            </a:r>
            <a:r>
              <a:rPr lang="en-US" sz="1400" err="1">
                <a:solidFill>
                  <a:schemeClr val="tx1"/>
                </a:solidFill>
                <a:latin typeface="Segoe UI"/>
                <a:cs typeface="Segoe UI"/>
              </a:rPr>
              <a:t>procesos</a:t>
            </a:r>
          </a:p>
          <a:p>
            <a:pPr marL="742950" lvl="1" indent="-285750" algn="just"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Debe </a:t>
            </a:r>
            <a:r>
              <a:rPr lang="en-US" sz="1400" err="1">
                <a:solidFill>
                  <a:schemeClr val="tx1"/>
                </a:solidFill>
                <a:latin typeface="Segoe UI"/>
                <a:cs typeface="Segoe UI"/>
              </a:rPr>
              <a:t>tener</a:t>
            </a:r>
            <a:r>
              <a:rPr lang="en-US" sz="1400">
                <a:solidFill>
                  <a:schemeClr val="tx1"/>
                </a:solidFill>
                <a:latin typeface="Segoe UI"/>
                <a:cs typeface="Segoe UI"/>
              </a:rPr>
              <a:t> </a:t>
            </a:r>
            <a:r>
              <a:rPr lang="en-US" sz="1400" err="1">
                <a:solidFill>
                  <a:schemeClr val="tx1"/>
                </a:solidFill>
                <a:latin typeface="Segoe UI"/>
                <a:cs typeface="Segoe UI"/>
              </a:rPr>
              <a:t>una</a:t>
            </a:r>
            <a:r>
              <a:rPr lang="en-US" sz="1400">
                <a:solidFill>
                  <a:schemeClr val="tx1"/>
                </a:solidFill>
                <a:latin typeface="Segoe UI"/>
                <a:cs typeface="Segoe UI"/>
              </a:rPr>
              <a:t> </a:t>
            </a:r>
            <a:r>
              <a:rPr lang="en-US" sz="1400" err="1">
                <a:solidFill>
                  <a:schemeClr val="tx1"/>
                </a:solidFill>
                <a:latin typeface="Segoe UI"/>
                <a:cs typeface="Segoe UI"/>
              </a:rPr>
              <a:t>política</a:t>
            </a:r>
            <a:r>
              <a:rPr lang="en-US" sz="1400">
                <a:solidFill>
                  <a:schemeClr val="tx1"/>
                </a:solidFill>
                <a:latin typeface="Segoe UI"/>
                <a:cs typeface="Segoe UI"/>
              </a:rPr>
              <a:t> </a:t>
            </a:r>
            <a:r>
              <a:rPr lang="en-US" sz="1400" err="1">
                <a:solidFill>
                  <a:schemeClr val="tx1"/>
                </a:solidFill>
                <a:latin typeface="Segoe UI"/>
                <a:cs typeface="Segoe UI"/>
              </a:rPr>
              <a:t>escrita</a:t>
            </a:r>
            <a:r>
              <a:rPr lang="en-US" sz="1400">
                <a:solidFill>
                  <a:schemeClr val="tx1"/>
                </a:solidFill>
                <a:latin typeface="Segoe UI"/>
                <a:cs typeface="Segoe UI"/>
              </a:rPr>
              <a:t> y </a:t>
            </a:r>
            <a:r>
              <a:rPr lang="en-US" sz="1400" err="1">
                <a:solidFill>
                  <a:schemeClr val="tx1"/>
                </a:solidFill>
                <a:latin typeface="Segoe UI"/>
                <a:cs typeface="Segoe UI"/>
              </a:rPr>
              <a:t>seguirla</a:t>
            </a:r>
          </a:p>
          <a:p>
            <a:pPr marL="285750" indent="-285750" algn="just"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Si se </a:t>
            </a:r>
            <a:r>
              <a:rPr lang="en-US" sz="1400" err="1">
                <a:solidFill>
                  <a:schemeClr val="tx1"/>
                </a:solidFill>
                <a:latin typeface="Segoe UI"/>
                <a:cs typeface="Segoe UI"/>
              </a:rPr>
              <a:t>reembolsan</a:t>
            </a:r>
            <a:r>
              <a:rPr lang="en-US" sz="1400">
                <a:solidFill>
                  <a:schemeClr val="tx1"/>
                </a:solidFill>
                <a:latin typeface="Segoe UI"/>
                <a:cs typeface="Segoe UI"/>
              </a:rPr>
              <a:t> las </a:t>
            </a:r>
            <a:r>
              <a:rPr lang="en-US" sz="1400" err="1">
                <a:solidFill>
                  <a:schemeClr val="tx1"/>
                </a:solidFill>
                <a:latin typeface="Segoe UI"/>
                <a:cs typeface="Segoe UI"/>
              </a:rPr>
              <a:t>comidas</a:t>
            </a:r>
            <a:r>
              <a:rPr lang="en-US" sz="1400">
                <a:solidFill>
                  <a:schemeClr val="tx1"/>
                </a:solidFill>
                <a:latin typeface="Segoe UI"/>
                <a:cs typeface="Segoe UI"/>
              </a:rPr>
              <a:t>, </a:t>
            </a:r>
            <a:r>
              <a:rPr lang="en-US" sz="1400" err="1">
                <a:solidFill>
                  <a:schemeClr val="tx1"/>
                </a:solidFill>
                <a:latin typeface="Segoe UI"/>
                <a:cs typeface="Segoe UI"/>
              </a:rPr>
              <a:t>deben</a:t>
            </a:r>
            <a:r>
              <a:rPr lang="en-US" sz="1400">
                <a:solidFill>
                  <a:schemeClr val="tx1"/>
                </a:solidFill>
                <a:latin typeface="Segoe UI"/>
                <a:cs typeface="Segoe UI"/>
              </a:rPr>
              <a:t> ser </a:t>
            </a:r>
            <a:r>
              <a:rPr lang="en-US" sz="1400" err="1">
                <a:solidFill>
                  <a:schemeClr val="tx1"/>
                </a:solidFill>
                <a:latin typeface="Segoe UI"/>
                <a:cs typeface="Segoe UI"/>
              </a:rPr>
              <a:t>los</a:t>
            </a:r>
            <a:r>
              <a:rPr lang="en-US" sz="1400">
                <a:solidFill>
                  <a:schemeClr val="tx1"/>
                </a:solidFill>
                <a:latin typeface="Segoe UI"/>
                <a:cs typeface="Segoe UI"/>
              </a:rPr>
              <a:t> </a:t>
            </a:r>
            <a:r>
              <a:rPr lang="en-US" sz="1400" err="1">
                <a:solidFill>
                  <a:schemeClr val="tx1"/>
                </a:solidFill>
                <a:latin typeface="Segoe UI"/>
                <a:cs typeface="Segoe UI"/>
              </a:rPr>
              <a:t>costos</a:t>
            </a:r>
            <a:r>
              <a:rPr lang="en-US" sz="1400">
                <a:solidFill>
                  <a:schemeClr val="tx1"/>
                </a:solidFill>
                <a:latin typeface="Segoe UI"/>
                <a:cs typeface="Segoe UI"/>
              </a:rPr>
              <a:t> </a:t>
            </a:r>
            <a:r>
              <a:rPr lang="en-US" sz="1400" err="1">
                <a:solidFill>
                  <a:schemeClr val="tx1"/>
                </a:solidFill>
                <a:latin typeface="Segoe UI"/>
                <a:cs typeface="Segoe UI"/>
              </a:rPr>
              <a:t>reales</a:t>
            </a:r>
            <a:r>
              <a:rPr lang="en-US" sz="1400">
                <a:solidFill>
                  <a:schemeClr val="tx1"/>
                </a:solidFill>
                <a:latin typeface="Segoe UI"/>
                <a:cs typeface="Segoe UI"/>
              </a:rPr>
              <a:t>, no se </a:t>
            </a:r>
            <a:r>
              <a:rPr lang="en-US" sz="1400" err="1">
                <a:solidFill>
                  <a:schemeClr val="tx1"/>
                </a:solidFill>
                <a:latin typeface="Segoe UI"/>
                <a:cs typeface="Segoe UI"/>
              </a:rPr>
              <a:t>pueden</a:t>
            </a:r>
            <a:r>
              <a:rPr lang="en-US" sz="1400">
                <a:solidFill>
                  <a:schemeClr val="tx1"/>
                </a:solidFill>
                <a:latin typeface="Segoe UI"/>
                <a:cs typeface="Segoe UI"/>
              </a:rPr>
              <a:t> </a:t>
            </a:r>
            <a:r>
              <a:rPr lang="en-US" sz="1400" err="1">
                <a:solidFill>
                  <a:schemeClr val="tx1"/>
                </a:solidFill>
                <a:latin typeface="Segoe UI"/>
                <a:cs typeface="Segoe UI"/>
              </a:rPr>
              <a:t>pedir</a:t>
            </a:r>
            <a:r>
              <a:rPr lang="en-US" sz="1400">
                <a:solidFill>
                  <a:schemeClr val="tx1"/>
                </a:solidFill>
                <a:latin typeface="Segoe UI"/>
                <a:cs typeface="Segoe UI"/>
              </a:rPr>
              <a:t> 10 $, etc. </a:t>
            </a:r>
            <a:r>
              <a:rPr lang="en-US" sz="1400" err="1">
                <a:solidFill>
                  <a:schemeClr val="tx1"/>
                </a:solidFill>
                <a:latin typeface="Segoe UI"/>
                <a:cs typeface="Segoe UI"/>
              </a:rPr>
              <a:t>por</a:t>
            </a:r>
            <a:r>
              <a:rPr lang="en-US" sz="1400">
                <a:solidFill>
                  <a:schemeClr val="tx1"/>
                </a:solidFill>
                <a:latin typeface="Segoe UI"/>
                <a:cs typeface="Segoe UI"/>
              </a:rPr>
              <a:t> </a:t>
            </a:r>
            <a:r>
              <a:rPr lang="en-US" sz="1400" err="1">
                <a:solidFill>
                  <a:schemeClr val="tx1"/>
                </a:solidFill>
                <a:latin typeface="Segoe UI"/>
                <a:cs typeface="Segoe UI"/>
              </a:rPr>
              <a:t>cada</a:t>
            </a:r>
            <a:r>
              <a:rPr lang="en-US" sz="1400">
                <a:solidFill>
                  <a:schemeClr val="tx1"/>
                </a:solidFill>
                <a:latin typeface="Segoe UI"/>
                <a:cs typeface="Segoe UI"/>
              </a:rPr>
              <a:t> comida.</a:t>
            </a:r>
          </a:p>
          <a:p>
            <a:pPr marL="285750" indent="-285750" algn="just"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Tasa </a:t>
            </a:r>
            <a:r>
              <a:rPr lang="en-US" sz="1400" err="1">
                <a:solidFill>
                  <a:schemeClr val="tx1"/>
                </a:solidFill>
                <a:latin typeface="Segoe UI"/>
                <a:cs typeface="Segoe UI"/>
              </a:rPr>
              <a:t>máxima</a:t>
            </a:r>
            <a:r>
              <a:rPr lang="en-US" sz="1400">
                <a:solidFill>
                  <a:schemeClr val="tx1"/>
                </a:solidFill>
                <a:latin typeface="Segoe UI"/>
                <a:cs typeface="Segoe UI"/>
              </a:rPr>
              <a:t> </a:t>
            </a:r>
            <a:r>
              <a:rPr lang="en-US" sz="1400" err="1">
                <a:solidFill>
                  <a:schemeClr val="tx1"/>
                </a:solidFill>
                <a:latin typeface="Segoe UI"/>
                <a:cs typeface="Segoe UI"/>
              </a:rPr>
              <a:t>admisible</a:t>
            </a:r>
            <a:r>
              <a:rPr lang="en-US" sz="1400">
                <a:solidFill>
                  <a:schemeClr val="tx1"/>
                </a:solidFill>
                <a:latin typeface="Segoe UI"/>
                <a:cs typeface="Segoe UI"/>
              </a:rPr>
              <a:t>:</a:t>
            </a:r>
          </a:p>
          <a:p>
            <a:pPr marL="742950" lvl="1" indent="-285750" algn="just"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En EE.UU.: </a:t>
            </a:r>
            <a:r>
              <a:rPr lang="en-US" sz="1400">
                <a:solidFill>
                  <a:schemeClr val="tx1"/>
                </a:solidFill>
                <a:latin typeface="Segoe UI"/>
                <a:cs typeface="Segoe UI"/>
                <a:hlinkClick r:id="rId5">
                  <a:extLst>
                    <a:ext uri="{A12FA001-AC4F-418D-AE19-62706E023703}">
                      <ahyp:hlinkClr xmlns:ahyp="http://schemas.microsoft.com/office/drawing/2018/hyperlinkcolor" val="tx"/>
                    </a:ext>
                  </a:extLst>
                </a:hlinkClick>
              </a:rPr>
              <a:t>https://www.gsa.gov/travel/plan-book/per-diem-rates</a:t>
            </a:r>
            <a:r>
              <a:rPr lang="en-US" sz="1400">
                <a:solidFill>
                  <a:schemeClr val="tx1"/>
                </a:solidFill>
                <a:latin typeface="Segoe UI"/>
                <a:cs typeface="Segoe UI"/>
              </a:rPr>
              <a:t>  </a:t>
            </a:r>
            <a:endParaRPr lang="en-US" sz="1400">
              <a:solidFill>
                <a:schemeClr val="tx1"/>
              </a:solidFill>
              <a:latin typeface="Segoe UI" panose="020B0502040204020203" pitchFamily="34" charset="0"/>
              <a:cs typeface="Segoe UI" panose="020B0502040204020203" pitchFamily="34" charset="0"/>
            </a:endParaRPr>
          </a:p>
          <a:p>
            <a:pPr marL="742950" lvl="1" indent="-285750" fontAlgn="base">
              <a:lnSpc>
                <a:spcPct val="150000"/>
              </a:lnSpc>
              <a:buClr>
                <a:schemeClr val="tx1"/>
              </a:buClr>
              <a:buFont typeface="Arial" panose="020B0604020202020204" pitchFamily="34" charset="0"/>
              <a:buChar char="•"/>
            </a:pPr>
            <a:r>
              <a:rPr lang="en-US" sz="1400">
                <a:solidFill>
                  <a:schemeClr val="tx1"/>
                </a:solidFill>
                <a:latin typeface="Segoe UI"/>
                <a:cs typeface="Segoe UI"/>
              </a:rPr>
              <a:t>Resto de </a:t>
            </a:r>
            <a:r>
              <a:rPr lang="en-US" sz="1400" err="1">
                <a:solidFill>
                  <a:schemeClr val="tx1"/>
                </a:solidFill>
                <a:latin typeface="Segoe UI"/>
                <a:cs typeface="Segoe UI"/>
              </a:rPr>
              <a:t>países</a:t>
            </a:r>
            <a:r>
              <a:rPr lang="en-US" sz="1400">
                <a:solidFill>
                  <a:schemeClr val="tx1"/>
                </a:solidFill>
                <a:latin typeface="Segoe UI"/>
                <a:cs typeface="Segoe UI"/>
              </a:rPr>
              <a:t>: </a:t>
            </a:r>
            <a:r>
              <a:rPr lang="en-US" sz="1400">
                <a:solidFill>
                  <a:schemeClr val="tx1"/>
                </a:solidFill>
                <a:latin typeface="Segoe UI"/>
                <a:cs typeface="Segoe UI"/>
                <a:hlinkClick r:id="rId6">
                  <a:extLst>
                    <a:ext uri="{A12FA001-AC4F-418D-AE19-62706E023703}">
                      <ahyp:hlinkClr xmlns:ahyp="http://schemas.microsoft.com/office/drawing/2018/hyperlinkcolor" val="tx"/>
                    </a:ext>
                  </a:extLst>
                </a:hlinkClick>
              </a:rPr>
              <a:t>https://aoprals.state.gov/web920/per_diem.asp</a:t>
            </a:r>
            <a:r>
              <a:rPr lang="en-US" sz="1400">
                <a:solidFill>
                  <a:schemeClr val="tx1"/>
                </a:solidFill>
                <a:latin typeface="Segoe UI"/>
                <a:cs typeface="Segoe UI"/>
              </a:rPr>
              <a:t>  </a:t>
            </a:r>
            <a:endParaRPr lang="en-US" sz="1400">
              <a:solidFill>
                <a:schemeClr val="tx1"/>
              </a:solidFill>
              <a:latin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188416" y="1176337"/>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7"/>
              </a:rPr>
              <a:t>   2 CFR 200.475</a:t>
            </a:r>
            <a:endParaRPr lang="en-US"/>
          </a:p>
        </p:txBody>
      </p:sp>
    </p:spTree>
    <p:extLst>
      <p:ext uri="{BB962C8B-B14F-4D97-AF65-F5344CB8AC3E}">
        <p14:creationId xmlns:p14="http://schemas.microsoft.com/office/powerpoint/2010/main" val="891313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cs typeface="Segoe UI" pitchFamily="34" charset="0"/>
              </a:rPr>
              <a:t>Transporte local</a:t>
            </a:r>
            <a:endParaRPr lang="en-US" sz="3600" kern="0">
              <a:solidFill>
                <a:schemeClr val="tx1"/>
              </a:solidFill>
            </a:endParaRPr>
          </a:p>
        </p:txBody>
      </p:sp>
      <p:sp>
        <p:nvSpPr>
          <p:cNvPr id="6" name="Google Shape;95;p18"/>
          <p:cNvSpPr txBox="1">
            <a:spLocks noGrp="1"/>
          </p:cNvSpPr>
          <p:nvPr>
            <p:ph type="body" idx="1"/>
          </p:nvPr>
        </p:nvSpPr>
        <p:spPr>
          <a:xfrm>
            <a:off x="60872" y="1123950"/>
            <a:ext cx="6369171" cy="3962400"/>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300">
                <a:solidFill>
                  <a:schemeClr val="tx1"/>
                </a:solidFill>
                <a:latin typeface="Segoe UI" panose="020B0502040204020203" pitchFamily="34" charset="0"/>
                <a:ea typeface="Segoe UI" panose="020B0502040204020203" pitchFamily="34" charset="0"/>
                <a:cs typeface="Segoe UI" panose="020B0502040204020203" pitchFamily="34" charset="0"/>
              </a:rPr>
              <a:t>Para otros transportes (taxis, Ubers, etc., un recibo o factura con la fecha y el importe, y en la descripción del gasto el lugar de origen y destino</a:t>
            </a:r>
          </a:p>
          <a:p>
            <a:pPr lvl="1">
              <a:lnSpc>
                <a:spcPct val="150000"/>
              </a:lnSpc>
              <a:buClrTx/>
              <a:buFont typeface="Arial" panose="020B0604020202020204" pitchFamily="34" charset="0"/>
              <a:buChar char="•"/>
            </a:pPr>
            <a:r>
              <a:rPr lang="en-US" sz="1300">
                <a:solidFill>
                  <a:schemeClr val="tx1"/>
                </a:solidFill>
                <a:latin typeface="Segoe UI" panose="020B0502040204020203" pitchFamily="34" charset="0"/>
                <a:ea typeface="Segoe UI" panose="020B0502040204020203" pitchFamily="34" charset="0"/>
                <a:cs typeface="Segoe UI" panose="020B0502040204020203" pitchFamily="34" charset="0"/>
              </a:rPr>
              <a:t>No puede cubrir los taxis para </a:t>
            </a:r>
            <a:r>
              <a:rPr lang="en-US" sz="1300" err="1">
                <a:solidFill>
                  <a:schemeClr val="tx1"/>
                </a:solidFill>
                <a:latin typeface="Segoe UI" panose="020B0502040204020203" pitchFamily="34" charset="0"/>
                <a:ea typeface="Segoe UI" panose="020B0502040204020203" pitchFamily="34" charset="0"/>
                <a:cs typeface="Segoe UI" panose="020B0502040204020203" pitchFamily="34" charset="0"/>
              </a:rPr>
              <a:t>entretenimiento</a:t>
            </a:r>
            <a:endParaRPr lang="en-US" sz="13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lnSpc>
                <a:spcPct val="150000"/>
              </a:lnSpc>
              <a:buClrTx/>
              <a:buFont typeface="Arial" panose="020B0604020202020204" pitchFamily="34" charset="0"/>
              <a:buChar char="•"/>
            </a:pPr>
            <a:r>
              <a:rPr lang="en-US" sz="1300">
                <a:solidFill>
                  <a:schemeClr val="tx1"/>
                </a:solidFill>
                <a:latin typeface="Segoe UI" panose="020B0502040204020203" pitchFamily="34" charset="0"/>
                <a:ea typeface="Segoe UI" panose="020B0502040204020203" pitchFamily="34" charset="0"/>
                <a:cs typeface="Segoe UI" panose="020B0502040204020203" pitchFamily="34" charset="0"/>
              </a:rPr>
              <a:t>Sólo cubre los taxis para las reuniones, las </a:t>
            </a:r>
            <a:r>
              <a:rPr lang="en-US" sz="1300" err="1">
                <a:solidFill>
                  <a:schemeClr val="tx1"/>
                </a:solidFill>
                <a:latin typeface="Segoe UI" panose="020B0502040204020203" pitchFamily="34" charset="0"/>
                <a:ea typeface="Segoe UI" panose="020B0502040204020203" pitchFamily="34" charset="0"/>
                <a:cs typeface="Segoe UI" panose="020B0502040204020203" pitchFamily="34" charset="0"/>
              </a:rPr>
              <a:t>visitas</a:t>
            </a:r>
            <a:r>
              <a:rPr lang="en-US" sz="1300">
                <a:solidFill>
                  <a:schemeClr val="tx1"/>
                </a:solidFill>
                <a:latin typeface="Segoe UI" panose="020B0502040204020203" pitchFamily="34" charset="0"/>
                <a:ea typeface="Segoe UI" panose="020B0502040204020203" pitchFamily="34" charset="0"/>
                <a:cs typeface="Segoe UI" panose="020B0502040204020203" pitchFamily="34" charset="0"/>
              </a:rPr>
              <a:t> y los traslados al hotel y al aeropuerto.</a:t>
            </a:r>
          </a:p>
          <a:p>
            <a:pPr>
              <a:lnSpc>
                <a:spcPct val="150000"/>
              </a:lnSpc>
              <a:buClrTx/>
              <a:buFont typeface="Arial" panose="020B0604020202020204" pitchFamily="34" charset="0"/>
              <a:buChar char="•"/>
            </a:pPr>
            <a:r>
              <a:rPr lang="en-US" sz="1300">
                <a:solidFill>
                  <a:schemeClr val="tx1"/>
                </a:solidFill>
                <a:latin typeface="Segoe UI" panose="020B0502040204020203" pitchFamily="34" charset="0"/>
                <a:ea typeface="Segoe UI" panose="020B0502040204020203" pitchFamily="34" charset="0"/>
                <a:cs typeface="Segoe UI" panose="020B0502040204020203" pitchFamily="34" charset="0"/>
              </a:rPr>
              <a:t>Si se utiliza el vehículo personal para </a:t>
            </a:r>
            <a:r>
              <a:rPr lang="en-US" sz="1300" err="1">
                <a:solidFill>
                  <a:schemeClr val="tx1"/>
                </a:solidFill>
                <a:latin typeface="Segoe UI" panose="020B0502040204020203" pitchFamily="34" charset="0"/>
                <a:ea typeface="Segoe UI" panose="020B0502040204020203" pitchFamily="34" charset="0"/>
                <a:cs typeface="Segoe UI" panose="020B0502040204020203" pitchFamily="34" charset="0"/>
              </a:rPr>
              <a:t>negocios</a:t>
            </a:r>
            <a:r>
              <a:rPr lang="en-US" sz="1300">
                <a:solidFill>
                  <a:schemeClr val="tx1"/>
                </a:solidFill>
                <a:latin typeface="Segoe UI" panose="020B0502040204020203" pitchFamily="34" charset="0"/>
                <a:ea typeface="Segoe UI" panose="020B0502040204020203" pitchFamily="34" charset="0"/>
                <a:cs typeface="Segoe UI" panose="020B0502040204020203" pitchFamily="34" charset="0"/>
              </a:rPr>
              <a:t>, no se puede pagar la gasolina, sólo se puede pagar en función del kilometraje</a:t>
            </a:r>
          </a:p>
          <a:p>
            <a:pPr lvl="1">
              <a:lnSpc>
                <a:spcPct val="150000"/>
              </a:lnSpc>
              <a:buClrTx/>
              <a:buFont typeface="Arial" panose="020B0604020202020204" pitchFamily="34" charset="0"/>
              <a:buChar char="•"/>
            </a:pPr>
            <a:r>
              <a:rPr lang="en-US" sz="1300">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Usando la tasa IRS por milla: 65,5 céntimos </a:t>
            </a:r>
            <a:endParaRPr lang="en-US" sz="13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lnSpc>
                <a:spcPct val="150000"/>
              </a:lnSpc>
              <a:buClrTx/>
              <a:buFont typeface="Arial" panose="020B0604020202020204" pitchFamily="34" charset="0"/>
              <a:buChar char="•"/>
            </a:pPr>
            <a:r>
              <a:rPr lang="en-US" sz="1300">
                <a:solidFill>
                  <a:schemeClr val="tx1"/>
                </a:solidFill>
                <a:latin typeface="Segoe UI" panose="020B0502040204020203" pitchFamily="34" charset="0"/>
                <a:ea typeface="Segoe UI" panose="020B0502040204020203" pitchFamily="34" charset="0"/>
                <a:cs typeface="Segoe UI" panose="020B0502040204020203" pitchFamily="34" charset="0"/>
              </a:rPr>
              <a:t>La tarifa está destinada a cubrir el gas, parte del seguro y parte del mantenimiento. </a:t>
            </a:r>
          </a:p>
          <a:p>
            <a:pPr lvl="1">
              <a:lnSpc>
                <a:spcPct val="150000"/>
              </a:lnSpc>
              <a:buClrTx/>
              <a:buFont typeface="Arial" panose="020B0604020202020204" pitchFamily="34" charset="0"/>
              <a:buChar char="•"/>
            </a:pPr>
            <a:r>
              <a:rPr lang="en-US" sz="1300">
                <a:solidFill>
                  <a:schemeClr val="tx1"/>
                </a:solidFill>
                <a:latin typeface="Segoe UI" panose="020B0502040204020203" pitchFamily="34" charset="0"/>
                <a:ea typeface="Segoe UI" panose="020B0502040204020203" pitchFamily="34" charset="0"/>
                <a:cs typeface="Segoe UI" panose="020B0502040204020203" pitchFamily="34" charset="0"/>
              </a:rPr>
              <a:t>Utiliza Google Maps para calcular los kilómetros recorridos en ruta (incluye una captura de pantalla) y multiplícalos por 65,5 céntimos cada kilómetro.  </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6"/>
              </a:rPr>
              <a:t>   2 CFR 200.475</a:t>
            </a:r>
            <a:endParaRPr lang="en-US"/>
          </a:p>
        </p:txBody>
      </p:sp>
    </p:spTree>
    <p:extLst>
      <p:ext uri="{BB962C8B-B14F-4D97-AF65-F5344CB8AC3E}">
        <p14:creationId xmlns:p14="http://schemas.microsoft.com/office/powerpoint/2010/main" val="1901913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err="1">
                <a:solidFill>
                  <a:schemeClr val="tx1"/>
                </a:solidFill>
                <a:latin typeface="Segoe UI" pitchFamily="34" charset="0"/>
                <a:cs typeface="Segoe UI" pitchFamily="34" charset="0"/>
              </a:rPr>
              <a:t>Pasaje</a:t>
            </a:r>
            <a:r>
              <a:rPr lang="en-US" sz="3600" kern="0">
                <a:solidFill>
                  <a:schemeClr val="tx1"/>
                </a:solidFill>
                <a:latin typeface="Segoe UI" pitchFamily="34" charset="0"/>
                <a:cs typeface="Segoe UI" pitchFamily="34" charset="0"/>
              </a:rPr>
              <a:t> </a:t>
            </a:r>
            <a:r>
              <a:rPr lang="en-US" sz="3600" kern="0" err="1">
                <a:solidFill>
                  <a:schemeClr val="tx1"/>
                </a:solidFill>
                <a:latin typeface="Segoe UI" pitchFamily="34" charset="0"/>
                <a:cs typeface="Segoe UI" pitchFamily="34" charset="0"/>
              </a:rPr>
              <a:t>Aéreo</a:t>
            </a:r>
            <a:endParaRPr lang="en-US" sz="3600" kern="0">
              <a:solidFill>
                <a:schemeClr val="tx1"/>
              </a:solidFill>
            </a:endParaRPr>
          </a:p>
        </p:txBody>
      </p:sp>
      <p:sp>
        <p:nvSpPr>
          <p:cNvPr id="6" name="Google Shape;95;p18"/>
          <p:cNvSpPr txBox="1">
            <a:spLocks noGrp="1"/>
          </p:cNvSpPr>
          <p:nvPr>
            <p:ph type="body" idx="1"/>
          </p:nvPr>
        </p:nvSpPr>
        <p:spPr>
          <a:xfrm>
            <a:off x="228601" y="1247775"/>
            <a:ext cx="5638800"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Sólo se permite viajar </a:t>
            </a:r>
            <a:r>
              <a:rPr lang="es-CR" sz="1400" u="sng">
                <a:solidFill>
                  <a:schemeClr val="tx1"/>
                </a:solidFill>
                <a:latin typeface="Segoe UI" panose="020B0502040204020203" pitchFamily="34" charset="0"/>
                <a:ea typeface="Segoe UI" panose="020B0502040204020203" pitchFamily="34" charset="0"/>
                <a:cs typeface="Segoe UI" panose="020B0502040204020203" pitchFamily="34" charset="0"/>
              </a:rPr>
              <a:t>en clase económica </a:t>
            </a:r>
          </a:p>
          <a:p>
            <a:pPr lvl="1">
              <a:lnSpc>
                <a:spcPct val="150000"/>
              </a:lnSpc>
              <a:buClrTx/>
              <a:buFont typeface="Arial" panose="020B0604020202020204" pitchFamily="34" charset="0"/>
              <a:buChar char="•"/>
            </a:pPr>
            <a:r>
              <a:rPr lang="es-CR" sz="1400" u="sng">
                <a:solidFill>
                  <a:schemeClr val="tx1"/>
                </a:solidFill>
                <a:latin typeface="Segoe UI" panose="020B0502040204020203" pitchFamily="34" charset="0"/>
                <a:ea typeface="Segoe UI" panose="020B0502040204020203" pitchFamily="34" charset="0"/>
                <a:cs typeface="Segoe UI" panose="020B0502040204020203" pitchFamily="34" charset="0"/>
              </a:rPr>
              <a:t>No se permiten mejoras </a:t>
            </a: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de asientos, clase, etc.</a:t>
            </a:r>
          </a:p>
          <a:p>
            <a:pPr>
              <a:lnSpc>
                <a:spcPct val="150000"/>
              </a:lnSpc>
              <a:buClrTx/>
              <a:buFont typeface="Arial" panose="020B0604020202020204"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Debe cumplir la </a:t>
            </a:r>
            <a:r>
              <a:rPr lang="es-CR" sz="1400" err="1">
                <a:solidFill>
                  <a:schemeClr val="tx1"/>
                </a:solidFill>
                <a:latin typeface="Segoe UI" panose="020B0502040204020203" pitchFamily="34" charset="0"/>
                <a:ea typeface="Segoe UI" panose="020B0502040204020203" pitchFamily="34" charset="0"/>
                <a:cs typeface="Segoe UI" panose="020B0502040204020203" pitchFamily="34" charset="0"/>
              </a:rPr>
              <a:t>Fly</a:t>
            </a: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s-CR" sz="1400" err="1">
                <a:solidFill>
                  <a:schemeClr val="tx1"/>
                </a:solidFill>
                <a:latin typeface="Segoe UI" panose="020B0502040204020203" pitchFamily="34" charset="0"/>
                <a:ea typeface="Segoe UI" panose="020B0502040204020203" pitchFamily="34" charset="0"/>
                <a:cs typeface="Segoe UI" panose="020B0502040204020203" pitchFamily="34" charset="0"/>
              </a:rPr>
              <a:t>America</a:t>
            </a: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s-CR" sz="1400" err="1">
                <a:solidFill>
                  <a:schemeClr val="tx1"/>
                </a:solidFill>
                <a:latin typeface="Segoe UI" panose="020B0502040204020203" pitchFamily="34" charset="0"/>
                <a:ea typeface="Segoe UI" panose="020B0502040204020203" pitchFamily="34" charset="0"/>
                <a:cs typeface="Segoe UI" panose="020B0502040204020203" pitchFamily="34" charset="0"/>
              </a:rPr>
              <a:t>Act</a:t>
            </a: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 que establece que debe volar en compañías de bandera estadounidense o con códigos de aerolíneas estadounidenses para todos los viajes.</a:t>
            </a:r>
          </a:p>
          <a:p>
            <a:pPr>
              <a:lnSpc>
                <a:spcPct val="150000"/>
              </a:lnSpc>
              <a:buClrTx/>
              <a:buFont typeface="Arial" panose="020B0604020202020204"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A menos que se documente una excepción: Excepción para </a:t>
            </a:r>
            <a:r>
              <a:rPr lang="es-CR" sz="1400" err="1">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Fly</a:t>
            </a: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 </a:t>
            </a:r>
            <a:r>
              <a:rPr lang="es-CR" sz="1400" err="1">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America</a:t>
            </a:r>
            <a:endParaRPr lang="es-CR"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6"/>
              </a:rPr>
              <a:t>   2 CFR 200.475</a:t>
            </a:r>
            <a:endParaRPr lang="en-US"/>
          </a:p>
        </p:txBody>
      </p:sp>
    </p:spTree>
    <p:extLst>
      <p:ext uri="{BB962C8B-B14F-4D97-AF65-F5344CB8AC3E}">
        <p14:creationId xmlns:p14="http://schemas.microsoft.com/office/powerpoint/2010/main" val="1245181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6405"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ea typeface="Segoe UI" pitchFamily="34" charset="0"/>
                <a:cs typeface="Segoe UI" pitchFamily="34" charset="0"/>
              </a:rPr>
              <a:t>Fly America Act</a:t>
            </a:r>
            <a:endParaRPr lang="en-US" sz="3600" kern="0">
              <a:solidFill>
                <a:schemeClr val="tx1"/>
              </a:solidFill>
            </a:endParaRPr>
          </a:p>
        </p:txBody>
      </p:sp>
      <p:sp>
        <p:nvSpPr>
          <p:cNvPr id="6" name="Google Shape;95;p18"/>
          <p:cNvSpPr txBox="1">
            <a:spLocks noGrp="1"/>
          </p:cNvSpPr>
          <p:nvPr>
            <p:ph type="body" idx="1"/>
          </p:nvPr>
        </p:nvSpPr>
        <p:spPr>
          <a:xfrm>
            <a:off x="304800" y="742950"/>
            <a:ext cx="6431279" cy="4080383"/>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Debe utilizar compañías aéreas de bandera de EE.UU. para todos los transportes aéreos en la medida en que esté disponible el servicio de dichas compañías.</a:t>
            </a:r>
          </a:p>
          <a:p>
            <a:pPr>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"Transportista aéreo de bandera estadounidense" significa:</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AirTran Airways (FL)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Alaska Airlines (AS)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American Airlines (AA)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Delta Airlines (DL)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Frontier Airlines (F9)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Hawaiian Airlines (HA)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JetBlue Airways (B6)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Midwest Express (YX)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Southwest Airlines (WN)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Spirit Airlines (NK)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United Airlines (UA) </a:t>
            </a:r>
          </a:p>
          <a:p>
            <a:pPr lvl="1">
              <a:lnSpc>
                <a:spcPct val="150000"/>
              </a:lnSpc>
              <a:buClrTx/>
              <a:buSzPct val="106000"/>
              <a:buFont typeface="Arial" pitchFamily="34" charset="0"/>
              <a:buChar char="•"/>
            </a:pPr>
            <a:r>
              <a:rPr lang="en-US" sz="1100">
                <a:solidFill>
                  <a:schemeClr val="tx1"/>
                </a:solidFill>
                <a:latin typeface="Segoe UI" panose="020B0502040204020203" pitchFamily="34" charset="0"/>
                <a:ea typeface="Segoe UI" panose="020B0502040204020203" pitchFamily="34" charset="0"/>
                <a:cs typeface="Segoe UI" panose="020B0502040204020203" pitchFamily="34" charset="0"/>
              </a:rPr>
              <a:t>US Airways (US)</a:t>
            </a:r>
          </a:p>
        </p:txBody>
      </p:sp>
    </p:spTree>
    <p:extLst>
      <p:ext uri="{BB962C8B-B14F-4D97-AF65-F5344CB8AC3E}">
        <p14:creationId xmlns:p14="http://schemas.microsoft.com/office/powerpoint/2010/main" val="2833272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415" y="-19050"/>
            <a:ext cx="662939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a:ea typeface="Segoe UI" pitchFamily="34" charset="0"/>
                <a:cs typeface="Segoe UI"/>
              </a:rPr>
              <a:t>Exception Waiver - Fly America Act</a:t>
            </a:r>
            <a:endParaRPr lang="en-US" sz="3200" kern="0">
              <a:solidFill>
                <a:schemeClr val="tx1"/>
              </a:solidFill>
              <a:latin typeface="Segoe UI"/>
              <a:cs typeface="Segoe UI"/>
            </a:endParaRPr>
          </a:p>
        </p:txBody>
      </p:sp>
      <p:sp>
        <p:nvSpPr>
          <p:cNvPr id="6" name="Google Shape;95;p18"/>
          <p:cNvSpPr txBox="1">
            <a:spLocks noGrp="1"/>
          </p:cNvSpPr>
          <p:nvPr>
            <p:ph type="body" idx="1"/>
          </p:nvPr>
        </p:nvSpPr>
        <p:spPr>
          <a:xfrm>
            <a:off x="152400" y="821665"/>
            <a:ext cx="6172200" cy="3999420"/>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Si no utiliza un transportista aéreo de bandera de EE.UU., deberá cumplimentar una exención de la Fly America Act y </a:t>
            </a:r>
            <a:r>
              <a:rPr lang="en-US" sz="1500" u="sng">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conservar una prueba de la excepción. </a:t>
            </a:r>
            <a:endParaRPr lang="en-US" sz="1500" u="sng">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SzPct val="106000"/>
              <a:buFont typeface="Arial" pitchFamily="34" charset="0"/>
              <a:buChar char="•"/>
            </a:pP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La compañía aérea de bandera de EE.UU. debe utilizar el servicio en cada parte de la ruta en la que presta servicio, </a:t>
            </a:r>
            <a:r>
              <a:rPr lang="en-US" sz="1500" err="1">
                <a:solidFill>
                  <a:schemeClr val="tx1"/>
                </a:solidFill>
                <a:latin typeface="Segoe UI" panose="020B0502040204020203" pitchFamily="34" charset="0"/>
                <a:ea typeface="Segoe UI" panose="020B0502040204020203" pitchFamily="34" charset="0"/>
                <a:cs typeface="Segoe UI" panose="020B0502040204020203" pitchFamily="34" charset="0"/>
              </a:rPr>
              <a:t>aunque</a:t>
            </a: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a:t>
            </a:r>
          </a:p>
          <a:p>
            <a:pPr lvl="1">
              <a:lnSpc>
                <a:spcPct val="150000"/>
              </a:lnSpc>
              <a:buClrTx/>
              <a:buSzPct val="106000"/>
              <a:buFont typeface="Arial" pitchFamily="34" charset="0"/>
              <a:buChar char="•"/>
            </a:pP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Ninguna aerolínea estadounidense presta servicio en la ruta (es decir, la mayoría de los vuelos nacionales en México)</a:t>
            </a:r>
          </a:p>
          <a:p>
            <a:pPr lvl="2">
              <a:lnSpc>
                <a:spcPct val="150000"/>
              </a:lnSpc>
              <a:buClrTx/>
              <a:buSzPct val="106000"/>
              <a:buFont typeface="Arial" pitchFamily="34" charset="0"/>
              <a:buChar char="•"/>
            </a:pP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Para vuelos nacionales, cumplimente la exención una vez para comprobar que no hay transportista de EE.UU.</a:t>
            </a:r>
          </a:p>
        </p:txBody>
      </p:sp>
    </p:spTree>
    <p:extLst>
      <p:ext uri="{BB962C8B-B14F-4D97-AF65-F5344CB8AC3E}">
        <p14:creationId xmlns:p14="http://schemas.microsoft.com/office/powerpoint/2010/main" val="456219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415" y="-19050"/>
            <a:ext cx="662939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ea typeface="Segoe UI" pitchFamily="34" charset="0"/>
                <a:cs typeface="Segoe UI" pitchFamily="34" charset="0"/>
              </a:rPr>
              <a:t>Exception Wavier - Fly America Act</a:t>
            </a:r>
            <a:endParaRPr lang="en-US" sz="3200" kern="0">
              <a:solidFill>
                <a:schemeClr val="tx1"/>
              </a:solidFill>
            </a:endParaRPr>
          </a:p>
        </p:txBody>
      </p:sp>
      <p:sp>
        <p:nvSpPr>
          <p:cNvPr id="6" name="Google Shape;95;p18"/>
          <p:cNvSpPr txBox="1">
            <a:spLocks noGrp="1"/>
          </p:cNvSpPr>
          <p:nvPr>
            <p:ph type="body" idx="1"/>
          </p:nvPr>
        </p:nvSpPr>
        <p:spPr>
          <a:xfrm>
            <a:off x="-381000" y="742950"/>
            <a:ext cx="6812280" cy="3999420"/>
          </a:xfrm>
          <a:prstGeom prst="rect">
            <a:avLst/>
          </a:prstGeom>
        </p:spPr>
        <p:txBody>
          <a:bodyPr spcFirstLastPara="1" wrap="square" lIns="91425" tIns="91425" rIns="91425" bIns="91425" anchor="t" anchorCtr="0">
            <a:noAutofit/>
          </a:bodyPr>
          <a:lstStyle/>
          <a:p>
            <a:pPr marL="584200" lvl="1" indent="0">
              <a:lnSpc>
                <a:spcPct val="150000"/>
              </a:lnSpc>
              <a:buClrTx/>
              <a:buSzPct val="106000"/>
              <a:buNone/>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Otros excepciones </a:t>
            </a:r>
          </a:p>
          <a:p>
            <a:pPr lvl="1">
              <a:lnSpc>
                <a:spcPct val="150000"/>
              </a:lnSpc>
              <a:buClrTx/>
              <a:buSzPct val="106000"/>
              <a:buFont typeface="Arial"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Aumentar en 2 o más el número de cambios de avión fuera de EE.UU.; o</a:t>
            </a:r>
          </a:p>
          <a:p>
            <a:pPr lvl="1">
              <a:lnSpc>
                <a:spcPct val="150000"/>
              </a:lnSpc>
              <a:buClrTx/>
              <a:buSzPct val="106000"/>
              <a:buFont typeface="Arial"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Prolongar el viaje al menos 6 horas o más.</a:t>
            </a:r>
          </a:p>
          <a:p>
            <a:pPr lvl="1">
              <a:lnSpc>
                <a:spcPct val="150000"/>
              </a:lnSpc>
              <a:buClrTx/>
              <a:buSzPct val="106000"/>
              <a:buFont typeface="Arial"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Requieren un tiempo de conexión de 4 horas o más (fuera de EE.UU.); o</a:t>
            </a:r>
          </a:p>
          <a:p>
            <a:pPr lvl="1">
              <a:lnSpc>
                <a:spcPct val="150000"/>
              </a:lnSpc>
              <a:buClrTx/>
              <a:buSzPct val="106000"/>
              <a:buFont typeface="Arial"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El doble del tiempo de viaje cuando el servicio en una compañía aérea extranjera sea de 3 horas o menos; o</a:t>
            </a:r>
          </a:p>
          <a:p>
            <a:pPr lvl="1">
              <a:lnSpc>
                <a:spcPct val="150000"/>
              </a:lnSpc>
              <a:buClrTx/>
              <a:buSzPct val="106000"/>
              <a:buFont typeface="Arial"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El uso de una compañía aérea extranjera es necesario por razones médicas; o</a:t>
            </a:r>
          </a:p>
          <a:p>
            <a:pPr lvl="1">
              <a:lnSpc>
                <a:spcPct val="150000"/>
              </a:lnSpc>
              <a:buClrTx/>
              <a:buSzPct val="106000"/>
              <a:buFont typeface="Arial"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Utilización de una compañía aérea extranjera para evitar un riesgo excesivo para la seguridad del viajero.</a:t>
            </a:r>
          </a:p>
          <a:p>
            <a:pPr lvl="1">
              <a:lnSpc>
                <a:spcPct val="150000"/>
              </a:lnSpc>
              <a:buClrTx/>
              <a:buSzPct val="106000"/>
              <a:buFont typeface="Arial" pitchFamily="34" charset="0"/>
              <a:buChar char="•"/>
            </a:pPr>
            <a:r>
              <a:rPr lang="es-CR" sz="1400">
                <a:solidFill>
                  <a:schemeClr val="tx1"/>
                </a:solidFill>
                <a:latin typeface="Segoe UI" panose="020B0502040204020203" pitchFamily="34" charset="0"/>
                <a:ea typeface="Segoe UI" panose="020B0502040204020203" pitchFamily="34" charset="0"/>
                <a:cs typeface="Segoe UI" panose="020B0502040204020203" pitchFamily="34" charset="0"/>
              </a:rPr>
              <a:t>No hay disponibilidad de asiento en clase turista en una compañía aérea estadounidense y hay disponibilidad de asiento en clase turista en una compañía aérea extranjera.</a:t>
            </a:r>
          </a:p>
        </p:txBody>
      </p:sp>
    </p:spTree>
    <p:extLst>
      <p:ext uri="{BB962C8B-B14F-4D97-AF65-F5344CB8AC3E}">
        <p14:creationId xmlns:p14="http://schemas.microsoft.com/office/powerpoint/2010/main" val="757874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1">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8580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a:cs typeface="Segoe UI"/>
              </a:rPr>
              <a:t>Costos de </a:t>
            </a:r>
            <a:r>
              <a:rPr lang="en-US" sz="3600" kern="0" err="1">
                <a:solidFill>
                  <a:schemeClr val="tx1"/>
                </a:solidFill>
                <a:latin typeface="Segoe UI"/>
                <a:cs typeface="Segoe UI"/>
              </a:rPr>
              <a:t>formación</a:t>
            </a:r>
            <a:r>
              <a:rPr lang="en-US" sz="3600" kern="0">
                <a:solidFill>
                  <a:schemeClr val="tx1"/>
                </a:solidFill>
                <a:latin typeface="Segoe UI"/>
                <a:cs typeface="Segoe UI"/>
              </a:rPr>
              <a:t> y </a:t>
            </a:r>
            <a:r>
              <a:rPr lang="en-US" sz="3600" kern="0" err="1">
                <a:solidFill>
                  <a:schemeClr val="tx1"/>
                </a:solidFill>
                <a:latin typeface="Segoe UI"/>
                <a:cs typeface="Segoe UI"/>
              </a:rPr>
              <a:t>talleres</a:t>
            </a:r>
            <a:endParaRPr lang="en-US" sz="3600" kern="0">
              <a:solidFill>
                <a:schemeClr val="tx1"/>
              </a:solidFill>
              <a:latin typeface="Segoe UI"/>
              <a:cs typeface="Segoe UI"/>
            </a:endParaRPr>
          </a:p>
        </p:txBody>
      </p:sp>
      <p:sp>
        <p:nvSpPr>
          <p:cNvPr id="6" name="Google Shape;95;p18"/>
          <p:cNvSpPr txBox="1">
            <a:spLocks noGrp="1"/>
          </p:cNvSpPr>
          <p:nvPr>
            <p:ph type="body" idx="1"/>
          </p:nvPr>
        </p:nvSpPr>
        <p:spPr>
          <a:xfrm>
            <a:off x="228600" y="1247775"/>
            <a:ext cx="621677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Una </a:t>
            </a:r>
            <a:r>
              <a:rPr lang="en-US" sz="1400" err="1">
                <a:solidFill>
                  <a:schemeClr val="tx1"/>
                </a:solidFill>
                <a:latin typeface="Segoe UI"/>
                <a:ea typeface="Segoe UI" panose="020B0502040204020203" pitchFamily="34" charset="0"/>
                <a:cs typeface="Segoe UI"/>
              </a:rPr>
              <a:t>conferencia</a:t>
            </a:r>
            <a:r>
              <a:rPr lang="en-US" sz="1400">
                <a:solidFill>
                  <a:schemeClr val="tx1"/>
                </a:solidFill>
                <a:latin typeface="Segoe UI"/>
                <a:ea typeface="Segoe UI" panose="020B0502040204020203" pitchFamily="34" charset="0"/>
                <a:cs typeface="Segoe UI"/>
              </a:rPr>
              <a:t> se define </a:t>
            </a:r>
            <a:r>
              <a:rPr lang="en-US" sz="1400" err="1">
                <a:solidFill>
                  <a:schemeClr val="tx1"/>
                </a:solidFill>
                <a:latin typeface="Segoe UI"/>
                <a:ea typeface="Segoe UI" panose="020B0502040204020203" pitchFamily="34" charset="0"/>
                <a:cs typeface="Segoe UI"/>
              </a:rPr>
              <a:t>como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una</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formación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reunión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retiro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seminario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simposio</a:t>
            </a:r>
            <a:r>
              <a:rPr lang="en-US" sz="1400">
                <a:solidFill>
                  <a:schemeClr val="tx1"/>
                </a:solidFill>
                <a:latin typeface="Segoe UI"/>
                <a:ea typeface="Segoe UI" panose="020B0502040204020203" pitchFamily="34" charset="0"/>
                <a:cs typeface="Segoe UI"/>
              </a:rPr>
              <a:t>, taller o </a:t>
            </a:r>
            <a:r>
              <a:rPr lang="en-US" sz="1400" err="1">
                <a:solidFill>
                  <a:schemeClr val="tx1"/>
                </a:solidFill>
                <a:latin typeface="Segoe UI"/>
                <a:ea typeface="Segoe UI" panose="020B0502040204020203" pitchFamily="34" charset="0"/>
                <a:cs typeface="Segoe UI"/>
              </a:rPr>
              <a:t>acto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cuyo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objetivo</a:t>
            </a:r>
            <a:r>
              <a:rPr lang="en-US" sz="1400">
                <a:solidFill>
                  <a:schemeClr val="tx1"/>
                </a:solidFill>
                <a:latin typeface="Segoe UI"/>
                <a:ea typeface="Segoe UI" panose="020B0502040204020203" pitchFamily="34" charset="0"/>
                <a:cs typeface="Segoe UI"/>
              </a:rPr>
              <a:t> principal es la </a:t>
            </a:r>
            <a:r>
              <a:rPr lang="en-US" sz="1400" err="1">
                <a:solidFill>
                  <a:schemeClr val="tx1"/>
                </a:solidFill>
                <a:latin typeface="Segoe UI"/>
                <a:ea typeface="Segoe UI" panose="020B0502040204020203" pitchFamily="34" charset="0"/>
                <a:cs typeface="Segoe UI"/>
              </a:rPr>
              <a:t>difusión</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información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técnica</a:t>
            </a:r>
            <a:r>
              <a:rPr lang="en-US" sz="1400">
                <a:solidFill>
                  <a:schemeClr val="tx1"/>
                </a:solidFill>
                <a:latin typeface="Segoe UI"/>
                <a:ea typeface="Segoe UI" panose="020B0502040204020203" pitchFamily="34" charset="0"/>
                <a:cs typeface="Segoe UI"/>
              </a:rPr>
              <a:t>. </a:t>
            </a: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Deben ser </a:t>
            </a:r>
            <a:r>
              <a:rPr lang="en-US" sz="1400" err="1">
                <a:solidFill>
                  <a:schemeClr val="tx1"/>
                </a:solidFill>
                <a:latin typeface="Segoe UI"/>
                <a:ea typeface="Segoe UI" panose="020B0502040204020203" pitchFamily="34" charset="0"/>
                <a:cs typeface="Segoe UI"/>
              </a:rPr>
              <a:t>necesarios</a:t>
            </a:r>
            <a:r>
              <a:rPr lang="en-US" sz="1400">
                <a:solidFill>
                  <a:schemeClr val="tx1"/>
                </a:solidFill>
                <a:latin typeface="Segoe UI"/>
                <a:ea typeface="Segoe UI" panose="020B0502040204020203" pitchFamily="34" charset="0"/>
                <a:cs typeface="Segoe UI"/>
              </a:rPr>
              <a:t> y </a:t>
            </a:r>
            <a:r>
              <a:rPr lang="en-US" sz="1400" err="1">
                <a:solidFill>
                  <a:schemeClr val="tx1"/>
                </a:solidFill>
                <a:latin typeface="Segoe UI"/>
                <a:ea typeface="Segoe UI" panose="020B0502040204020203" pitchFamily="34" charset="0"/>
                <a:cs typeface="Segoe UI"/>
              </a:rPr>
              <a:t>razonables</a:t>
            </a:r>
            <a:r>
              <a:rPr lang="en-US" sz="1400">
                <a:solidFill>
                  <a:schemeClr val="tx1"/>
                </a:solidFill>
                <a:latin typeface="Segoe UI"/>
                <a:ea typeface="Segoe UI" panose="020B0502040204020203" pitchFamily="34" charset="0"/>
                <a:cs typeface="Segoe UI"/>
              </a:rPr>
              <a:t> para </a:t>
            </a:r>
            <a:r>
              <a:rPr lang="en-US" sz="1400" err="1">
                <a:solidFill>
                  <a:schemeClr val="tx1"/>
                </a:solidFill>
                <a:latin typeface="Segoe UI"/>
                <a:ea typeface="Segoe UI" panose="020B0502040204020203" pitchFamily="34" charset="0"/>
                <a:cs typeface="Segoe UI"/>
              </a:rPr>
              <a:t>el</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éxito</a:t>
            </a:r>
            <a:r>
              <a:rPr lang="en-US" sz="1400">
                <a:solidFill>
                  <a:schemeClr val="tx1"/>
                </a:solidFill>
                <a:latin typeface="Segoe UI"/>
                <a:ea typeface="Segoe UI" panose="020B0502040204020203" pitchFamily="34" charset="0"/>
                <a:cs typeface="Segoe UI"/>
              </a:rPr>
              <a:t> del </a:t>
            </a:r>
            <a:r>
              <a:rPr lang="en-US" sz="1400" err="1">
                <a:solidFill>
                  <a:schemeClr val="tx1"/>
                </a:solidFill>
                <a:latin typeface="Segoe UI"/>
                <a:ea typeface="Segoe UI" panose="020B0502040204020203" pitchFamily="34" charset="0"/>
                <a:cs typeface="Segoe UI"/>
              </a:rPr>
              <a:t>acuerdo</a:t>
            </a:r>
          </a:p>
          <a:p>
            <a:pPr>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Los </a:t>
            </a:r>
            <a:r>
              <a:rPr lang="en-US" sz="1400" err="1">
                <a:solidFill>
                  <a:schemeClr val="tx1"/>
                </a:solidFill>
                <a:latin typeface="Segoe UI"/>
                <a:ea typeface="Segoe UI" panose="020B0502040204020203" pitchFamily="34" charset="0"/>
                <a:cs typeface="Segoe UI"/>
              </a:rPr>
              <a:t>costos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subvencionables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pueden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incluir</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el</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alquiler</a:t>
            </a:r>
            <a:r>
              <a:rPr lang="en-US" sz="1400">
                <a:solidFill>
                  <a:schemeClr val="tx1"/>
                </a:solidFill>
                <a:latin typeface="Segoe UI"/>
                <a:ea typeface="Segoe UI" panose="020B0502040204020203" pitchFamily="34" charset="0"/>
                <a:cs typeface="Segoe UI"/>
              </a:rPr>
              <a:t> de las </a:t>
            </a:r>
            <a:r>
              <a:rPr lang="en-US" sz="1400" err="1">
                <a:solidFill>
                  <a:schemeClr val="tx1"/>
                </a:solidFill>
                <a:latin typeface="Segoe UI"/>
                <a:ea typeface="Segoe UI" panose="020B0502040204020203" pitchFamily="34" charset="0"/>
                <a:cs typeface="Segoe UI"/>
              </a:rPr>
              <a:t>instalaciones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los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honorarios</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los</a:t>
            </a:r>
            <a:r>
              <a:rPr lang="en-US" sz="1400">
                <a:solidFill>
                  <a:schemeClr val="tx1"/>
                </a:solidFill>
                <a:latin typeface="Segoe UI"/>
                <a:ea typeface="Segoe UI" panose="020B0502040204020203" pitchFamily="34" charset="0"/>
                <a:cs typeface="Segoe UI"/>
              </a:rPr>
              <a:t> ponentes, </a:t>
            </a:r>
            <a:r>
              <a:rPr lang="en-US" sz="1400" err="1">
                <a:solidFill>
                  <a:schemeClr val="tx1"/>
                </a:solidFill>
                <a:latin typeface="Segoe UI"/>
                <a:ea typeface="Segoe UI" panose="020B0502040204020203" pitchFamily="34" charset="0"/>
                <a:cs typeface="Segoe UI"/>
              </a:rPr>
              <a:t>los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costes</a:t>
            </a:r>
            <a:r>
              <a:rPr lang="en-US" sz="1400">
                <a:solidFill>
                  <a:schemeClr val="tx1"/>
                </a:solidFill>
                <a:latin typeface="Segoe UI"/>
                <a:ea typeface="Segoe UI" panose="020B0502040204020203" pitchFamily="34" charset="0"/>
                <a:cs typeface="Segoe UI"/>
              </a:rPr>
              <a:t> de las </a:t>
            </a:r>
            <a:r>
              <a:rPr lang="en-US" sz="1400" err="1">
                <a:solidFill>
                  <a:schemeClr val="tx1"/>
                </a:solidFill>
                <a:latin typeface="Segoe UI"/>
                <a:ea typeface="Segoe UI" panose="020B0502040204020203" pitchFamily="34" charset="0"/>
                <a:cs typeface="Segoe UI"/>
              </a:rPr>
              <a:t>comidas</a:t>
            </a:r>
            <a:r>
              <a:rPr lang="en-US" sz="1400">
                <a:solidFill>
                  <a:schemeClr val="tx1"/>
                </a:solidFill>
                <a:latin typeface="Segoe UI"/>
                <a:ea typeface="Segoe UI" panose="020B0502040204020203" pitchFamily="34" charset="0"/>
                <a:cs typeface="Segoe UI"/>
              </a:rPr>
              <a:t> y </a:t>
            </a:r>
            <a:r>
              <a:rPr lang="en-US" sz="1400" err="1">
                <a:solidFill>
                  <a:schemeClr val="tx1"/>
                </a:solidFill>
                <a:latin typeface="Segoe UI"/>
                <a:ea typeface="Segoe UI" panose="020B0502040204020203" pitchFamily="34" charset="0"/>
                <a:cs typeface="Segoe UI"/>
              </a:rPr>
              <a:t>refrescos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si</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duran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más</a:t>
            </a:r>
            <a:r>
              <a:rPr lang="en-US" sz="1400">
                <a:solidFill>
                  <a:schemeClr val="tx1"/>
                </a:solidFill>
                <a:latin typeface="Segoe UI"/>
                <a:ea typeface="Segoe UI" panose="020B0502040204020203" pitchFamily="34" charset="0"/>
                <a:cs typeface="Segoe UI"/>
              </a:rPr>
              <a:t> de 3-4 horas), </a:t>
            </a:r>
            <a:r>
              <a:rPr lang="en-US" sz="1400" err="1">
                <a:solidFill>
                  <a:schemeClr val="tx1"/>
                </a:solidFill>
                <a:latin typeface="Segoe UI"/>
                <a:ea typeface="Segoe UI" panose="020B0502040204020203" pitchFamily="34" charset="0"/>
                <a:cs typeface="Segoe UI"/>
              </a:rPr>
              <a:t>el</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transporte</a:t>
            </a:r>
            <a:r>
              <a:rPr lang="en-US" sz="1400">
                <a:solidFill>
                  <a:schemeClr val="tx1"/>
                </a:solidFill>
                <a:latin typeface="Segoe UI"/>
                <a:ea typeface="Segoe UI" panose="020B0502040204020203" pitchFamily="34" charset="0"/>
                <a:cs typeface="Segoe UI"/>
              </a:rPr>
              <a:t> local y </a:t>
            </a:r>
            <a:r>
              <a:rPr lang="en-US" sz="1400" err="1">
                <a:solidFill>
                  <a:schemeClr val="tx1"/>
                </a:solidFill>
                <a:latin typeface="Segoe UI"/>
                <a:ea typeface="Segoe UI" panose="020B0502040204020203" pitchFamily="34" charset="0"/>
                <a:cs typeface="Segoe UI"/>
              </a:rPr>
              <a:t>otros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gastos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relacionados</a:t>
            </a:r>
            <a:r>
              <a:rPr lang="en-US" sz="1400">
                <a:solidFill>
                  <a:schemeClr val="tx1"/>
                </a:solidFill>
                <a:latin typeface="Segoe UI"/>
                <a:ea typeface="Segoe UI" panose="020B0502040204020203" pitchFamily="34" charset="0"/>
                <a:cs typeface="Segoe UI"/>
              </a:rPr>
              <a:t> con </a:t>
            </a:r>
            <a:r>
              <a:rPr lang="en-US" sz="1400" err="1">
                <a:solidFill>
                  <a:schemeClr val="tx1"/>
                </a:solidFill>
                <a:latin typeface="Segoe UI"/>
                <a:ea typeface="Segoe UI" panose="020B0502040204020203" pitchFamily="34" charset="0"/>
                <a:cs typeface="Segoe UI"/>
              </a:rPr>
              <a:t>el</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acto</a:t>
            </a:r>
            <a:r>
              <a:rPr lang="en-US" sz="1400">
                <a:solidFill>
                  <a:schemeClr val="tx1"/>
                </a:solidFill>
                <a:latin typeface="Segoe UI"/>
                <a:ea typeface="Segoe UI" panose="020B0502040204020203" pitchFamily="34" charset="0"/>
                <a:cs typeface="Segoe UI"/>
              </a:rPr>
              <a:t>.</a:t>
            </a:r>
          </a:p>
          <a:p>
            <a:pPr>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Debe </a:t>
            </a:r>
            <a:r>
              <a:rPr lang="en-US" sz="1400" err="1">
                <a:solidFill>
                  <a:schemeClr val="tx1"/>
                </a:solidFill>
                <a:latin typeface="Segoe UI"/>
                <a:ea typeface="Segoe UI" panose="020B0502040204020203" pitchFamily="34" charset="0"/>
                <a:cs typeface="Segoe UI"/>
              </a:rPr>
              <a:t>minimizar</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los</a:t>
            </a:r>
            <a:r>
              <a:rPr lang="en-US" sz="1400">
                <a:solidFill>
                  <a:schemeClr val="tx1"/>
                </a:solidFill>
                <a:latin typeface="Segoe UI"/>
                <a:ea typeface="Segoe UI" panose="020B0502040204020203" pitchFamily="34" charset="0"/>
                <a:cs typeface="Segoe UI"/>
              </a:rPr>
              <a:t> costos de la </a:t>
            </a:r>
            <a:r>
              <a:rPr lang="en-US" sz="1400" err="1">
                <a:solidFill>
                  <a:schemeClr val="tx1"/>
                </a:solidFill>
                <a:latin typeface="Segoe UI"/>
                <a:ea typeface="Segoe UI" panose="020B0502040204020203" pitchFamily="34" charset="0"/>
                <a:cs typeface="Segoe UI"/>
              </a:rPr>
              <a:t>adjudicación</a:t>
            </a:r>
            <a:r>
              <a:rPr lang="en-US" sz="1400">
                <a:solidFill>
                  <a:schemeClr val="tx1"/>
                </a:solidFill>
                <a:latin typeface="Segoe UI"/>
                <a:ea typeface="Segoe UI" panose="020B0502040204020203" pitchFamily="34" charset="0"/>
                <a:cs typeface="Segoe UI"/>
              </a:rPr>
              <a:t> al USG</a:t>
            </a:r>
          </a:p>
          <a:p>
            <a:pPr>
              <a:lnSpc>
                <a:spcPct val="150000"/>
              </a:lnSpc>
              <a:buClrTx/>
              <a:buFont typeface="Arial" panose="020B0604020202020204" pitchFamily="34" charset="0"/>
              <a:buChar char="•"/>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1">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5"/>
              </a:rPr>
              <a:t>   2 CFR 200.432</a:t>
            </a:r>
            <a:endParaRPr lang="en-US"/>
          </a:p>
        </p:txBody>
      </p:sp>
    </p:spTree>
    <p:extLst>
      <p:ext uri="{BB962C8B-B14F-4D97-AF65-F5344CB8AC3E}">
        <p14:creationId xmlns:p14="http://schemas.microsoft.com/office/powerpoint/2010/main" val="5954290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1">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76200" y="-95250"/>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cs typeface="Segoe UI" pitchFamily="34" charset="0"/>
              </a:rPr>
              <a:t>Formación y talleres - Documentación</a:t>
            </a:r>
            <a:endParaRPr lang="en-US" sz="3200" kern="0">
              <a:solidFill>
                <a:schemeClr val="tx1"/>
              </a:solidFill>
            </a:endParaRPr>
          </a:p>
        </p:txBody>
      </p:sp>
      <p:sp>
        <p:nvSpPr>
          <p:cNvPr id="6" name="Google Shape;95;p18"/>
          <p:cNvSpPr txBox="1">
            <a:spLocks noGrp="1"/>
          </p:cNvSpPr>
          <p:nvPr>
            <p:ph type="body" idx="1"/>
          </p:nvPr>
        </p:nvSpPr>
        <p:spPr>
          <a:xfrm>
            <a:off x="76200" y="1123950"/>
            <a:ext cx="6477000"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400" err="1">
                <a:solidFill>
                  <a:schemeClr val="tx1"/>
                </a:solidFill>
                <a:latin typeface="Segoe UI"/>
                <a:ea typeface="Segoe UI" panose="020B0502040204020203" pitchFamily="34" charset="0"/>
                <a:cs typeface="Segoe UI"/>
              </a:rPr>
              <a:t>Documentación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necesaria</a:t>
            </a:r>
            <a:r>
              <a:rPr lang="en-US" sz="1400">
                <a:solidFill>
                  <a:schemeClr val="tx1"/>
                </a:solidFill>
                <a:latin typeface="Segoe UI"/>
                <a:ea typeface="Segoe UI" panose="020B0502040204020203" pitchFamily="34" charset="0"/>
                <a:cs typeface="Segoe UI"/>
              </a:rPr>
              <a:t>:</a:t>
            </a:r>
          </a:p>
          <a:p>
            <a:pPr lvl="1">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Copia de la factura y del </a:t>
            </a:r>
            <a:r>
              <a:rPr lang="en-US" sz="1400" err="1">
                <a:solidFill>
                  <a:schemeClr val="tx1"/>
                </a:solidFill>
                <a:latin typeface="Segoe UI"/>
                <a:ea typeface="Segoe UI" panose="020B0502040204020203" pitchFamily="34" charset="0"/>
                <a:cs typeface="Segoe UI"/>
              </a:rPr>
              <a:t>recibo</a:t>
            </a:r>
            <a:r>
              <a:rPr lang="en-US" sz="1400">
                <a:solidFill>
                  <a:schemeClr val="tx1"/>
                </a:solidFill>
                <a:latin typeface="Segoe UI"/>
                <a:ea typeface="Segoe UI" panose="020B0502040204020203" pitchFamily="34" charset="0"/>
                <a:cs typeface="Segoe UI"/>
              </a:rPr>
              <a:t>*.</a:t>
            </a:r>
          </a:p>
          <a:p>
            <a:pPr lvl="1">
              <a:lnSpc>
                <a:spcPct val="150000"/>
              </a:lnSpc>
              <a:buClrTx/>
              <a:buFont typeface="Arial" panose="020B0604020202020204" pitchFamily="34" charset="0"/>
              <a:buChar char="•"/>
            </a:pPr>
            <a:r>
              <a:rPr lang="en-US" sz="1400" err="1">
                <a:solidFill>
                  <a:schemeClr val="tx1"/>
                </a:solidFill>
                <a:latin typeface="Segoe UI"/>
                <a:ea typeface="Segoe UI" panose="020B0502040204020203" pitchFamily="34" charset="0"/>
                <a:cs typeface="Segoe UI"/>
              </a:rPr>
              <a:t>Programa</a:t>
            </a:r>
            <a:r>
              <a:rPr lang="en-US" sz="1400">
                <a:solidFill>
                  <a:schemeClr val="tx1"/>
                </a:solidFill>
                <a:latin typeface="Segoe UI"/>
                <a:ea typeface="Segoe UI" panose="020B0502040204020203" pitchFamily="34" charset="0"/>
                <a:cs typeface="Segoe UI"/>
              </a:rPr>
              <a:t> del </a:t>
            </a:r>
            <a:r>
              <a:rPr lang="en-US" sz="1400" err="1">
                <a:solidFill>
                  <a:schemeClr val="tx1"/>
                </a:solidFill>
                <a:latin typeface="Segoe UI"/>
                <a:ea typeface="Segoe UI" panose="020B0502040204020203" pitchFamily="34" charset="0"/>
                <a:cs typeface="Segoe UI"/>
              </a:rPr>
              <a:t>acto</a:t>
            </a:r>
            <a:r>
              <a:rPr lang="en-US" sz="1400">
                <a:solidFill>
                  <a:schemeClr val="tx1"/>
                </a:solidFill>
                <a:latin typeface="Segoe UI"/>
                <a:ea typeface="Segoe UI" panose="020B0502040204020203" pitchFamily="34" charset="0"/>
                <a:cs typeface="Segoe UI"/>
              </a:rPr>
              <a:t>/</a:t>
            </a:r>
            <a:r>
              <a:rPr lang="en-US" sz="1400" err="1">
                <a:solidFill>
                  <a:schemeClr val="tx1"/>
                </a:solidFill>
                <a:latin typeface="Segoe UI"/>
                <a:ea typeface="Segoe UI" panose="020B0502040204020203" pitchFamily="34" charset="0"/>
                <a:cs typeface="Segoe UI"/>
              </a:rPr>
              <a:t>formación</a:t>
            </a:r>
            <a:r>
              <a:rPr lang="en-US" sz="1400">
                <a:solidFill>
                  <a:schemeClr val="tx1"/>
                </a:solidFill>
                <a:latin typeface="Segoe UI"/>
                <a:ea typeface="Segoe UI" panose="020B0502040204020203" pitchFamily="34" charset="0"/>
                <a:cs typeface="Segoe UI"/>
              </a:rPr>
              <a:t>/taller</a:t>
            </a:r>
          </a:p>
          <a:p>
            <a:pPr lvl="1">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Lista de </a:t>
            </a:r>
            <a:r>
              <a:rPr lang="en-US" sz="1400" err="1">
                <a:solidFill>
                  <a:schemeClr val="tx1"/>
                </a:solidFill>
                <a:latin typeface="Segoe UI"/>
                <a:ea typeface="Segoe UI" panose="020B0502040204020203" pitchFamily="34" charset="0"/>
                <a:cs typeface="Segoe UI"/>
              </a:rPr>
              <a:t>asistentes</a:t>
            </a:r>
            <a:r>
              <a:rPr lang="en-US" sz="1400">
                <a:solidFill>
                  <a:schemeClr val="tx1"/>
                </a:solidFill>
                <a:latin typeface="Segoe UI"/>
                <a:ea typeface="Segoe UI" panose="020B0502040204020203" pitchFamily="34" charset="0"/>
                <a:cs typeface="Segoe UI"/>
              </a:rPr>
              <a:t> al </a:t>
            </a:r>
            <a:r>
              <a:rPr lang="en-US" sz="1400" err="1">
                <a:solidFill>
                  <a:schemeClr val="tx1"/>
                </a:solidFill>
                <a:latin typeface="Segoe UI"/>
                <a:ea typeface="Segoe UI" panose="020B0502040204020203" pitchFamily="34" charset="0"/>
                <a:cs typeface="Segoe UI"/>
              </a:rPr>
              <a:t>acto</a:t>
            </a:r>
            <a:r>
              <a:rPr lang="en-US" sz="1400">
                <a:solidFill>
                  <a:schemeClr val="tx1"/>
                </a:solidFill>
                <a:latin typeface="Segoe UI"/>
                <a:ea typeface="Segoe UI" panose="020B0502040204020203" pitchFamily="34" charset="0"/>
                <a:cs typeface="Segoe UI"/>
              </a:rPr>
              <a:t>/</a:t>
            </a:r>
            <a:r>
              <a:rPr lang="en-US" sz="1400" err="1">
                <a:solidFill>
                  <a:schemeClr val="tx1"/>
                </a:solidFill>
                <a:latin typeface="Segoe UI"/>
                <a:ea typeface="Segoe UI" panose="020B0502040204020203" pitchFamily="34" charset="0"/>
                <a:cs typeface="Segoe UI"/>
              </a:rPr>
              <a:t>formación</a:t>
            </a:r>
            <a:r>
              <a:rPr lang="en-US" sz="1400">
                <a:solidFill>
                  <a:schemeClr val="tx1"/>
                </a:solidFill>
                <a:latin typeface="Segoe UI"/>
                <a:ea typeface="Segoe UI" panose="020B0502040204020203" pitchFamily="34" charset="0"/>
                <a:cs typeface="Segoe UI"/>
              </a:rPr>
              <a:t>/taller</a:t>
            </a:r>
          </a:p>
          <a:p>
            <a:pPr>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Si no se </a:t>
            </a:r>
            <a:r>
              <a:rPr lang="en-US" sz="1400" err="1">
                <a:solidFill>
                  <a:schemeClr val="tx1"/>
                </a:solidFill>
                <a:latin typeface="Segoe UI"/>
                <a:ea typeface="Segoe UI" panose="020B0502040204020203" pitchFamily="34" charset="0"/>
                <a:cs typeface="Segoe UI"/>
              </a:rPr>
              <a:t>presenta</a:t>
            </a:r>
            <a:r>
              <a:rPr lang="en-US" sz="1400">
                <a:solidFill>
                  <a:schemeClr val="tx1"/>
                </a:solidFill>
                <a:latin typeface="Segoe UI"/>
                <a:ea typeface="Segoe UI" panose="020B0502040204020203" pitchFamily="34" charset="0"/>
                <a:cs typeface="Segoe UI"/>
              </a:rPr>
              <a:t> la </a:t>
            </a:r>
            <a:r>
              <a:rPr lang="en-US" sz="1400" err="1">
                <a:solidFill>
                  <a:schemeClr val="tx1"/>
                </a:solidFill>
                <a:latin typeface="Segoe UI"/>
                <a:ea typeface="Segoe UI" panose="020B0502040204020203" pitchFamily="34" charset="0"/>
                <a:cs typeface="Segoe UI"/>
              </a:rPr>
              <a:t>documentación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mencionada</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el</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costo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será</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rechazado</a:t>
            </a:r>
            <a:r>
              <a:rPr lang="en-US" sz="1400">
                <a:solidFill>
                  <a:schemeClr val="tx1"/>
                </a:solidFill>
                <a:latin typeface="Segoe UI"/>
                <a:ea typeface="Segoe UI" panose="020B0502040204020203" pitchFamily="34" charset="0"/>
                <a:cs typeface="Segoe UI"/>
              </a:rPr>
              <a:t> hasta que se </a:t>
            </a:r>
            <a:r>
              <a:rPr lang="en-US" sz="1400" err="1">
                <a:solidFill>
                  <a:schemeClr val="tx1"/>
                </a:solidFill>
                <a:latin typeface="Segoe UI"/>
                <a:ea typeface="Segoe UI" panose="020B0502040204020203" pitchFamily="34" charset="0"/>
                <a:cs typeface="Segoe UI"/>
              </a:rPr>
              <a:t>presente</a:t>
            </a:r>
            <a:r>
              <a:rPr lang="en-US" sz="1400">
                <a:solidFill>
                  <a:schemeClr val="tx1"/>
                </a:solidFill>
                <a:latin typeface="Segoe UI"/>
                <a:ea typeface="Segoe UI" panose="020B0502040204020203" pitchFamily="34" charset="0"/>
                <a:cs typeface="Segoe UI"/>
              </a:rPr>
              <a:t> la </a:t>
            </a:r>
            <a:r>
              <a:rPr lang="en-US" sz="1400" err="1">
                <a:solidFill>
                  <a:schemeClr val="tx1"/>
                </a:solidFill>
                <a:latin typeface="Segoe UI"/>
                <a:ea typeface="Segoe UI" panose="020B0502040204020203" pitchFamily="34" charset="0"/>
                <a:cs typeface="Segoe UI"/>
              </a:rPr>
              <a:t>documentación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justificativa</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adecuada</a:t>
            </a:r>
            <a:r>
              <a:rPr lang="en-US" sz="1400">
                <a:solidFill>
                  <a:schemeClr val="tx1"/>
                </a:solidFill>
                <a:latin typeface="Segoe UI"/>
                <a:ea typeface="Segoe UI" panose="020B0502040204020203" pitchFamily="34" charset="0"/>
                <a:cs typeface="Segoe UI"/>
              </a:rPr>
              <a:t>.</a:t>
            </a:r>
          </a:p>
          <a:p>
            <a:pPr>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 Si </a:t>
            </a:r>
            <a:r>
              <a:rPr lang="en-US" sz="1400" err="1">
                <a:solidFill>
                  <a:schemeClr val="tx1"/>
                </a:solidFill>
                <a:latin typeface="Segoe UI"/>
                <a:ea typeface="Segoe UI" panose="020B0502040204020203" pitchFamily="34" charset="0"/>
                <a:cs typeface="Segoe UI"/>
              </a:rPr>
              <a:t>una</a:t>
            </a:r>
            <a:r>
              <a:rPr lang="en-US" sz="1400">
                <a:solidFill>
                  <a:schemeClr val="tx1"/>
                </a:solidFill>
                <a:latin typeface="Segoe UI"/>
                <a:ea typeface="Segoe UI" panose="020B0502040204020203" pitchFamily="34" charset="0"/>
                <a:cs typeface="Segoe UI"/>
              </a:rPr>
              <a:t> persona </a:t>
            </a:r>
            <a:r>
              <a:rPr lang="en-US" sz="1400" err="1">
                <a:solidFill>
                  <a:schemeClr val="tx1"/>
                </a:solidFill>
                <a:latin typeface="Segoe UI"/>
                <a:ea typeface="Segoe UI" panose="020B0502040204020203" pitchFamily="34" charset="0"/>
                <a:cs typeface="Segoe UI"/>
              </a:rPr>
              <a:t>paga</a:t>
            </a:r>
            <a:r>
              <a:rPr lang="en-US" sz="1400">
                <a:solidFill>
                  <a:schemeClr val="tx1"/>
                </a:solidFill>
                <a:latin typeface="Segoe UI"/>
                <a:ea typeface="Segoe UI" panose="020B0502040204020203" pitchFamily="34" charset="0"/>
                <a:cs typeface="Segoe UI"/>
              </a:rPr>
              <a:t> la comida o la </a:t>
            </a:r>
            <a:r>
              <a:rPr lang="en-US" sz="1400" err="1">
                <a:solidFill>
                  <a:schemeClr val="tx1"/>
                </a:solidFill>
                <a:latin typeface="Segoe UI"/>
                <a:ea typeface="Segoe UI" panose="020B0502040204020203" pitchFamily="34" charset="0"/>
                <a:cs typeface="Segoe UI"/>
              </a:rPr>
              <a:t>bebida</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necesita</a:t>
            </a:r>
            <a:r>
              <a:rPr lang="en-US" sz="1400">
                <a:solidFill>
                  <a:schemeClr val="tx1"/>
                </a:solidFill>
                <a:latin typeface="Segoe UI"/>
                <a:ea typeface="Segoe UI" panose="020B0502040204020203" pitchFamily="34" charset="0"/>
                <a:cs typeface="Segoe UI"/>
              </a:rPr>
              <a:t> un </a:t>
            </a:r>
            <a:r>
              <a:rPr lang="en-US" sz="1400" err="1">
                <a:solidFill>
                  <a:schemeClr val="tx1"/>
                </a:solidFill>
                <a:latin typeface="Segoe UI"/>
                <a:ea typeface="Segoe UI" panose="020B0502040204020203" pitchFamily="34" charset="0"/>
                <a:cs typeface="Segoe UI"/>
              </a:rPr>
              <a:t>recibo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detallado</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los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gastos</a:t>
            </a:r>
            <a:r>
              <a:rPr lang="en-US" sz="1400">
                <a:solidFill>
                  <a:schemeClr val="tx1"/>
                </a:solidFill>
                <a:latin typeface="Segoe UI"/>
                <a:ea typeface="Segoe UI" panose="020B0502040204020203" pitchFamily="34" charset="0"/>
                <a:cs typeface="Segoe UI"/>
              </a:rPr>
              <a:t>.</a:t>
            </a:r>
          </a:p>
          <a:p>
            <a:pPr lvl="1">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Si no se </a:t>
            </a:r>
            <a:r>
              <a:rPr lang="en-US" sz="1400" err="1">
                <a:solidFill>
                  <a:schemeClr val="tx1"/>
                </a:solidFill>
                <a:latin typeface="Segoe UI"/>
                <a:ea typeface="Segoe UI" panose="020B0502040204020203" pitchFamily="34" charset="0"/>
                <a:cs typeface="Segoe UI"/>
              </a:rPr>
              <a:t>puede</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presentar</a:t>
            </a:r>
            <a:r>
              <a:rPr lang="en-US" sz="1400">
                <a:solidFill>
                  <a:schemeClr val="tx1"/>
                </a:solidFill>
                <a:latin typeface="Segoe UI"/>
                <a:ea typeface="Segoe UI" panose="020B0502040204020203" pitchFamily="34" charset="0"/>
                <a:cs typeface="Segoe UI"/>
              </a:rPr>
              <a:t> un </a:t>
            </a:r>
            <a:r>
              <a:rPr lang="en-US" sz="1400" err="1">
                <a:solidFill>
                  <a:schemeClr val="tx1"/>
                </a:solidFill>
                <a:latin typeface="Segoe UI"/>
                <a:ea typeface="Segoe UI" panose="020B0502040204020203" pitchFamily="34" charset="0"/>
                <a:cs typeface="Segoe UI"/>
              </a:rPr>
              <a:t>recibo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detallado</a:t>
            </a:r>
            <a:r>
              <a:rPr lang="en-US" sz="1400">
                <a:solidFill>
                  <a:schemeClr val="tx1"/>
                </a:solidFill>
                <a:latin typeface="Segoe UI"/>
                <a:ea typeface="Segoe UI" panose="020B0502040204020203" pitchFamily="34" charset="0"/>
                <a:cs typeface="Segoe UI"/>
              </a:rPr>
              <a:t>, se </a:t>
            </a:r>
            <a:r>
              <a:rPr lang="en-US" sz="1400" err="1">
                <a:solidFill>
                  <a:schemeClr val="tx1"/>
                </a:solidFill>
                <a:latin typeface="Segoe UI"/>
                <a:ea typeface="Segoe UI" panose="020B0502040204020203" pitchFamily="34" charset="0"/>
                <a:cs typeface="Segoe UI"/>
              </a:rPr>
              <a:t>necesitará</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una</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declaración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jurada</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firmada</a:t>
            </a:r>
            <a:r>
              <a:rPr lang="en-US" sz="1400">
                <a:solidFill>
                  <a:schemeClr val="tx1"/>
                </a:solidFill>
                <a:latin typeface="Segoe UI"/>
                <a:ea typeface="Segoe UI" panose="020B0502040204020203" pitchFamily="34" charset="0"/>
                <a:cs typeface="Segoe UI"/>
              </a:rPr>
              <a:t> con </a:t>
            </a:r>
            <a:r>
              <a:rPr lang="en-US" sz="1400" err="1">
                <a:solidFill>
                  <a:schemeClr val="tx1"/>
                </a:solidFill>
                <a:latin typeface="Segoe UI"/>
                <a:ea typeface="Segoe UI" panose="020B0502040204020203" pitchFamily="34" charset="0"/>
                <a:cs typeface="Segoe UI"/>
              </a:rPr>
              <a:t>el</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importe</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gastado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por</a:t>
            </a:r>
            <a:r>
              <a:rPr lang="en-US" sz="1400">
                <a:solidFill>
                  <a:schemeClr val="tx1"/>
                </a:solidFill>
                <a:latin typeface="Segoe UI"/>
                <a:ea typeface="Segoe UI" panose="020B0502040204020203" pitchFamily="34" charset="0"/>
                <a:cs typeface="Segoe UI"/>
              </a:rPr>
              <a:t> comida y </a:t>
            </a:r>
            <a:r>
              <a:rPr lang="en-US" sz="1400" err="1">
                <a:solidFill>
                  <a:schemeClr val="tx1"/>
                </a:solidFill>
                <a:latin typeface="Segoe UI"/>
                <a:ea typeface="Segoe UI" panose="020B0502040204020203" pitchFamily="34" charset="0"/>
                <a:cs typeface="Segoe UI"/>
              </a:rPr>
              <a:t>participante</a:t>
            </a:r>
            <a:r>
              <a:rPr lang="en-US" sz="1400">
                <a:solidFill>
                  <a:schemeClr val="tx1"/>
                </a:solidFill>
                <a:latin typeface="Segoe UI"/>
                <a:ea typeface="Segoe UI" panose="020B0502040204020203" pitchFamily="34" charset="0"/>
                <a:cs typeface="Segoe UI"/>
              </a:rPr>
              <a:t>.</a:t>
            </a:r>
          </a:p>
          <a:p>
            <a:pPr>
              <a:lnSpc>
                <a:spcPct val="150000"/>
              </a:lnSpc>
              <a:buClrTx/>
              <a:buFont typeface="Arial" panose="020B0604020202020204" pitchFamily="34" charset="0"/>
              <a:buChar char="•"/>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lnSpc>
                <a:spcPct val="150000"/>
              </a:lnSpc>
              <a:buClrTx/>
              <a:buNone/>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1">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5"/>
              </a:rPr>
              <a:t>   2 CFR 200.432</a:t>
            </a:r>
            <a:endParaRPr lang="en-US"/>
          </a:p>
        </p:txBody>
      </p:sp>
    </p:spTree>
    <p:extLst>
      <p:ext uri="{BB962C8B-B14F-4D97-AF65-F5344CB8AC3E}">
        <p14:creationId xmlns:p14="http://schemas.microsoft.com/office/powerpoint/2010/main" val="3796518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6">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76200" y="-95250"/>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a:cs typeface="Segoe UI"/>
              </a:rPr>
              <a:t>Costo no </a:t>
            </a:r>
            <a:r>
              <a:rPr lang="en-US" sz="3200" kern="0" err="1">
                <a:solidFill>
                  <a:schemeClr val="tx1"/>
                </a:solidFill>
                <a:latin typeface="Segoe UI"/>
                <a:cs typeface="Segoe UI"/>
              </a:rPr>
              <a:t>subvencionable</a:t>
            </a:r>
            <a:endParaRPr lang="en-US" sz="3200" kern="0">
              <a:solidFill>
                <a:schemeClr val="tx1"/>
              </a:solidFill>
              <a:latin typeface="Segoe UI"/>
              <a:cs typeface="Segoe UI"/>
            </a:endParaRPr>
          </a:p>
        </p:txBody>
      </p:sp>
      <p:sp>
        <p:nvSpPr>
          <p:cNvPr id="6" name="Google Shape;95;p18"/>
          <p:cNvSpPr txBox="1">
            <a:spLocks noGrp="1"/>
          </p:cNvSpPr>
          <p:nvPr>
            <p:ph type="body" idx="1"/>
          </p:nvPr>
        </p:nvSpPr>
        <p:spPr>
          <a:xfrm>
            <a:off x="228600" y="1273192"/>
            <a:ext cx="6477000" cy="3457575"/>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Transferencias directas de efectivo a los participantes objetivo, incluidas las comunidades, los padres o los </a:t>
            </a:r>
            <a:r>
              <a:rPr lang="en-US" sz="1200" err="1">
                <a:solidFill>
                  <a:schemeClr val="tx1"/>
                </a:solidFill>
                <a:latin typeface="Segoe UI" panose="020B0502040204020203" pitchFamily="34" charset="0"/>
                <a:ea typeface="Segoe UI" panose="020B0502040204020203" pitchFamily="34" charset="0"/>
                <a:cs typeface="Segoe UI" panose="020B0502040204020203" pitchFamily="34" charset="0"/>
              </a:rPr>
              <a:t>niños</a:t>
            </a: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a:t>
            </a:r>
          </a:p>
          <a:p>
            <a:pPr>
              <a:lnSpc>
                <a:spcPct val="150000"/>
              </a:lnSpc>
              <a:buClrTx/>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Bebidas alcohólicas</a:t>
            </a:r>
          </a:p>
          <a:p>
            <a:pPr>
              <a:lnSpc>
                <a:spcPct val="150000"/>
              </a:lnSpc>
              <a:buClrTx/>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Gastos de guardería y canguro </a:t>
            </a:r>
          </a:p>
          <a:p>
            <a:pPr>
              <a:lnSpc>
                <a:spcPct val="150000"/>
              </a:lnSpc>
              <a:buClrTx/>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Gastos de gasolina cuando se solicita la tarifa de reembolso por kilometraje del automóvil</a:t>
            </a:r>
          </a:p>
          <a:p>
            <a:pPr>
              <a:lnSpc>
                <a:spcPct val="150000"/>
              </a:lnSpc>
              <a:buClrTx/>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Tratamientos de peluquería, spa, uñas u otros</a:t>
            </a:r>
          </a:p>
          <a:p>
            <a:pPr>
              <a:lnSpc>
                <a:spcPct val="150000"/>
              </a:lnSpc>
              <a:buClrTx/>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Gastos de residencia para animales de compañía</a:t>
            </a:r>
          </a:p>
          <a:p>
            <a:pPr>
              <a:lnSpc>
                <a:spcPct val="150000"/>
              </a:lnSpc>
              <a:buClrTx/>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Gastos por exceso de velocidad, estacionamiento, remolque, tasas de incautación y otras infracciones de tráfico/ley. </a:t>
            </a:r>
          </a:p>
          <a:p>
            <a:pPr>
              <a:lnSpc>
                <a:spcPct val="150000"/>
              </a:lnSpc>
              <a:buClrTx/>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Otros gastos no relacionados directamente con el premio</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6">
              <a:lumMod val="40000"/>
              <a:lumOff val="6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6"/>
              </a:rPr>
              <a:t>   2 CFR 200.410</a:t>
            </a:r>
            <a:endParaRPr lang="en-US"/>
          </a:p>
        </p:txBody>
      </p:sp>
      <p:sp>
        <p:nvSpPr>
          <p:cNvPr id="8" name="Rectangle 7">
            <a:extLst>
              <a:ext uri="{FF2B5EF4-FFF2-40B4-BE49-F238E27FC236}">
                <a16:creationId xmlns:a16="http://schemas.microsoft.com/office/drawing/2014/main" id="{B30CF0E1-0E4C-7E1A-628E-F9A522568585}"/>
              </a:ext>
            </a:extLst>
          </p:cNvPr>
          <p:cNvSpPr/>
          <p:nvPr/>
        </p:nvSpPr>
        <p:spPr>
          <a:xfrm>
            <a:off x="2438400" y="811630"/>
            <a:ext cx="2593848" cy="428625"/>
          </a:xfrm>
          <a:prstGeom prst="rect">
            <a:avLst/>
          </a:prstGeom>
          <a:solidFill>
            <a:schemeClr val="accent6">
              <a:lumMod val="40000"/>
              <a:lumOff val="6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7"/>
              </a:rPr>
              <a:t>MPG 12</a:t>
            </a:r>
            <a:endParaRPr lang="en-US"/>
          </a:p>
        </p:txBody>
      </p:sp>
    </p:spTree>
    <p:extLst>
      <p:ext uri="{BB962C8B-B14F-4D97-AF65-F5344CB8AC3E}">
        <p14:creationId xmlns:p14="http://schemas.microsoft.com/office/powerpoint/2010/main" val="343750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6">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76200" y="-95250"/>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cs typeface="Segoe UI" pitchFamily="34" charset="0"/>
              </a:rPr>
              <a:t>Gastos de comida y entretenimiento</a:t>
            </a:r>
            <a:endParaRPr lang="en-US" sz="3200" kern="0">
              <a:solidFill>
                <a:schemeClr val="tx1"/>
              </a:solidFill>
            </a:endParaRPr>
          </a:p>
        </p:txBody>
      </p:sp>
      <p:sp>
        <p:nvSpPr>
          <p:cNvPr id="6" name="Google Shape;95;p18"/>
          <p:cNvSpPr txBox="1">
            <a:spLocks noGrp="1"/>
          </p:cNvSpPr>
          <p:nvPr>
            <p:ph type="body" idx="1"/>
          </p:nvPr>
        </p:nvSpPr>
        <p:spPr>
          <a:xfrm>
            <a:off x="228600" y="1273192"/>
            <a:ext cx="6216773"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Salvo </a:t>
            </a:r>
            <a:r>
              <a:rPr lang="en-US" sz="1400" err="1">
                <a:solidFill>
                  <a:schemeClr val="tx1"/>
                </a:solidFill>
                <a:latin typeface="Segoe UI"/>
                <a:ea typeface="Segoe UI" panose="020B0502040204020203" pitchFamily="34" charset="0"/>
                <a:cs typeface="Segoe UI"/>
              </a:rPr>
              <a:t>en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el</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caso</a:t>
            </a:r>
            <a:r>
              <a:rPr lang="en-US" sz="1400">
                <a:solidFill>
                  <a:schemeClr val="tx1"/>
                </a:solidFill>
                <a:latin typeface="Segoe UI"/>
                <a:ea typeface="Segoe UI" panose="020B0502040204020203" pitchFamily="34" charset="0"/>
                <a:cs typeface="Segoe UI"/>
              </a:rPr>
              <a:t> de las </a:t>
            </a:r>
            <a:r>
              <a:rPr lang="en-US" sz="1400" err="1">
                <a:solidFill>
                  <a:schemeClr val="tx1"/>
                </a:solidFill>
                <a:latin typeface="Segoe UI"/>
                <a:ea typeface="Segoe UI" panose="020B0502040204020203" pitchFamily="34" charset="0"/>
                <a:cs typeface="Segoe UI"/>
              </a:rPr>
              <a:t>dietas</a:t>
            </a:r>
            <a:r>
              <a:rPr lang="en-US" sz="1400">
                <a:solidFill>
                  <a:schemeClr val="tx1"/>
                </a:solidFill>
                <a:latin typeface="Segoe UI"/>
                <a:ea typeface="Segoe UI" panose="020B0502040204020203" pitchFamily="34" charset="0"/>
                <a:cs typeface="Segoe UI"/>
              </a:rPr>
              <a:t> y </a:t>
            </a:r>
            <a:r>
              <a:rPr lang="en-US" sz="1400" err="1">
                <a:solidFill>
                  <a:schemeClr val="tx1"/>
                </a:solidFill>
                <a:latin typeface="Segoe UI"/>
                <a:ea typeface="Segoe UI" panose="020B0502040204020203" pitchFamily="34" charset="0"/>
                <a:cs typeface="Segoe UI"/>
              </a:rPr>
              <a:t>otros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gastos</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viaje</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los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gastos</a:t>
            </a:r>
            <a:r>
              <a:rPr lang="en-US" sz="1400">
                <a:solidFill>
                  <a:schemeClr val="tx1"/>
                </a:solidFill>
                <a:latin typeface="Segoe UI"/>
                <a:ea typeface="Segoe UI" panose="020B0502040204020203" pitchFamily="34" charset="0"/>
                <a:cs typeface="Segoe UI"/>
              </a:rPr>
              <a:t> de comida y </a:t>
            </a:r>
            <a:r>
              <a:rPr lang="en-US" sz="1400" err="1">
                <a:solidFill>
                  <a:schemeClr val="tx1"/>
                </a:solidFill>
                <a:latin typeface="Segoe UI"/>
                <a:ea typeface="Segoe UI" panose="020B0502040204020203" pitchFamily="34" charset="0"/>
                <a:cs typeface="Segoe UI"/>
              </a:rPr>
              <a:t>bebida</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suelen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incluirse</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en</a:t>
            </a:r>
            <a:r>
              <a:rPr lang="en-US" sz="1400">
                <a:solidFill>
                  <a:schemeClr val="tx1"/>
                </a:solidFill>
                <a:latin typeface="Segoe UI"/>
                <a:ea typeface="Segoe UI" panose="020B0502040204020203" pitchFamily="34" charset="0"/>
                <a:cs typeface="Segoe UI"/>
              </a:rPr>
              <a:t> la </a:t>
            </a:r>
            <a:r>
              <a:rPr lang="en-US" sz="1400" err="1">
                <a:solidFill>
                  <a:schemeClr val="tx1"/>
                </a:solidFill>
                <a:latin typeface="Segoe UI"/>
                <a:ea typeface="Segoe UI" panose="020B0502040204020203" pitchFamily="34" charset="0"/>
                <a:cs typeface="Segoe UI"/>
              </a:rPr>
              <a:t>categoría</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gastos</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representación</a:t>
            </a:r>
            <a:r>
              <a:rPr lang="en-US" sz="1400">
                <a:solidFill>
                  <a:schemeClr val="tx1"/>
                </a:solidFill>
                <a:latin typeface="Segoe UI"/>
                <a:ea typeface="Segoe UI" panose="020B0502040204020203" pitchFamily="34" charset="0"/>
                <a:cs typeface="Segoe UI"/>
              </a:rPr>
              <a:t>", que no son </a:t>
            </a:r>
            <a:r>
              <a:rPr lang="en-US" sz="1400" err="1">
                <a:solidFill>
                  <a:schemeClr val="tx1"/>
                </a:solidFill>
                <a:latin typeface="Segoe UI"/>
                <a:ea typeface="Segoe UI" panose="020B0502040204020203" pitchFamily="34" charset="0"/>
                <a:cs typeface="Segoe UI"/>
              </a:rPr>
              <a:t>subvencionables</a:t>
            </a:r>
            <a:r>
              <a:rPr lang="en-US" sz="1400">
                <a:solidFill>
                  <a:schemeClr val="tx1"/>
                </a:solidFill>
                <a:latin typeface="Segoe UI"/>
                <a:ea typeface="Segoe UI" panose="020B0502040204020203" pitchFamily="34" charset="0"/>
                <a:cs typeface="Segoe UI"/>
              </a:rPr>
              <a:t>.</a:t>
            </a:r>
          </a:p>
          <a:p>
            <a:pPr>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En </a:t>
            </a:r>
            <a:r>
              <a:rPr lang="en-US" sz="1400" err="1">
                <a:solidFill>
                  <a:schemeClr val="tx1"/>
                </a:solidFill>
                <a:latin typeface="Segoe UI"/>
                <a:ea typeface="Segoe UI" panose="020B0502040204020203" pitchFamily="34" charset="0"/>
                <a:cs typeface="Segoe UI"/>
              </a:rPr>
              <a:t>raras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circunstancias</a:t>
            </a:r>
            <a:r>
              <a:rPr lang="en-US" sz="1400">
                <a:solidFill>
                  <a:schemeClr val="tx1"/>
                </a:solidFill>
                <a:latin typeface="Segoe UI"/>
                <a:ea typeface="Segoe UI" panose="020B0502040204020203" pitchFamily="34" charset="0"/>
                <a:cs typeface="Segoe UI"/>
              </a:rPr>
              <a:t>, un </a:t>
            </a:r>
            <a:r>
              <a:rPr lang="en-US" sz="1400" err="1">
                <a:solidFill>
                  <a:schemeClr val="tx1"/>
                </a:solidFill>
                <a:latin typeface="Segoe UI"/>
                <a:ea typeface="Segoe UI" panose="020B0502040204020203" pitchFamily="34" charset="0"/>
                <a:cs typeface="Segoe UI"/>
              </a:rPr>
              <a:t>refrigerio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modesto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durante</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una</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reunión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cuyo</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objetivo</a:t>
            </a:r>
            <a:r>
              <a:rPr lang="en-US" sz="1400">
                <a:solidFill>
                  <a:schemeClr val="tx1"/>
                </a:solidFill>
                <a:latin typeface="Segoe UI"/>
                <a:ea typeface="Segoe UI" panose="020B0502040204020203" pitchFamily="34" charset="0"/>
                <a:cs typeface="Segoe UI"/>
              </a:rPr>
              <a:t> principal sea la </a:t>
            </a:r>
            <a:r>
              <a:rPr lang="en-US" sz="1400" err="1">
                <a:solidFill>
                  <a:schemeClr val="tx1"/>
                </a:solidFill>
                <a:latin typeface="Segoe UI"/>
                <a:ea typeface="Segoe UI" panose="020B0502040204020203" pitchFamily="34" charset="0"/>
                <a:cs typeface="Segoe UI"/>
              </a:rPr>
              <a:t>difusión</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información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técnica</a:t>
            </a:r>
            <a:r>
              <a:rPr lang="en-US" sz="1400">
                <a:solidFill>
                  <a:schemeClr val="tx1"/>
                </a:solidFill>
                <a:latin typeface="Segoe UI"/>
                <a:ea typeface="Segoe UI" panose="020B0502040204020203" pitchFamily="34" charset="0"/>
                <a:cs typeface="Segoe UI"/>
              </a:rPr>
              <a:t>.</a:t>
            </a:r>
          </a:p>
          <a:p>
            <a:pPr lvl="1">
              <a:lnSpc>
                <a:spcPct val="150000"/>
              </a:lnSpc>
              <a:buClrTx/>
              <a:buFont typeface="Arial" panose="020B0604020202020204" pitchFamily="34" charset="0"/>
              <a:buChar char="•"/>
            </a:pPr>
            <a:r>
              <a:rPr lang="en-US" sz="1400" err="1">
                <a:solidFill>
                  <a:schemeClr val="tx1"/>
                </a:solidFill>
                <a:latin typeface="Segoe UI"/>
                <a:ea typeface="Segoe UI" panose="020B0502040204020203" pitchFamily="34" charset="0"/>
                <a:cs typeface="Segoe UI"/>
              </a:rPr>
              <a:t>Mejores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prácticas</a:t>
            </a:r>
            <a:r>
              <a:rPr lang="en-US" sz="1400">
                <a:solidFill>
                  <a:schemeClr val="tx1"/>
                </a:solidFill>
                <a:latin typeface="Segoe UI"/>
                <a:ea typeface="Segoe UI" panose="020B0502040204020203" pitchFamily="34" charset="0"/>
                <a:cs typeface="Segoe UI"/>
              </a:rPr>
              <a:t> para </a:t>
            </a:r>
            <a:r>
              <a:rPr lang="en-US" sz="1400" err="1">
                <a:solidFill>
                  <a:schemeClr val="tx1"/>
                </a:solidFill>
                <a:latin typeface="Segoe UI"/>
                <a:ea typeface="Segoe UI" panose="020B0502040204020203" pitchFamily="34" charset="0"/>
                <a:cs typeface="Segoe UI"/>
              </a:rPr>
              <a:t>reuniones</a:t>
            </a:r>
            <a:r>
              <a:rPr lang="en-US" sz="1400">
                <a:solidFill>
                  <a:schemeClr val="tx1"/>
                </a:solidFill>
                <a:latin typeface="Segoe UI"/>
                <a:ea typeface="Segoe UI" panose="020B0502040204020203" pitchFamily="34" charset="0"/>
                <a:cs typeface="Segoe UI"/>
              </a:rPr>
              <a:t> de 3-4 horas o </a:t>
            </a:r>
            <a:r>
              <a:rPr lang="en-US" sz="1400" err="1">
                <a:solidFill>
                  <a:schemeClr val="tx1"/>
                </a:solidFill>
                <a:latin typeface="Segoe UI"/>
                <a:ea typeface="Segoe UI" panose="020B0502040204020203" pitchFamily="34" charset="0"/>
                <a:cs typeface="Segoe UI"/>
              </a:rPr>
              <a:t>más</a:t>
            </a:r>
          </a:p>
          <a:p>
            <a:pPr>
              <a:lnSpc>
                <a:spcPct val="150000"/>
              </a:lnSpc>
              <a:buClrTx/>
              <a:buFont typeface="Arial" panose="020B0604020202020204" pitchFamily="34" charset="0"/>
              <a:buChar char="•"/>
            </a:pPr>
            <a:r>
              <a:rPr lang="en-US" sz="1400">
                <a:solidFill>
                  <a:schemeClr val="tx1"/>
                </a:solidFill>
                <a:latin typeface="Segoe UI"/>
                <a:ea typeface="Segoe UI" panose="020B0502040204020203" pitchFamily="34" charset="0"/>
                <a:cs typeface="Segoe UI"/>
              </a:rPr>
              <a:t>Las </a:t>
            </a:r>
            <a:r>
              <a:rPr lang="en-US" sz="1400" err="1">
                <a:solidFill>
                  <a:schemeClr val="tx1"/>
                </a:solidFill>
                <a:latin typeface="Segoe UI"/>
                <a:ea typeface="Segoe UI" panose="020B0502040204020203" pitchFamily="34" charset="0"/>
                <a:cs typeface="Segoe UI"/>
              </a:rPr>
              <a:t>reuniones</a:t>
            </a:r>
            <a:r>
              <a:rPr lang="en-US" sz="1400">
                <a:solidFill>
                  <a:schemeClr val="tx1"/>
                </a:solidFill>
                <a:latin typeface="Segoe UI"/>
                <a:ea typeface="Segoe UI" panose="020B0502040204020203" pitchFamily="34" charset="0"/>
                <a:cs typeface="Segoe UI"/>
              </a:rPr>
              <a:t> de personal y las </a:t>
            </a:r>
            <a:r>
              <a:rPr lang="en-US" sz="1400" err="1">
                <a:solidFill>
                  <a:schemeClr val="tx1"/>
                </a:solidFill>
                <a:latin typeface="Segoe UI"/>
                <a:ea typeface="Segoe UI" panose="020B0502040204020203" pitchFamily="34" charset="0"/>
                <a:cs typeface="Segoe UI"/>
              </a:rPr>
              <a:t>reuniones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generales</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los</a:t>
            </a:r>
            <a:r>
              <a:rPr lang="en-US" sz="1400">
                <a:solidFill>
                  <a:schemeClr val="tx1"/>
                </a:solidFill>
                <a:latin typeface="Segoe UI"/>
                <a:ea typeface="Segoe UI" panose="020B0502040204020203" pitchFamily="34" charset="0"/>
                <a:cs typeface="Segoe UI"/>
              </a:rPr>
              <a:t> </a:t>
            </a:r>
            <a:r>
              <a:rPr lang="en-US" sz="1400" b="1">
                <a:solidFill>
                  <a:schemeClr val="tx1"/>
                </a:solidFill>
              </a:rPr>
              <a:t>sub-adjudicatarios</a:t>
            </a:r>
            <a:r>
              <a:rPr lang="en-US" sz="1400">
                <a:solidFill>
                  <a:schemeClr val="tx1"/>
                </a:solidFill>
                <a:latin typeface="Segoe UI"/>
                <a:ea typeface="Segoe UI" panose="020B0502040204020203" pitchFamily="34" charset="0"/>
                <a:cs typeface="Segoe UI"/>
              </a:rPr>
              <a:t> son </a:t>
            </a:r>
            <a:r>
              <a:rPr lang="en-US" sz="1400" err="1">
                <a:solidFill>
                  <a:schemeClr val="tx1"/>
                </a:solidFill>
                <a:latin typeface="Segoe UI"/>
                <a:ea typeface="Segoe UI" panose="020B0502040204020203" pitchFamily="34" charset="0"/>
                <a:cs typeface="Segoe UI"/>
              </a:rPr>
              <a:t>ejemplos</a:t>
            </a:r>
            <a:r>
              <a:rPr lang="en-US" sz="1400">
                <a:solidFill>
                  <a:schemeClr val="tx1"/>
                </a:solidFill>
                <a:latin typeface="Segoe UI"/>
                <a:ea typeface="Segoe UI" panose="020B0502040204020203" pitchFamily="34" charset="0"/>
                <a:cs typeface="Segoe UI"/>
              </a:rPr>
              <a:t> de </a:t>
            </a:r>
            <a:r>
              <a:rPr lang="en-US" sz="1400" err="1">
                <a:solidFill>
                  <a:schemeClr val="tx1"/>
                </a:solidFill>
                <a:latin typeface="Segoe UI"/>
                <a:ea typeface="Segoe UI" panose="020B0502040204020203" pitchFamily="34" charset="0"/>
                <a:cs typeface="Segoe UI"/>
              </a:rPr>
              <a:t>casos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en</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los</a:t>
            </a:r>
            <a:r>
              <a:rPr lang="en-US" sz="1400">
                <a:solidFill>
                  <a:schemeClr val="tx1"/>
                </a:solidFill>
                <a:latin typeface="Segoe UI"/>
                <a:ea typeface="Segoe UI" panose="020B0502040204020203" pitchFamily="34" charset="0"/>
                <a:cs typeface="Segoe UI"/>
              </a:rPr>
              <a:t> que </a:t>
            </a:r>
            <a:r>
              <a:rPr lang="en-US" sz="1400" err="1">
                <a:solidFill>
                  <a:schemeClr val="tx1"/>
                </a:solidFill>
                <a:latin typeface="Segoe UI"/>
                <a:ea typeface="Segoe UI" panose="020B0502040204020203" pitchFamily="34" charset="0"/>
                <a:cs typeface="Segoe UI"/>
              </a:rPr>
              <a:t>los</a:t>
            </a:r>
            <a:r>
              <a:rPr lang="en-US" sz="1400">
                <a:solidFill>
                  <a:schemeClr val="tx1"/>
                </a:solidFill>
                <a:latin typeface="Segoe UI"/>
                <a:ea typeface="Segoe UI" panose="020B0502040204020203" pitchFamily="34" charset="0"/>
                <a:cs typeface="Segoe UI"/>
              </a:rPr>
              <a:t> </a:t>
            </a:r>
            <a:r>
              <a:rPr lang="en-US" sz="1400" err="1">
                <a:solidFill>
                  <a:schemeClr val="tx1"/>
                </a:solidFill>
                <a:latin typeface="Segoe UI"/>
                <a:ea typeface="Segoe UI" panose="020B0502040204020203" pitchFamily="34" charset="0"/>
                <a:cs typeface="Segoe UI"/>
              </a:rPr>
              <a:t>refrigerios</a:t>
            </a:r>
            <a:r>
              <a:rPr lang="en-US" sz="1400">
                <a:solidFill>
                  <a:schemeClr val="tx1"/>
                </a:solidFill>
                <a:latin typeface="Segoe UI"/>
                <a:ea typeface="Segoe UI" panose="020B0502040204020203" pitchFamily="34" charset="0"/>
                <a:cs typeface="Segoe UI"/>
              </a:rPr>
              <a:t> y la comida no son </a:t>
            </a:r>
            <a:r>
              <a:rPr lang="en-US" sz="1400" err="1">
                <a:solidFill>
                  <a:schemeClr val="tx1"/>
                </a:solidFill>
                <a:latin typeface="Segoe UI"/>
                <a:ea typeface="Segoe UI" panose="020B0502040204020203" pitchFamily="34" charset="0"/>
                <a:cs typeface="Segoe UI"/>
              </a:rPr>
              <a:t>admisibles</a:t>
            </a:r>
            <a:r>
              <a:rPr lang="en-US" sz="1400">
                <a:solidFill>
                  <a:schemeClr val="tx1"/>
                </a:solidFill>
                <a:latin typeface="Segoe UI"/>
                <a:ea typeface="Segoe UI" panose="020B0502040204020203" pitchFamily="34" charset="0"/>
                <a:cs typeface="Segoe UI"/>
              </a:rPr>
              <a:t>.</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6">
              <a:lumMod val="40000"/>
              <a:lumOff val="6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6"/>
              </a:rPr>
              <a:t>2 CFR 200.438</a:t>
            </a:r>
            <a:endParaRPr lang="en-US"/>
          </a:p>
        </p:txBody>
      </p:sp>
      <p:sp>
        <p:nvSpPr>
          <p:cNvPr id="8" name="Rectangle 7">
            <a:extLst>
              <a:ext uri="{FF2B5EF4-FFF2-40B4-BE49-F238E27FC236}">
                <a16:creationId xmlns:a16="http://schemas.microsoft.com/office/drawing/2014/main" id="{88A55A04-2EFA-0A40-CD1D-659BBA4ED14B}"/>
              </a:ext>
            </a:extLst>
          </p:cNvPr>
          <p:cNvSpPr/>
          <p:nvPr/>
        </p:nvSpPr>
        <p:spPr>
          <a:xfrm>
            <a:off x="2438400" y="811630"/>
            <a:ext cx="2593848" cy="428625"/>
          </a:xfrm>
          <a:prstGeom prst="rect">
            <a:avLst/>
          </a:prstGeom>
          <a:solidFill>
            <a:schemeClr val="accent6">
              <a:lumMod val="40000"/>
              <a:lumOff val="6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hlinkClick r:id="rId7"/>
              </a:rPr>
              <a:t>MPG 12,9</a:t>
            </a:r>
            <a:endParaRPr lang="en-US"/>
          </a:p>
        </p:txBody>
      </p:sp>
    </p:spTree>
    <p:extLst>
      <p:ext uri="{BB962C8B-B14F-4D97-AF65-F5344CB8AC3E}">
        <p14:creationId xmlns:p14="http://schemas.microsoft.com/office/powerpoint/2010/main" val="21528549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29076"/>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cs typeface="Segoe UI" pitchFamily="34" charset="0"/>
              </a:rPr>
              <a:t>Admisible o no admisible - Ejercicio</a:t>
            </a:r>
            <a:endParaRPr lang="en-US" sz="3200" kern="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a:solidFill>
                  <a:schemeClr val="tx1"/>
                </a:solidFill>
                <a:latin typeface="Segoe UI"/>
                <a:ea typeface="Segoe UI" panose="020B0502040204020203" pitchFamily="34" charset="0"/>
                <a:cs typeface="Segoe UI"/>
              </a:rPr>
              <a:t>Un miembro del equipo está viajando para implementar una actividad del proyecto GEM. Después de un taller con 30 participantes, el grupo decide ir a un restaurante para cenar. Se incluye los gastos de comida de cada participante en el informe financiero par reembolso, como fue con un grupo de individuales que están parte del proyecto.</a:t>
            </a:r>
          </a:p>
          <a:p>
            <a:pPr>
              <a:lnSpc>
                <a:spcPct val="150000"/>
              </a:lnSpc>
              <a:buClrTx/>
              <a:buFont typeface="Arial" panose="020B0604020202020204" pitchFamily="34" charset="0"/>
              <a:buChar char="•"/>
            </a:pPr>
            <a:endParaRPr lang="es-E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a:solidFill>
                  <a:schemeClr val="tx1"/>
                </a:solidFill>
                <a:latin typeface="Segoe UI"/>
                <a:ea typeface="Segoe UI" panose="020B0502040204020203" pitchFamily="34" charset="0"/>
                <a:cs typeface="Segoe UI"/>
              </a:rPr>
              <a:t>¿Esto es un gasto permisible o no? ¿Por qué?</a:t>
            </a:r>
            <a:endParaRPr lang="en-US" sz="1400">
              <a:solidFill>
                <a:schemeClr val="tx1"/>
              </a:solidFill>
              <a:latin typeface="Segoe UI"/>
              <a:ea typeface="Segoe UI" panose="020B0502040204020203" pitchFamily="34" charset="0"/>
              <a:cs typeface="Segoe UI"/>
            </a:endParaRPr>
          </a:p>
        </p:txBody>
      </p:sp>
    </p:spTree>
    <p:extLst>
      <p:ext uri="{BB962C8B-B14F-4D97-AF65-F5344CB8AC3E}">
        <p14:creationId xmlns:p14="http://schemas.microsoft.com/office/powerpoint/2010/main" val="19415542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29076"/>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cs typeface="Segoe UI" pitchFamily="34" charset="0"/>
              </a:rPr>
              <a:t>Admisible o no admisible - Ejercicio</a:t>
            </a:r>
            <a:endParaRPr lang="en-US" sz="3200" kern="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a:solidFill>
                  <a:schemeClr val="tx1"/>
                </a:solidFill>
                <a:latin typeface="Segoe UI" panose="020B0502040204020203" pitchFamily="34" charset="0"/>
                <a:ea typeface="Segoe UI" panose="020B0502040204020203" pitchFamily="34" charset="0"/>
                <a:cs typeface="Segoe UI" panose="020B0502040204020203" pitchFamily="34" charset="0"/>
              </a:rPr>
              <a:t>El equipo tiene una capacitación para el proyecto GEM que dura una hora en la mañana. Contrata a un restaurante para hacer un gran desayuno para todos los participantes. </a:t>
            </a:r>
          </a:p>
          <a:p>
            <a:pPr>
              <a:lnSpc>
                <a:spcPct val="150000"/>
              </a:lnSpc>
              <a:buClrTx/>
              <a:buFont typeface="Arial" panose="020B0604020202020204" pitchFamily="34" charset="0"/>
              <a:buChar char="•"/>
            </a:pPr>
            <a:endParaRPr lang="es-E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a:solidFill>
                  <a:schemeClr val="tx1"/>
                </a:solidFill>
                <a:latin typeface="Segoe UI" panose="020B0502040204020203" pitchFamily="34" charset="0"/>
                <a:ea typeface="Segoe UI" panose="020B0502040204020203" pitchFamily="34" charset="0"/>
                <a:cs typeface="Segoe UI" panose="020B0502040204020203" pitchFamily="34" charset="0"/>
              </a:rPr>
              <a:t>¿Esto es un gasto permisible o no? ¿Por qué?</a:t>
            </a: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41797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37097"/>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cs typeface="Segoe UI" pitchFamily="34" charset="0"/>
              </a:rPr>
              <a:t>Admisible o no admisible - Ejercicio</a:t>
            </a:r>
            <a:endParaRPr lang="en-US" sz="3200" kern="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a:solidFill>
                  <a:schemeClr val="tx1"/>
                </a:solidFill>
                <a:latin typeface="Segoe UI" panose="020B0502040204020203" pitchFamily="34" charset="0"/>
                <a:ea typeface="Segoe UI" panose="020B0502040204020203" pitchFamily="34" charset="0"/>
                <a:cs typeface="Segoe UI" panose="020B0502040204020203" pitchFamily="34" charset="0"/>
              </a:rPr>
              <a:t>Un miembro del equipo renta un carro para viajar a un taller fuera de su lugar de residencia, como no hay otra opción de transporte público para llegar a su destino. La política de la organización es reembolsar los costes de gasolina por kilómetro recorrido. Sin embargo, el miembro del equipo está pidiendo reembolso por el monto de gasolina comprado en la gasolinera, presentando una factura y recibo con dicho monto.</a:t>
            </a:r>
          </a:p>
          <a:p>
            <a:pPr>
              <a:lnSpc>
                <a:spcPct val="150000"/>
              </a:lnSpc>
              <a:buClrTx/>
              <a:buFont typeface="Arial" panose="020B0604020202020204" pitchFamily="34" charset="0"/>
              <a:buChar char="•"/>
            </a:pPr>
            <a:endParaRPr lang="es-E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a:solidFill>
                  <a:schemeClr val="tx1"/>
                </a:solidFill>
                <a:latin typeface="Segoe UI" panose="020B0502040204020203" pitchFamily="34" charset="0"/>
                <a:ea typeface="Segoe UI" panose="020B0502040204020203" pitchFamily="34" charset="0"/>
                <a:cs typeface="Segoe UI" panose="020B0502040204020203" pitchFamily="34" charset="0"/>
              </a:rPr>
              <a:t>¿Esto es un gasto permisible o no? ¿Por qué?</a:t>
            </a: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456438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37097"/>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cs typeface="Segoe UI" pitchFamily="34" charset="0"/>
              </a:rPr>
              <a:t>Admisible o no admisible - Ejercicio</a:t>
            </a:r>
            <a:endParaRPr lang="en-US" sz="3200" kern="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a:solidFill>
                  <a:schemeClr val="tx1"/>
                </a:solidFill>
                <a:latin typeface="Segoe UI" panose="020B0502040204020203" pitchFamily="34" charset="0"/>
                <a:ea typeface="Segoe UI" panose="020B0502040204020203" pitchFamily="34" charset="0"/>
                <a:cs typeface="Segoe UI" panose="020B0502040204020203" pitchFamily="34" charset="0"/>
              </a:rPr>
              <a:t>Para un taller, el equipo contrata a una persona local para brindar pequeños refrescos para los participantes. Como esta persona no tiene un negocio formal, no presenta una factura ni un recibo para la comida comprada. Se compra la comida con efectivo. El equipo incluye estos gastos en el informe financiero sin documentación soporte, explicando que no se pudo obtener documentación por las razones anteriormente mencionadas. </a:t>
            </a:r>
          </a:p>
          <a:p>
            <a:pPr>
              <a:lnSpc>
                <a:spcPct val="150000"/>
              </a:lnSpc>
              <a:buClrTx/>
              <a:buFont typeface="Arial" panose="020B0604020202020204" pitchFamily="34" charset="0"/>
              <a:buChar char="•"/>
            </a:pPr>
            <a:endParaRPr lang="es-E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a:solidFill>
                  <a:schemeClr val="tx1"/>
                </a:solidFill>
                <a:latin typeface="Segoe UI" panose="020B0502040204020203" pitchFamily="34" charset="0"/>
                <a:ea typeface="Segoe UI" panose="020B0502040204020203" pitchFamily="34" charset="0"/>
                <a:cs typeface="Segoe UI" panose="020B0502040204020203" pitchFamily="34" charset="0"/>
              </a:rPr>
              <a:t>¿Esto es un gasto permisible o no? ¿Por qué?</a:t>
            </a: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806539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37097"/>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a:solidFill>
                  <a:schemeClr val="tx1"/>
                </a:solidFill>
                <a:latin typeface="Segoe UI" pitchFamily="34" charset="0"/>
                <a:cs typeface="Segoe UI" pitchFamily="34" charset="0"/>
              </a:rPr>
              <a:t>Admisible o no admisible - Ejercicio</a:t>
            </a:r>
            <a:endParaRPr lang="en-US" sz="3200" kern="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a:solidFill>
                  <a:schemeClr val="tx1"/>
                </a:solidFill>
                <a:latin typeface="Segoe UI" panose="020B0502040204020203" pitchFamily="34" charset="0"/>
                <a:ea typeface="Segoe UI" panose="020B0502040204020203" pitchFamily="34" charset="0"/>
                <a:cs typeface="Segoe UI" panose="020B0502040204020203" pitchFamily="34" charset="0"/>
              </a:rPr>
              <a:t>El equipo del proyecto GEM viaja a la Ciudad de México para reunirse con la directora del proyecto. Quieren tener asientos específicos para el vuelo, por lo cual se requiere hacer una compra adicional. Incluyen los gastos de asientos en su informe financiero para reembolso. </a:t>
            </a:r>
          </a:p>
          <a:p>
            <a:pPr>
              <a:lnSpc>
                <a:spcPct val="150000"/>
              </a:lnSpc>
              <a:buClrTx/>
              <a:buFont typeface="Arial" panose="020B0604020202020204" pitchFamily="34" charset="0"/>
              <a:buChar char="•"/>
            </a:pPr>
            <a:endParaRPr lang="es-E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a:solidFill>
                  <a:schemeClr val="tx1"/>
                </a:solidFill>
                <a:latin typeface="Segoe UI" panose="020B0502040204020203" pitchFamily="34" charset="0"/>
                <a:ea typeface="Segoe UI" panose="020B0502040204020203" pitchFamily="34" charset="0"/>
                <a:cs typeface="Segoe UI" panose="020B0502040204020203" pitchFamily="34" charset="0"/>
              </a:rPr>
              <a:t>¿Esto es un gasto permisible o no? ¿Por qué?</a:t>
            </a: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141538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5" name="Rectangle 4"/>
          <p:cNvSpPr>
            <a:spLocks noChangeAspect="1"/>
          </p:cNvSpPr>
          <p:nvPr/>
        </p:nvSpPr>
        <p:spPr>
          <a:xfrm>
            <a:off x="2656932" y="632797"/>
            <a:ext cx="3590142" cy="372010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a:solidFill>
                <a:srgbClr val="FFFFFF"/>
              </a:solidFill>
              <a:sym typeface="Arial"/>
            </a:endParaRPr>
          </a:p>
        </p:txBody>
      </p:sp>
      <p:sp>
        <p:nvSpPr>
          <p:cNvPr id="166" name="Google Shape;166;p26"/>
          <p:cNvSpPr/>
          <p:nvPr/>
        </p:nvSpPr>
        <p:spPr>
          <a:xfrm>
            <a:off x="6930997" y="3495599"/>
            <a:ext cx="113397" cy="150888"/>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66666"/>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cs typeface="Arial"/>
              <a:sym typeface="Arial"/>
            </a:endParaRPr>
          </a:p>
        </p:txBody>
      </p:sp>
      <p:sp>
        <p:nvSpPr>
          <p:cNvPr id="4" name="TextBox 3"/>
          <p:cNvSpPr txBox="1"/>
          <p:nvPr/>
        </p:nvSpPr>
        <p:spPr>
          <a:xfrm>
            <a:off x="1518303" y="2161026"/>
            <a:ext cx="5867400" cy="707886"/>
          </a:xfrm>
          <a:prstGeom prst="rect">
            <a:avLst/>
          </a:prstGeom>
          <a:noFill/>
        </p:spPr>
        <p:txBody>
          <a:bodyPr wrap="square" rtlCol="0">
            <a:spAutoFit/>
          </a:bodyPr>
          <a:lstStyle/>
          <a:p>
            <a:pPr algn="ctr"/>
            <a:r>
              <a:rPr lang="en-US" sz="4000">
                <a:solidFill>
                  <a:schemeClr val="bg1"/>
                </a:solidFill>
                <a:latin typeface="Segoe UI" pitchFamily="34" charset="0"/>
                <a:ea typeface="Segoe UI" pitchFamily="34" charset="0"/>
                <a:cs typeface="Segoe UI" pitchFamily="34" charset="0"/>
              </a:rPr>
              <a:t>¿Preguntas?</a:t>
            </a:r>
          </a:p>
        </p:txBody>
      </p:sp>
    </p:spTree>
    <p:extLst>
      <p:ext uri="{BB962C8B-B14F-4D97-AF65-F5344CB8AC3E}">
        <p14:creationId xmlns:p14="http://schemas.microsoft.com/office/powerpoint/2010/main" val="2645672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2CA712-DB8D-4621-B2A5-2B37108E0470}">
  <ds:schemaRefs>
    <ds:schemaRef ds:uri="http://schemas.microsoft.com/sharepoint/v3/contenttype/forms"/>
  </ds:schemaRefs>
</ds:datastoreItem>
</file>

<file path=customXml/itemProps2.xml><?xml version="1.0" encoding="utf-8"?>
<ds:datastoreItem xmlns:ds="http://schemas.openxmlformats.org/officeDocument/2006/customXml" ds:itemID="{326CE710-A902-4782-88C8-87AB82C50BFF}">
  <ds:schemaRefs>
    <ds:schemaRef ds:uri="http://schemas.microsoft.com/office/infopath/2007/PartnerControls"/>
    <ds:schemaRef ds:uri="http://purl.org/dc/elements/1.1/"/>
    <ds:schemaRef ds:uri="bbc80359-8471-4a4d-bbbf-471444a7796d"/>
    <ds:schemaRef ds:uri="http://schemas.microsoft.com/office/2006/documentManagement/types"/>
    <ds:schemaRef ds:uri="http://schemas.openxmlformats.org/package/2006/metadata/core-properties"/>
    <ds:schemaRef ds:uri="http://www.w3.org/XML/1998/namespace"/>
    <ds:schemaRef ds:uri="ceb09a40-ef32-4a87-9fbf-fded1049908e"/>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0F5A0EE8-681D-4A07-8C78-14461E869562}"/>
</file>

<file path=docProps/app.xml><?xml version="1.0" encoding="utf-8"?>
<Properties xmlns="http://schemas.openxmlformats.org/officeDocument/2006/extended-properties" xmlns:vt="http://schemas.openxmlformats.org/officeDocument/2006/docPropsVTypes">
  <TotalTime>0</TotalTime>
  <Words>3483</Words>
  <Application>Microsoft Office PowerPoint</Application>
  <PresentationFormat>On-screen Show (16:9)</PresentationFormat>
  <Paragraphs>305</Paragraphs>
  <Slides>41</Slides>
  <Notes>41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41</vt:i4>
      </vt:variant>
    </vt:vector>
  </HeadingPairs>
  <TitlesOfParts>
    <vt:vector size="53" baseType="lpstr">
      <vt:lpstr>Arial</vt:lpstr>
      <vt:lpstr>Arial,Sans-Serif</vt:lpstr>
      <vt:lpstr>Calibri</vt:lpstr>
      <vt:lpstr>Lao UI</vt:lpstr>
      <vt:lpstr>Lato Hairline</vt:lpstr>
      <vt:lpstr>Lato Light</vt:lpstr>
      <vt:lpstr>Segoe UI</vt:lpstr>
      <vt:lpstr>Trade Gothic</vt:lpstr>
      <vt:lpstr>Wingdings</vt:lpstr>
      <vt:lpstr>Office Theme</vt:lpstr>
      <vt:lpstr>Eglamour template</vt:lpstr>
      <vt:lpstr>1_Eglamour template</vt:lpstr>
      <vt:lpstr>Normas y reglamentos federales: Costos admisibles </vt:lpstr>
      <vt:lpstr>Requisitos administrativos</vt:lpstr>
      <vt:lpstr>Reglamentos federales</vt:lpstr>
      <vt:lpstr>Sistema de gestión financiera</vt:lpstr>
      <vt:lpstr>PowerPoint Presentation</vt:lpstr>
      <vt:lpstr>Prueba general de elegibilidad </vt:lpstr>
      <vt:lpstr>Necesario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Gastos de prestaciones sociales</vt:lpstr>
      <vt:lpstr>Gastos de prestaciones sociales - Documentación</vt:lpstr>
      <vt:lpstr>Gastos de prestaciones sociales - Ejercicio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Rules and Regulations:</dc:title>
  <dc:creator>Abigail Shepard- Moore</dc:creator>
  <cp:keywords>, docId:3A43611C8AA8AEE0852B677165BA1669</cp:keywords>
  <cp:lastModifiedBy>Danielle Martin</cp:lastModifiedBy>
  <cp:revision>1</cp:revision>
  <dcterms:created xsi:type="dcterms:W3CDTF">2019-06-24T13:16:26Z</dcterms:created>
  <dcterms:modified xsi:type="dcterms:W3CDTF">2023-01-24T02:15:50Z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13945400</vt:r8>
  </property>
  <property fmtid="{D5CDD505-2E9C-101B-9397-08002B2CF9AE}" pid="4" name="MediaServiceImageTags">
    <vt:lpwstr/>
  </property>
</Properties>
</file>