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42"/>
  </p:notesMasterIdLst>
  <p:sldIdLst>
    <p:sldId id="257" r:id="rId7"/>
    <p:sldId id="289" r:id="rId8"/>
    <p:sldId id="259" r:id="rId9"/>
    <p:sldId id="263" r:id="rId10"/>
    <p:sldId id="264" r:id="rId11"/>
    <p:sldId id="265" r:id="rId12"/>
    <p:sldId id="287" r:id="rId13"/>
    <p:sldId id="266" r:id="rId14"/>
    <p:sldId id="267" r:id="rId15"/>
    <p:sldId id="268" r:id="rId16"/>
    <p:sldId id="269" r:id="rId17"/>
    <p:sldId id="288" r:id="rId18"/>
    <p:sldId id="306" r:id="rId19"/>
    <p:sldId id="270" r:id="rId20"/>
    <p:sldId id="272" r:id="rId21"/>
    <p:sldId id="293" r:id="rId22"/>
    <p:sldId id="290" r:id="rId23"/>
    <p:sldId id="273" r:id="rId24"/>
    <p:sldId id="274" r:id="rId25"/>
    <p:sldId id="275" r:id="rId26"/>
    <p:sldId id="284" r:id="rId27"/>
    <p:sldId id="285" r:id="rId28"/>
    <p:sldId id="276" r:id="rId29"/>
    <p:sldId id="292" r:id="rId30"/>
    <p:sldId id="279" r:id="rId31"/>
    <p:sldId id="297" r:id="rId32"/>
    <p:sldId id="299" r:id="rId33"/>
    <p:sldId id="300" r:id="rId34"/>
    <p:sldId id="302" r:id="rId35"/>
    <p:sldId id="295" r:id="rId36"/>
    <p:sldId id="296" r:id="rId37"/>
    <p:sldId id="303" r:id="rId38"/>
    <p:sldId id="304" r:id="rId39"/>
    <p:sldId id="305" r:id="rId40"/>
    <p:sldId id="283" r:id="rId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454" autoAdjust="0"/>
  </p:normalViewPr>
  <p:slideViewPr>
    <p:cSldViewPr snapToGrid="0">
      <p:cViewPr varScale="1">
        <p:scale>
          <a:sx n="94" d="100"/>
          <a:sy n="94" d="100"/>
        </p:scale>
        <p:origin x="1048" y="64"/>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Moscarelli" userId="3c45dc76-26ad-4bf2-abee-57b769522a52" providerId="ADAL" clId="{417FC2BC-48C4-4FB5-AEE5-99336420C554}"/>
    <pc:docChg chg="modSld">
      <pc:chgData name="Michael Moscarelli" userId="3c45dc76-26ad-4bf2-abee-57b769522a52" providerId="ADAL" clId="{417FC2BC-48C4-4FB5-AEE5-99336420C554}" dt="2021-08-27T20:11:14.185" v="2"/>
      <pc:docMkLst>
        <pc:docMk/>
      </pc:docMkLst>
      <pc:sldChg chg="modTransition">
        <pc:chgData name="Michael Moscarelli" userId="3c45dc76-26ad-4bf2-abee-57b769522a52" providerId="ADAL" clId="{417FC2BC-48C4-4FB5-AEE5-99336420C554}" dt="2021-08-27T20:11:14.185" v="2"/>
        <pc:sldMkLst>
          <pc:docMk/>
          <pc:sldMk cId="3963571660" sldId="257"/>
        </pc:sldMkLst>
      </pc:sldChg>
      <pc:sldChg chg="modTransition">
        <pc:chgData name="Michael Moscarelli" userId="3c45dc76-26ad-4bf2-abee-57b769522a52" providerId="ADAL" clId="{417FC2BC-48C4-4FB5-AEE5-99336420C554}" dt="2021-08-27T20:11:14.185" v="2"/>
        <pc:sldMkLst>
          <pc:docMk/>
          <pc:sldMk cId="1637460772" sldId="259"/>
        </pc:sldMkLst>
      </pc:sldChg>
      <pc:sldChg chg="modTransition">
        <pc:chgData name="Michael Moscarelli" userId="3c45dc76-26ad-4bf2-abee-57b769522a52" providerId="ADAL" clId="{417FC2BC-48C4-4FB5-AEE5-99336420C554}" dt="2021-08-27T20:11:14.185" v="2"/>
        <pc:sldMkLst>
          <pc:docMk/>
          <pc:sldMk cId="1244445394" sldId="263"/>
        </pc:sldMkLst>
      </pc:sldChg>
      <pc:sldChg chg="modTransition">
        <pc:chgData name="Michael Moscarelli" userId="3c45dc76-26ad-4bf2-abee-57b769522a52" providerId="ADAL" clId="{417FC2BC-48C4-4FB5-AEE5-99336420C554}" dt="2021-08-27T20:11:14.185" v="2"/>
        <pc:sldMkLst>
          <pc:docMk/>
          <pc:sldMk cId="4292549403" sldId="264"/>
        </pc:sldMkLst>
      </pc:sldChg>
      <pc:sldChg chg="modTransition">
        <pc:chgData name="Michael Moscarelli" userId="3c45dc76-26ad-4bf2-abee-57b769522a52" providerId="ADAL" clId="{417FC2BC-48C4-4FB5-AEE5-99336420C554}" dt="2021-08-27T20:11:14.185" v="2"/>
        <pc:sldMkLst>
          <pc:docMk/>
          <pc:sldMk cId="2429378618" sldId="265"/>
        </pc:sldMkLst>
      </pc:sldChg>
      <pc:sldChg chg="modTransition">
        <pc:chgData name="Michael Moscarelli" userId="3c45dc76-26ad-4bf2-abee-57b769522a52" providerId="ADAL" clId="{417FC2BC-48C4-4FB5-AEE5-99336420C554}" dt="2021-08-27T20:11:14.185" v="2"/>
        <pc:sldMkLst>
          <pc:docMk/>
          <pc:sldMk cId="3368432275" sldId="266"/>
        </pc:sldMkLst>
      </pc:sldChg>
      <pc:sldChg chg="modTransition">
        <pc:chgData name="Michael Moscarelli" userId="3c45dc76-26ad-4bf2-abee-57b769522a52" providerId="ADAL" clId="{417FC2BC-48C4-4FB5-AEE5-99336420C554}" dt="2021-08-27T20:11:14.185" v="2"/>
        <pc:sldMkLst>
          <pc:docMk/>
          <pc:sldMk cId="2502525383" sldId="267"/>
        </pc:sldMkLst>
      </pc:sldChg>
      <pc:sldChg chg="modTransition">
        <pc:chgData name="Michael Moscarelli" userId="3c45dc76-26ad-4bf2-abee-57b769522a52" providerId="ADAL" clId="{417FC2BC-48C4-4FB5-AEE5-99336420C554}" dt="2021-08-27T20:11:14.185" v="2"/>
        <pc:sldMkLst>
          <pc:docMk/>
          <pc:sldMk cId="973098032" sldId="268"/>
        </pc:sldMkLst>
      </pc:sldChg>
      <pc:sldChg chg="modTransition">
        <pc:chgData name="Michael Moscarelli" userId="3c45dc76-26ad-4bf2-abee-57b769522a52" providerId="ADAL" clId="{417FC2BC-48C4-4FB5-AEE5-99336420C554}" dt="2021-08-27T20:11:14.185" v="2"/>
        <pc:sldMkLst>
          <pc:docMk/>
          <pc:sldMk cId="64403297" sldId="269"/>
        </pc:sldMkLst>
      </pc:sldChg>
      <pc:sldChg chg="modTransition">
        <pc:chgData name="Michael Moscarelli" userId="3c45dc76-26ad-4bf2-abee-57b769522a52" providerId="ADAL" clId="{417FC2BC-48C4-4FB5-AEE5-99336420C554}" dt="2021-08-27T20:11:14.185" v="2"/>
        <pc:sldMkLst>
          <pc:docMk/>
          <pc:sldMk cId="1764266274" sldId="270"/>
        </pc:sldMkLst>
      </pc:sldChg>
      <pc:sldChg chg="modTransition">
        <pc:chgData name="Michael Moscarelli" userId="3c45dc76-26ad-4bf2-abee-57b769522a52" providerId="ADAL" clId="{417FC2BC-48C4-4FB5-AEE5-99336420C554}" dt="2021-08-27T20:11:14.185" v="2"/>
        <pc:sldMkLst>
          <pc:docMk/>
          <pc:sldMk cId="3597516244" sldId="272"/>
        </pc:sldMkLst>
      </pc:sldChg>
      <pc:sldChg chg="modTransition">
        <pc:chgData name="Michael Moscarelli" userId="3c45dc76-26ad-4bf2-abee-57b769522a52" providerId="ADAL" clId="{417FC2BC-48C4-4FB5-AEE5-99336420C554}" dt="2021-08-27T20:11:14.185" v="2"/>
        <pc:sldMkLst>
          <pc:docMk/>
          <pc:sldMk cId="1771842136" sldId="273"/>
        </pc:sldMkLst>
      </pc:sldChg>
      <pc:sldChg chg="modTransition">
        <pc:chgData name="Michael Moscarelli" userId="3c45dc76-26ad-4bf2-abee-57b769522a52" providerId="ADAL" clId="{417FC2BC-48C4-4FB5-AEE5-99336420C554}" dt="2021-08-27T20:11:14.185" v="2"/>
        <pc:sldMkLst>
          <pc:docMk/>
          <pc:sldMk cId="4150192465" sldId="274"/>
        </pc:sldMkLst>
      </pc:sldChg>
      <pc:sldChg chg="modTransition">
        <pc:chgData name="Michael Moscarelli" userId="3c45dc76-26ad-4bf2-abee-57b769522a52" providerId="ADAL" clId="{417FC2BC-48C4-4FB5-AEE5-99336420C554}" dt="2021-08-27T20:11:14.185" v="2"/>
        <pc:sldMkLst>
          <pc:docMk/>
          <pc:sldMk cId="2858251979" sldId="275"/>
        </pc:sldMkLst>
      </pc:sldChg>
      <pc:sldChg chg="modTransition">
        <pc:chgData name="Michael Moscarelli" userId="3c45dc76-26ad-4bf2-abee-57b769522a52" providerId="ADAL" clId="{417FC2BC-48C4-4FB5-AEE5-99336420C554}" dt="2021-08-27T20:11:14.185" v="2"/>
        <pc:sldMkLst>
          <pc:docMk/>
          <pc:sldMk cId="2934135243" sldId="276"/>
        </pc:sldMkLst>
      </pc:sldChg>
      <pc:sldChg chg="modTransition">
        <pc:chgData name="Michael Moscarelli" userId="3c45dc76-26ad-4bf2-abee-57b769522a52" providerId="ADAL" clId="{417FC2BC-48C4-4FB5-AEE5-99336420C554}" dt="2021-08-27T20:11:14.185" v="2"/>
        <pc:sldMkLst>
          <pc:docMk/>
          <pc:sldMk cId="910019463" sldId="279"/>
        </pc:sldMkLst>
      </pc:sldChg>
      <pc:sldChg chg="modTransition">
        <pc:chgData name="Michael Moscarelli" userId="3c45dc76-26ad-4bf2-abee-57b769522a52" providerId="ADAL" clId="{417FC2BC-48C4-4FB5-AEE5-99336420C554}" dt="2021-08-27T20:11:14.185" v="2"/>
        <pc:sldMkLst>
          <pc:docMk/>
          <pc:sldMk cId="2645672660" sldId="283"/>
        </pc:sldMkLst>
      </pc:sldChg>
      <pc:sldChg chg="modTransition">
        <pc:chgData name="Michael Moscarelli" userId="3c45dc76-26ad-4bf2-abee-57b769522a52" providerId="ADAL" clId="{417FC2BC-48C4-4FB5-AEE5-99336420C554}" dt="2021-08-27T20:11:14.185" v="2"/>
        <pc:sldMkLst>
          <pc:docMk/>
          <pc:sldMk cId="4164642956" sldId="284"/>
        </pc:sldMkLst>
      </pc:sldChg>
      <pc:sldChg chg="modTransition">
        <pc:chgData name="Michael Moscarelli" userId="3c45dc76-26ad-4bf2-abee-57b769522a52" providerId="ADAL" clId="{417FC2BC-48C4-4FB5-AEE5-99336420C554}" dt="2021-08-27T20:11:14.185" v="2"/>
        <pc:sldMkLst>
          <pc:docMk/>
          <pc:sldMk cId="798250953" sldId="285"/>
        </pc:sldMkLst>
      </pc:sldChg>
      <pc:sldChg chg="modTransition">
        <pc:chgData name="Michael Moscarelli" userId="3c45dc76-26ad-4bf2-abee-57b769522a52" providerId="ADAL" clId="{417FC2BC-48C4-4FB5-AEE5-99336420C554}" dt="2021-08-27T20:11:14.185" v="2"/>
        <pc:sldMkLst>
          <pc:docMk/>
          <pc:sldMk cId="1922730267" sldId="287"/>
        </pc:sldMkLst>
      </pc:sldChg>
      <pc:sldChg chg="modTransition">
        <pc:chgData name="Michael Moscarelli" userId="3c45dc76-26ad-4bf2-abee-57b769522a52" providerId="ADAL" clId="{417FC2BC-48C4-4FB5-AEE5-99336420C554}" dt="2021-08-27T20:11:14.185" v="2"/>
        <pc:sldMkLst>
          <pc:docMk/>
          <pc:sldMk cId="3085414058" sldId="288"/>
        </pc:sldMkLst>
      </pc:sldChg>
      <pc:sldChg chg="modTransition">
        <pc:chgData name="Michael Moscarelli" userId="3c45dc76-26ad-4bf2-abee-57b769522a52" providerId="ADAL" clId="{417FC2BC-48C4-4FB5-AEE5-99336420C554}" dt="2021-08-27T20:11:14.185" v="2"/>
        <pc:sldMkLst>
          <pc:docMk/>
          <pc:sldMk cId="637105166" sldId="289"/>
        </pc:sldMkLst>
      </pc:sldChg>
      <pc:sldChg chg="modTransition">
        <pc:chgData name="Michael Moscarelli" userId="3c45dc76-26ad-4bf2-abee-57b769522a52" providerId="ADAL" clId="{417FC2BC-48C4-4FB5-AEE5-99336420C554}" dt="2021-08-27T20:11:14.185" v="2"/>
        <pc:sldMkLst>
          <pc:docMk/>
          <pc:sldMk cId="1487187997" sldId="290"/>
        </pc:sldMkLst>
      </pc:sldChg>
      <pc:sldChg chg="modTransition">
        <pc:chgData name="Michael Moscarelli" userId="3c45dc76-26ad-4bf2-abee-57b769522a52" providerId="ADAL" clId="{417FC2BC-48C4-4FB5-AEE5-99336420C554}" dt="2021-08-27T20:11:14.185" v="2"/>
        <pc:sldMkLst>
          <pc:docMk/>
          <pc:sldMk cId="2540148509" sldId="292"/>
        </pc:sldMkLst>
      </pc:sldChg>
      <pc:sldChg chg="modTransition">
        <pc:chgData name="Michael Moscarelli" userId="3c45dc76-26ad-4bf2-abee-57b769522a52" providerId="ADAL" clId="{417FC2BC-48C4-4FB5-AEE5-99336420C554}" dt="2021-08-27T20:11:14.185" v="2"/>
        <pc:sldMkLst>
          <pc:docMk/>
          <pc:sldMk cId="241458670" sldId="293"/>
        </pc:sldMkLst>
      </pc:sldChg>
      <pc:sldChg chg="modTransition">
        <pc:chgData name="Michael Moscarelli" userId="3c45dc76-26ad-4bf2-abee-57b769522a52" providerId="ADAL" clId="{417FC2BC-48C4-4FB5-AEE5-99336420C554}" dt="2021-08-27T20:11:14.185" v="2"/>
        <pc:sldMkLst>
          <pc:docMk/>
          <pc:sldMk cId="3381497375" sldId="295"/>
        </pc:sldMkLst>
      </pc:sldChg>
      <pc:sldChg chg="modTransition">
        <pc:chgData name="Michael Moscarelli" userId="3c45dc76-26ad-4bf2-abee-57b769522a52" providerId="ADAL" clId="{417FC2BC-48C4-4FB5-AEE5-99336420C554}" dt="2021-08-27T20:11:14.185" v="2"/>
        <pc:sldMkLst>
          <pc:docMk/>
          <pc:sldMk cId="394311324" sldId="296"/>
        </pc:sldMkLst>
      </pc:sldChg>
      <pc:sldChg chg="modTransition">
        <pc:chgData name="Michael Moscarelli" userId="3c45dc76-26ad-4bf2-abee-57b769522a52" providerId="ADAL" clId="{417FC2BC-48C4-4FB5-AEE5-99336420C554}" dt="2021-08-27T20:11:14.185" v="2"/>
        <pc:sldMkLst>
          <pc:docMk/>
          <pc:sldMk cId="2743023188" sldId="297"/>
        </pc:sldMkLst>
      </pc:sldChg>
      <pc:sldChg chg="modTransition">
        <pc:chgData name="Michael Moscarelli" userId="3c45dc76-26ad-4bf2-abee-57b769522a52" providerId="ADAL" clId="{417FC2BC-48C4-4FB5-AEE5-99336420C554}" dt="2021-08-27T20:11:14.185" v="2"/>
        <pc:sldMkLst>
          <pc:docMk/>
          <pc:sldMk cId="1208532956" sldId="299"/>
        </pc:sldMkLst>
      </pc:sldChg>
      <pc:sldChg chg="modTransition">
        <pc:chgData name="Michael Moscarelli" userId="3c45dc76-26ad-4bf2-abee-57b769522a52" providerId="ADAL" clId="{417FC2BC-48C4-4FB5-AEE5-99336420C554}" dt="2021-08-27T20:11:14.185" v="2"/>
        <pc:sldMkLst>
          <pc:docMk/>
          <pc:sldMk cId="2472928703" sldId="300"/>
        </pc:sldMkLst>
      </pc:sldChg>
      <pc:sldChg chg="modTransition">
        <pc:chgData name="Michael Moscarelli" userId="3c45dc76-26ad-4bf2-abee-57b769522a52" providerId="ADAL" clId="{417FC2BC-48C4-4FB5-AEE5-99336420C554}" dt="2021-08-27T20:11:14.185" v="2"/>
        <pc:sldMkLst>
          <pc:docMk/>
          <pc:sldMk cId="789832549" sldId="302"/>
        </pc:sldMkLst>
      </pc:sldChg>
      <pc:sldChg chg="modTransition">
        <pc:chgData name="Michael Moscarelli" userId="3c45dc76-26ad-4bf2-abee-57b769522a52" providerId="ADAL" clId="{417FC2BC-48C4-4FB5-AEE5-99336420C554}" dt="2021-08-27T20:11:14.185" v="2"/>
        <pc:sldMkLst>
          <pc:docMk/>
          <pc:sldMk cId="1512586690" sldId="303"/>
        </pc:sldMkLst>
      </pc:sldChg>
      <pc:sldChg chg="modTransition">
        <pc:chgData name="Michael Moscarelli" userId="3c45dc76-26ad-4bf2-abee-57b769522a52" providerId="ADAL" clId="{417FC2BC-48C4-4FB5-AEE5-99336420C554}" dt="2021-08-27T20:11:14.185" v="2"/>
        <pc:sldMkLst>
          <pc:docMk/>
          <pc:sldMk cId="1841640217" sldId="304"/>
        </pc:sldMkLst>
      </pc:sldChg>
      <pc:sldChg chg="modTransition">
        <pc:chgData name="Michael Moscarelli" userId="3c45dc76-26ad-4bf2-abee-57b769522a52" providerId="ADAL" clId="{417FC2BC-48C4-4FB5-AEE5-99336420C554}" dt="2021-08-27T20:11:14.185" v="2"/>
        <pc:sldMkLst>
          <pc:docMk/>
          <pc:sldMk cId="1068241505" sldId="305"/>
        </pc:sldMkLst>
      </pc:sldChg>
      <pc:sldChg chg="modTransition">
        <pc:chgData name="Michael Moscarelli" userId="3c45dc76-26ad-4bf2-abee-57b769522a52" providerId="ADAL" clId="{417FC2BC-48C4-4FB5-AEE5-99336420C554}" dt="2021-08-27T20:11:14.185" v="2"/>
        <pc:sldMkLst>
          <pc:docMk/>
          <pc:sldMk cId="3696477027" sldId="306"/>
        </pc:sldMkLst>
      </pc:sldChg>
    </pc:docChg>
  </pc:docChgLst>
  <pc:docChgLst>
    <pc:chgData name="Andi Thomas" userId="ee72f13c-c708-4c1d-ae30-b90431e19cf8" providerId="ADAL" clId="{92380E31-A3B8-42BC-9F92-D417623F6030}"/>
    <pc:docChg chg="custSel modSld">
      <pc:chgData name="Andi Thomas" userId="ee72f13c-c708-4c1d-ae30-b90431e19cf8" providerId="ADAL" clId="{92380E31-A3B8-42BC-9F92-D417623F6030}" dt="2021-09-07T19:03:23.734" v="2943" actId="20577"/>
      <pc:docMkLst>
        <pc:docMk/>
      </pc:docMkLst>
      <pc:sldChg chg="modSp mod">
        <pc:chgData name="Andi Thomas" userId="ee72f13c-c708-4c1d-ae30-b90431e19cf8" providerId="ADAL" clId="{92380E31-A3B8-42BC-9F92-D417623F6030}" dt="2021-08-19T18:26:10.758" v="15" actId="20577"/>
        <pc:sldMkLst>
          <pc:docMk/>
          <pc:sldMk cId="4292549403" sldId="264"/>
        </pc:sldMkLst>
        <pc:spChg chg="mod">
          <ac:chgData name="Andi Thomas" userId="ee72f13c-c708-4c1d-ae30-b90431e19cf8" providerId="ADAL" clId="{92380E31-A3B8-42BC-9F92-D417623F6030}" dt="2021-08-19T18:26:10.758" v="15" actId="20577"/>
          <ac:spMkLst>
            <pc:docMk/>
            <pc:sldMk cId="4292549403" sldId="264"/>
            <ac:spMk id="95" creationId="{00000000-0000-0000-0000-000000000000}"/>
          </ac:spMkLst>
        </pc:spChg>
      </pc:sldChg>
      <pc:sldChg chg="modSp mod modNotesTx">
        <pc:chgData name="Andi Thomas" userId="ee72f13c-c708-4c1d-ae30-b90431e19cf8" providerId="ADAL" clId="{92380E31-A3B8-42BC-9F92-D417623F6030}" dt="2021-09-07T19:01:21.452" v="2830" actId="20577"/>
        <pc:sldMkLst>
          <pc:docMk/>
          <pc:sldMk cId="3368432275" sldId="266"/>
        </pc:sldMkLst>
        <pc:spChg chg="mod">
          <ac:chgData name="Andi Thomas" userId="ee72f13c-c708-4c1d-ae30-b90431e19cf8" providerId="ADAL" clId="{92380E31-A3B8-42BC-9F92-D417623F6030}" dt="2021-08-27T19:52:20.894" v="2379" actId="20577"/>
          <ac:spMkLst>
            <pc:docMk/>
            <pc:sldMk cId="3368432275" sldId="266"/>
            <ac:spMk id="200" creationId="{00000000-0000-0000-0000-000000000000}"/>
          </ac:spMkLst>
        </pc:spChg>
      </pc:sldChg>
      <pc:sldChg chg="modNotesTx">
        <pc:chgData name="Andi Thomas" userId="ee72f13c-c708-4c1d-ae30-b90431e19cf8" providerId="ADAL" clId="{92380E31-A3B8-42BC-9F92-D417623F6030}" dt="2021-09-07T19:02:37.539" v="2923" actId="20577"/>
        <pc:sldMkLst>
          <pc:docMk/>
          <pc:sldMk cId="2502525383" sldId="267"/>
        </pc:sldMkLst>
      </pc:sldChg>
      <pc:sldChg chg="modNotesTx">
        <pc:chgData name="Andi Thomas" userId="ee72f13c-c708-4c1d-ae30-b90431e19cf8" providerId="ADAL" clId="{92380E31-A3B8-42BC-9F92-D417623F6030}" dt="2021-09-07T19:02:54.849" v="2924" actId="20577"/>
        <pc:sldMkLst>
          <pc:docMk/>
          <pc:sldMk cId="973098032" sldId="268"/>
        </pc:sldMkLst>
      </pc:sldChg>
      <pc:sldChg chg="modNotesTx">
        <pc:chgData name="Andi Thomas" userId="ee72f13c-c708-4c1d-ae30-b90431e19cf8" providerId="ADAL" clId="{92380E31-A3B8-42BC-9F92-D417623F6030}" dt="2021-09-07T19:03:18.754" v="2942" actId="20577"/>
        <pc:sldMkLst>
          <pc:docMk/>
          <pc:sldMk cId="64403297" sldId="269"/>
        </pc:sldMkLst>
      </pc:sldChg>
      <pc:sldChg chg="modNotesTx">
        <pc:chgData name="Andi Thomas" userId="ee72f13c-c708-4c1d-ae30-b90431e19cf8" providerId="ADAL" clId="{92380E31-A3B8-42BC-9F92-D417623F6030}" dt="2021-08-27T19:48:34.823" v="2315" actId="20577"/>
        <pc:sldMkLst>
          <pc:docMk/>
          <pc:sldMk cId="1771842136" sldId="273"/>
        </pc:sldMkLst>
      </pc:sldChg>
      <pc:sldChg chg="modSp mod">
        <pc:chgData name="Andi Thomas" userId="ee72f13c-c708-4c1d-ae30-b90431e19cf8" providerId="ADAL" clId="{92380E31-A3B8-42BC-9F92-D417623F6030}" dt="2021-08-27T19:27:50.672" v="1260" actId="20577"/>
        <pc:sldMkLst>
          <pc:docMk/>
          <pc:sldMk cId="2858251979" sldId="275"/>
        </pc:sldMkLst>
        <pc:spChg chg="mod">
          <ac:chgData name="Andi Thomas" userId="ee72f13c-c708-4c1d-ae30-b90431e19cf8" providerId="ADAL" clId="{92380E31-A3B8-42BC-9F92-D417623F6030}" dt="2021-08-27T19:27:50.672" v="1260" actId="20577"/>
          <ac:spMkLst>
            <pc:docMk/>
            <pc:sldMk cId="2858251979" sldId="275"/>
            <ac:spMk id="5" creationId="{00000000-0000-0000-0000-000000000000}"/>
          </ac:spMkLst>
        </pc:spChg>
      </pc:sldChg>
      <pc:sldChg chg="modNotesTx">
        <pc:chgData name="Andi Thomas" userId="ee72f13c-c708-4c1d-ae30-b90431e19cf8" providerId="ADAL" clId="{92380E31-A3B8-42BC-9F92-D417623F6030}" dt="2021-08-19T19:10:23.130" v="1136" actId="20577"/>
        <pc:sldMkLst>
          <pc:docMk/>
          <pc:sldMk cId="3085414058" sldId="288"/>
        </pc:sldMkLst>
      </pc:sldChg>
      <pc:sldChg chg="modSp mod modNotesTx">
        <pc:chgData name="Andi Thomas" userId="ee72f13c-c708-4c1d-ae30-b90431e19cf8" providerId="ADAL" clId="{92380E31-A3B8-42BC-9F92-D417623F6030}" dt="2021-09-07T18:57:58.447" v="2382" actId="20577"/>
        <pc:sldMkLst>
          <pc:docMk/>
          <pc:sldMk cId="637105166" sldId="289"/>
        </pc:sldMkLst>
        <pc:spChg chg="mod">
          <ac:chgData name="Andi Thomas" userId="ee72f13c-c708-4c1d-ae30-b90431e19cf8" providerId="ADAL" clId="{92380E31-A3B8-42BC-9F92-D417623F6030}" dt="2021-08-19T18:23:37.565" v="12" actId="20577"/>
          <ac:spMkLst>
            <pc:docMk/>
            <pc:sldMk cId="637105166" sldId="289"/>
            <ac:spMk id="8" creationId="{32EA02CE-9837-4204-85DD-912C05CE0257}"/>
          </ac:spMkLst>
        </pc:spChg>
      </pc:sldChg>
      <pc:sldChg chg="modNotesTx">
        <pc:chgData name="Andi Thomas" userId="ee72f13c-c708-4c1d-ae30-b90431e19cf8" providerId="ADAL" clId="{92380E31-A3B8-42BC-9F92-D417623F6030}" dt="2021-09-07T19:03:23.734" v="2943" actId="20577"/>
        <pc:sldMkLst>
          <pc:docMk/>
          <pc:sldMk cId="3696477027" sldId="306"/>
        </pc:sldMkLst>
      </pc:sldChg>
    </pc:docChg>
  </pc:docChgLst>
  <pc:docChgLst>
    <pc:chgData name="Stephanie Verganza" userId="ffc5f8f4-b46c-4eb7-ad0a-4bc869c58a2c" providerId="ADAL" clId="{7A3D8FD7-DF31-473D-9279-FEEC72DE29F4}"/>
    <pc:docChg chg="undo custSel addSld delSld modSld sldOrd">
      <pc:chgData name="Stephanie Verganza" userId="ffc5f8f4-b46c-4eb7-ad0a-4bc869c58a2c" providerId="ADAL" clId="{7A3D8FD7-DF31-473D-9279-FEEC72DE29F4}" dt="2021-09-07T19:10:33.067" v="4529" actId="20577"/>
      <pc:docMkLst>
        <pc:docMk/>
      </pc:docMkLst>
      <pc:sldChg chg="modSp modNotesTx">
        <pc:chgData name="Stephanie Verganza" userId="ffc5f8f4-b46c-4eb7-ad0a-4bc869c58a2c" providerId="ADAL" clId="{7A3D8FD7-DF31-473D-9279-FEEC72DE29F4}" dt="2021-08-19T18:28:29.721" v="4216" actId="20577"/>
        <pc:sldMkLst>
          <pc:docMk/>
          <pc:sldMk cId="2429378618" sldId="265"/>
        </pc:sldMkLst>
        <pc:spChg chg="mod">
          <ac:chgData name="Stephanie Verganza" userId="ffc5f8f4-b46c-4eb7-ad0a-4bc869c58a2c" providerId="ADAL" clId="{7A3D8FD7-DF31-473D-9279-FEEC72DE29F4}" dt="2021-08-16T21:42:06.732" v="1149" actId="207"/>
          <ac:spMkLst>
            <pc:docMk/>
            <pc:sldMk cId="2429378618" sldId="265"/>
            <ac:spMk id="5" creationId="{00000000-0000-0000-0000-000000000000}"/>
          </ac:spMkLst>
        </pc:spChg>
      </pc:sldChg>
      <pc:sldChg chg="modSp modNotesTx">
        <pc:chgData name="Stephanie Verganza" userId="ffc5f8f4-b46c-4eb7-ad0a-4bc869c58a2c" providerId="ADAL" clId="{7A3D8FD7-DF31-473D-9279-FEEC72DE29F4}" dt="2021-08-19T18:54:22.023" v="4523" actId="20577"/>
        <pc:sldMkLst>
          <pc:docMk/>
          <pc:sldMk cId="3368432275" sldId="266"/>
        </pc:sldMkLst>
        <pc:spChg chg="mod">
          <ac:chgData name="Stephanie Verganza" userId="ffc5f8f4-b46c-4eb7-ad0a-4bc869c58a2c" providerId="ADAL" clId="{7A3D8FD7-DF31-473D-9279-FEEC72DE29F4}" dt="2021-08-16T21:45:39.797" v="1151" actId="207"/>
          <ac:spMkLst>
            <pc:docMk/>
            <pc:sldMk cId="3368432275" sldId="266"/>
            <ac:spMk id="6" creationId="{00000000-0000-0000-0000-000000000000}"/>
          </ac:spMkLst>
        </pc:spChg>
      </pc:sldChg>
      <pc:sldChg chg="modSp">
        <pc:chgData name="Stephanie Verganza" userId="ffc5f8f4-b46c-4eb7-ad0a-4bc869c58a2c" providerId="ADAL" clId="{7A3D8FD7-DF31-473D-9279-FEEC72DE29F4}" dt="2021-08-16T21:45:57.604" v="1152"/>
        <pc:sldMkLst>
          <pc:docMk/>
          <pc:sldMk cId="2502525383" sldId="267"/>
        </pc:sldMkLst>
        <pc:spChg chg="mod">
          <ac:chgData name="Stephanie Verganza" userId="ffc5f8f4-b46c-4eb7-ad0a-4bc869c58a2c" providerId="ADAL" clId="{7A3D8FD7-DF31-473D-9279-FEEC72DE29F4}" dt="2021-08-16T21:45:57.604" v="1152"/>
          <ac:spMkLst>
            <pc:docMk/>
            <pc:sldMk cId="2502525383" sldId="267"/>
            <ac:spMk id="7" creationId="{00000000-0000-0000-0000-000000000000}"/>
          </ac:spMkLst>
        </pc:spChg>
      </pc:sldChg>
      <pc:sldChg chg="modSp">
        <pc:chgData name="Stephanie Verganza" userId="ffc5f8f4-b46c-4eb7-ad0a-4bc869c58a2c" providerId="ADAL" clId="{7A3D8FD7-DF31-473D-9279-FEEC72DE29F4}" dt="2021-08-16T21:46:02.150" v="1153"/>
        <pc:sldMkLst>
          <pc:docMk/>
          <pc:sldMk cId="973098032" sldId="268"/>
        </pc:sldMkLst>
        <pc:spChg chg="mod">
          <ac:chgData name="Stephanie Verganza" userId="ffc5f8f4-b46c-4eb7-ad0a-4bc869c58a2c" providerId="ADAL" clId="{7A3D8FD7-DF31-473D-9279-FEEC72DE29F4}" dt="2021-08-16T21:46:02.150" v="1153"/>
          <ac:spMkLst>
            <pc:docMk/>
            <pc:sldMk cId="973098032" sldId="268"/>
            <ac:spMk id="6" creationId="{00000000-0000-0000-0000-000000000000}"/>
          </ac:spMkLst>
        </pc:spChg>
      </pc:sldChg>
      <pc:sldChg chg="modSp modNotesTx">
        <pc:chgData name="Stephanie Verganza" userId="ffc5f8f4-b46c-4eb7-ad0a-4bc869c58a2c" providerId="ADAL" clId="{7A3D8FD7-DF31-473D-9279-FEEC72DE29F4}" dt="2021-08-17T22:18:37.594" v="4094" actId="20577"/>
        <pc:sldMkLst>
          <pc:docMk/>
          <pc:sldMk cId="64403297" sldId="269"/>
        </pc:sldMkLst>
        <pc:spChg chg="mod">
          <ac:chgData name="Stephanie Verganza" userId="ffc5f8f4-b46c-4eb7-ad0a-4bc869c58a2c" providerId="ADAL" clId="{7A3D8FD7-DF31-473D-9279-FEEC72DE29F4}" dt="2021-08-16T21:47:35.417" v="1163" actId="207"/>
          <ac:spMkLst>
            <pc:docMk/>
            <pc:sldMk cId="64403297" sldId="269"/>
            <ac:spMk id="7" creationId="{00000000-0000-0000-0000-000000000000}"/>
          </ac:spMkLst>
        </pc:spChg>
        <pc:spChg chg="mod">
          <ac:chgData name="Stephanie Verganza" userId="ffc5f8f4-b46c-4eb7-ad0a-4bc869c58a2c" providerId="ADAL" clId="{7A3D8FD7-DF31-473D-9279-FEEC72DE29F4}" dt="2021-08-17T22:18:37.594" v="4094" actId="20577"/>
          <ac:spMkLst>
            <pc:docMk/>
            <pc:sldMk cId="64403297" sldId="269"/>
            <ac:spMk id="200" creationId="{00000000-0000-0000-0000-000000000000}"/>
          </ac:spMkLst>
        </pc:spChg>
      </pc:sldChg>
      <pc:sldChg chg="addSp delSp modSp">
        <pc:chgData name="Stephanie Verganza" userId="ffc5f8f4-b46c-4eb7-ad0a-4bc869c58a2c" providerId="ADAL" clId="{7A3D8FD7-DF31-473D-9279-FEEC72DE29F4}" dt="2021-08-16T22:34:39.293" v="1420"/>
        <pc:sldMkLst>
          <pc:docMk/>
          <pc:sldMk cId="1764266274" sldId="270"/>
        </pc:sldMkLst>
        <pc:spChg chg="add del mod">
          <ac:chgData name="Stephanie Verganza" userId="ffc5f8f4-b46c-4eb7-ad0a-4bc869c58a2c" providerId="ADAL" clId="{7A3D8FD7-DF31-473D-9279-FEEC72DE29F4}" dt="2021-08-16T22:34:39.293" v="1420"/>
          <ac:spMkLst>
            <pc:docMk/>
            <pc:sldMk cId="1764266274" sldId="270"/>
            <ac:spMk id="2" creationId="{3F2A75A2-BEB0-4A50-B663-182D2348202C}"/>
          </ac:spMkLst>
        </pc:spChg>
        <pc:spChg chg="add del mod">
          <ac:chgData name="Stephanie Verganza" userId="ffc5f8f4-b46c-4eb7-ad0a-4bc869c58a2c" providerId="ADAL" clId="{7A3D8FD7-DF31-473D-9279-FEEC72DE29F4}" dt="2021-08-16T22:34:39.293" v="1420"/>
          <ac:spMkLst>
            <pc:docMk/>
            <pc:sldMk cId="1764266274" sldId="270"/>
            <ac:spMk id="3" creationId="{BA2790D5-8C40-48EF-9B7D-3ED0C79A3C9C}"/>
          </ac:spMkLst>
        </pc:spChg>
        <pc:spChg chg="mod">
          <ac:chgData name="Stephanie Verganza" userId="ffc5f8f4-b46c-4eb7-ad0a-4bc869c58a2c" providerId="ADAL" clId="{7A3D8FD7-DF31-473D-9279-FEEC72DE29F4}" dt="2021-08-16T21:48:46.633" v="1166" actId="207"/>
          <ac:spMkLst>
            <pc:docMk/>
            <pc:sldMk cId="1764266274" sldId="270"/>
            <ac:spMk id="5" creationId="{00000000-0000-0000-0000-000000000000}"/>
          </ac:spMkLst>
        </pc:spChg>
      </pc:sldChg>
      <pc:sldChg chg="modSp modNotesTx">
        <pc:chgData name="Stephanie Verganza" userId="ffc5f8f4-b46c-4eb7-ad0a-4bc869c58a2c" providerId="ADAL" clId="{7A3D8FD7-DF31-473D-9279-FEEC72DE29F4}" dt="2021-08-17T14:06:31.094" v="2608" actId="114"/>
        <pc:sldMkLst>
          <pc:docMk/>
          <pc:sldMk cId="3597516244" sldId="272"/>
        </pc:sldMkLst>
        <pc:spChg chg="mod">
          <ac:chgData name="Stephanie Verganza" userId="ffc5f8f4-b46c-4eb7-ad0a-4bc869c58a2c" providerId="ADAL" clId="{7A3D8FD7-DF31-473D-9279-FEEC72DE29F4}" dt="2021-08-16T22:38:53.262" v="1421" actId="207"/>
          <ac:spMkLst>
            <pc:docMk/>
            <pc:sldMk cId="3597516244" sldId="272"/>
            <ac:spMk id="5" creationId="{00000000-0000-0000-0000-000000000000}"/>
          </ac:spMkLst>
        </pc:spChg>
        <pc:spChg chg="mod">
          <ac:chgData name="Stephanie Verganza" userId="ffc5f8f4-b46c-4eb7-ad0a-4bc869c58a2c" providerId="ADAL" clId="{7A3D8FD7-DF31-473D-9279-FEEC72DE29F4}" dt="2021-08-17T14:06:31.094" v="2608" actId="114"/>
          <ac:spMkLst>
            <pc:docMk/>
            <pc:sldMk cId="3597516244" sldId="272"/>
            <ac:spMk id="67" creationId="{00000000-0000-0000-0000-000000000000}"/>
          </ac:spMkLst>
        </pc:spChg>
      </pc:sldChg>
      <pc:sldChg chg="modSp">
        <pc:chgData name="Stephanie Verganza" userId="ffc5f8f4-b46c-4eb7-ad0a-4bc869c58a2c" providerId="ADAL" clId="{7A3D8FD7-DF31-473D-9279-FEEC72DE29F4}" dt="2021-08-17T14:03:36.248" v="2573" actId="12"/>
        <pc:sldMkLst>
          <pc:docMk/>
          <pc:sldMk cId="2858251979" sldId="275"/>
        </pc:sldMkLst>
        <pc:spChg chg="mod">
          <ac:chgData name="Stephanie Verganza" userId="ffc5f8f4-b46c-4eb7-ad0a-4bc869c58a2c" providerId="ADAL" clId="{7A3D8FD7-DF31-473D-9279-FEEC72DE29F4}" dt="2021-08-17T14:03:36.248" v="2573" actId="12"/>
          <ac:spMkLst>
            <pc:docMk/>
            <pc:sldMk cId="2858251979" sldId="275"/>
            <ac:spMk id="95" creationId="{00000000-0000-0000-0000-000000000000}"/>
          </ac:spMkLst>
        </pc:spChg>
      </pc:sldChg>
      <pc:sldChg chg="modSp">
        <pc:chgData name="Stephanie Verganza" userId="ffc5f8f4-b46c-4eb7-ad0a-4bc869c58a2c" providerId="ADAL" clId="{7A3D8FD7-DF31-473D-9279-FEEC72DE29F4}" dt="2021-08-17T14:03:02.378" v="2569" actId="12"/>
        <pc:sldMkLst>
          <pc:docMk/>
          <pc:sldMk cId="2934135243" sldId="276"/>
        </pc:sldMkLst>
        <pc:spChg chg="mod">
          <ac:chgData name="Stephanie Verganza" userId="ffc5f8f4-b46c-4eb7-ad0a-4bc869c58a2c" providerId="ADAL" clId="{7A3D8FD7-DF31-473D-9279-FEEC72DE29F4}" dt="2021-08-16T21:19:16.133" v="1004" actId="20577"/>
          <ac:spMkLst>
            <pc:docMk/>
            <pc:sldMk cId="2934135243" sldId="276"/>
            <ac:spMk id="5" creationId="{00000000-0000-0000-0000-000000000000}"/>
          </ac:spMkLst>
        </pc:spChg>
        <pc:spChg chg="mod">
          <ac:chgData name="Stephanie Verganza" userId="ffc5f8f4-b46c-4eb7-ad0a-4bc869c58a2c" providerId="ADAL" clId="{7A3D8FD7-DF31-473D-9279-FEEC72DE29F4}" dt="2021-08-17T14:03:02.378" v="2569" actId="12"/>
          <ac:spMkLst>
            <pc:docMk/>
            <pc:sldMk cId="2934135243" sldId="276"/>
            <ac:spMk id="67" creationId="{00000000-0000-0000-0000-000000000000}"/>
          </ac:spMkLst>
        </pc:spChg>
      </pc:sldChg>
      <pc:sldChg chg="addSp delSp modSp add">
        <pc:chgData name="Stephanie Verganza" userId="ffc5f8f4-b46c-4eb7-ad0a-4bc869c58a2c" providerId="ADAL" clId="{7A3D8FD7-DF31-473D-9279-FEEC72DE29F4}" dt="2021-08-16T22:44:32.698" v="1474"/>
        <pc:sldMkLst>
          <pc:docMk/>
          <pc:sldMk cId="910019463" sldId="279"/>
        </pc:sldMkLst>
        <pc:spChg chg="add del mod">
          <ac:chgData name="Stephanie Verganza" userId="ffc5f8f4-b46c-4eb7-ad0a-4bc869c58a2c" providerId="ADAL" clId="{7A3D8FD7-DF31-473D-9279-FEEC72DE29F4}" dt="2021-08-16T22:44:32.698" v="1474"/>
          <ac:spMkLst>
            <pc:docMk/>
            <pc:sldMk cId="910019463" sldId="279"/>
            <ac:spMk id="2" creationId="{79A6B7AD-AFF9-4909-99B1-9602B6B23E8C}"/>
          </ac:spMkLst>
        </pc:spChg>
        <pc:spChg chg="mod">
          <ac:chgData name="Stephanie Verganza" userId="ffc5f8f4-b46c-4eb7-ad0a-4bc869c58a2c" providerId="ADAL" clId="{7A3D8FD7-DF31-473D-9279-FEEC72DE29F4}" dt="2021-08-16T22:44:11.950" v="1472" actId="20577"/>
          <ac:spMkLst>
            <pc:docMk/>
            <pc:sldMk cId="910019463" sldId="279"/>
            <ac:spMk id="101" creationId="{00000000-0000-0000-0000-000000000000}"/>
          </ac:spMkLst>
        </pc:spChg>
      </pc:sldChg>
      <pc:sldChg chg="modSp">
        <pc:chgData name="Stephanie Verganza" userId="ffc5f8f4-b46c-4eb7-ad0a-4bc869c58a2c" providerId="ADAL" clId="{7A3D8FD7-DF31-473D-9279-FEEC72DE29F4}" dt="2021-08-17T14:03:27.055" v="2571" actId="12"/>
        <pc:sldMkLst>
          <pc:docMk/>
          <pc:sldMk cId="4164642956" sldId="284"/>
        </pc:sldMkLst>
        <pc:spChg chg="mod">
          <ac:chgData name="Stephanie Verganza" userId="ffc5f8f4-b46c-4eb7-ad0a-4bc869c58a2c" providerId="ADAL" clId="{7A3D8FD7-DF31-473D-9279-FEEC72DE29F4}" dt="2021-08-17T14:03:27.055" v="2571" actId="12"/>
          <ac:spMkLst>
            <pc:docMk/>
            <pc:sldMk cId="4164642956" sldId="284"/>
            <ac:spMk id="6" creationId="{00000000-0000-0000-0000-000000000000}"/>
          </ac:spMkLst>
        </pc:spChg>
      </pc:sldChg>
      <pc:sldChg chg="modNotesTx">
        <pc:chgData name="Stephanie Verganza" userId="ffc5f8f4-b46c-4eb7-ad0a-4bc869c58a2c" providerId="ADAL" clId="{7A3D8FD7-DF31-473D-9279-FEEC72DE29F4}" dt="2021-08-17T14:27:35.677" v="2977" actId="20577"/>
        <pc:sldMkLst>
          <pc:docMk/>
          <pc:sldMk cId="798250953" sldId="285"/>
        </pc:sldMkLst>
      </pc:sldChg>
      <pc:sldChg chg="addSp delSp modSp ord setBg modNotesTx">
        <pc:chgData name="Stephanie Verganza" userId="ffc5f8f4-b46c-4eb7-ad0a-4bc869c58a2c" providerId="ADAL" clId="{7A3D8FD7-DF31-473D-9279-FEEC72DE29F4}" dt="2021-08-19T18:36:18.444" v="4441" actId="313"/>
        <pc:sldMkLst>
          <pc:docMk/>
          <pc:sldMk cId="1922730267" sldId="287"/>
        </pc:sldMkLst>
        <pc:spChg chg="add del mod">
          <ac:chgData name="Stephanie Verganza" userId="ffc5f8f4-b46c-4eb7-ad0a-4bc869c58a2c" providerId="ADAL" clId="{7A3D8FD7-DF31-473D-9279-FEEC72DE29F4}" dt="2021-08-17T22:07:56.857" v="3856"/>
          <ac:spMkLst>
            <pc:docMk/>
            <pc:sldMk cId="1922730267" sldId="287"/>
            <ac:spMk id="2" creationId="{379CCEA8-E4C2-4ACC-A5C5-CDC3EA93E9FB}"/>
          </ac:spMkLst>
        </pc:spChg>
        <pc:spChg chg="add del mod">
          <ac:chgData name="Stephanie Verganza" userId="ffc5f8f4-b46c-4eb7-ad0a-4bc869c58a2c" providerId="ADAL" clId="{7A3D8FD7-DF31-473D-9279-FEEC72DE29F4}" dt="2021-08-17T22:07:56.857" v="3856"/>
          <ac:spMkLst>
            <pc:docMk/>
            <pc:sldMk cId="1922730267" sldId="287"/>
            <ac:spMk id="3" creationId="{9403F765-503D-414A-99A2-04B39CC17343}"/>
          </ac:spMkLst>
        </pc:spChg>
        <pc:spChg chg="add del mod">
          <ac:chgData name="Stephanie Verganza" userId="ffc5f8f4-b46c-4eb7-ad0a-4bc869c58a2c" providerId="ADAL" clId="{7A3D8FD7-DF31-473D-9279-FEEC72DE29F4}" dt="2021-08-17T22:07:56.857" v="3856"/>
          <ac:spMkLst>
            <pc:docMk/>
            <pc:sldMk cId="1922730267" sldId="287"/>
            <ac:spMk id="4" creationId="{F8C1AC20-D5EF-4EB1-AF84-CA378943BBD4}"/>
          </ac:spMkLst>
        </pc:spChg>
        <pc:spChg chg="add del mod">
          <ac:chgData name="Stephanie Verganza" userId="ffc5f8f4-b46c-4eb7-ad0a-4bc869c58a2c" providerId="ADAL" clId="{7A3D8FD7-DF31-473D-9279-FEEC72DE29F4}" dt="2021-08-17T22:07:56.857" v="3856"/>
          <ac:spMkLst>
            <pc:docMk/>
            <pc:sldMk cId="1922730267" sldId="287"/>
            <ac:spMk id="5" creationId="{04AB2DCA-FB63-4109-A3C5-EE234C3B2C0C}"/>
          </ac:spMkLst>
        </pc:spChg>
        <pc:spChg chg="mod">
          <ac:chgData name="Stephanie Verganza" userId="ffc5f8f4-b46c-4eb7-ad0a-4bc869c58a2c" providerId="ADAL" clId="{7A3D8FD7-DF31-473D-9279-FEEC72DE29F4}" dt="2021-08-17T22:08:35.300" v="3859" actId="207"/>
          <ac:spMkLst>
            <pc:docMk/>
            <pc:sldMk cId="1922730267" sldId="287"/>
            <ac:spMk id="6" creationId="{00000000-0000-0000-0000-000000000000}"/>
          </ac:spMkLst>
        </pc:spChg>
      </pc:sldChg>
      <pc:sldChg chg="modSp modNotesTx">
        <pc:chgData name="Stephanie Verganza" userId="ffc5f8f4-b46c-4eb7-ad0a-4bc869c58a2c" providerId="ADAL" clId="{7A3D8FD7-DF31-473D-9279-FEEC72DE29F4}" dt="2021-09-07T19:10:33.067" v="4529" actId="20577"/>
        <pc:sldMkLst>
          <pc:docMk/>
          <pc:sldMk cId="3085414058" sldId="288"/>
        </pc:sldMkLst>
        <pc:spChg chg="mod">
          <ac:chgData name="Stephanie Verganza" userId="ffc5f8f4-b46c-4eb7-ad0a-4bc869c58a2c" providerId="ADAL" clId="{7A3D8FD7-DF31-473D-9279-FEEC72DE29F4}" dt="2021-08-16T21:48:03.369" v="1165" actId="20577"/>
          <ac:spMkLst>
            <pc:docMk/>
            <pc:sldMk cId="3085414058" sldId="288"/>
            <ac:spMk id="7" creationId="{00000000-0000-0000-0000-000000000000}"/>
          </ac:spMkLst>
        </pc:spChg>
      </pc:sldChg>
      <pc:sldChg chg="addSp delSp modSp add ord">
        <pc:chgData name="Stephanie Verganza" userId="ffc5f8f4-b46c-4eb7-ad0a-4bc869c58a2c" providerId="ADAL" clId="{7A3D8FD7-DF31-473D-9279-FEEC72DE29F4}" dt="2021-08-19T18:22:34.789" v="4110" actId="20577"/>
        <pc:sldMkLst>
          <pc:docMk/>
          <pc:sldMk cId="637105166" sldId="289"/>
        </pc:sldMkLst>
        <pc:spChg chg="add del mod">
          <ac:chgData name="Stephanie Verganza" userId="ffc5f8f4-b46c-4eb7-ad0a-4bc869c58a2c" providerId="ADAL" clId="{7A3D8FD7-DF31-473D-9279-FEEC72DE29F4}" dt="2021-08-16T14:43:21.536" v="10" actId="478"/>
          <ac:spMkLst>
            <pc:docMk/>
            <pc:sldMk cId="637105166" sldId="289"/>
            <ac:spMk id="3" creationId="{3B19EE55-7D56-4329-8837-A71E38C0768E}"/>
          </ac:spMkLst>
        </pc:spChg>
        <pc:spChg chg="add">
          <ac:chgData name="Stephanie Verganza" userId="ffc5f8f4-b46c-4eb7-ad0a-4bc869c58a2c" providerId="ADAL" clId="{7A3D8FD7-DF31-473D-9279-FEEC72DE29F4}" dt="2021-08-16T14:43:22.838" v="11"/>
          <ac:spMkLst>
            <pc:docMk/>
            <pc:sldMk cId="637105166" sldId="289"/>
            <ac:spMk id="7" creationId="{A5FDB14D-E8C7-4F65-BDFE-656596EC44C2}"/>
          </ac:spMkLst>
        </pc:spChg>
        <pc:spChg chg="add mod">
          <ac:chgData name="Stephanie Verganza" userId="ffc5f8f4-b46c-4eb7-ad0a-4bc869c58a2c" providerId="ADAL" clId="{7A3D8FD7-DF31-473D-9279-FEEC72DE29F4}" dt="2021-08-19T18:22:34.789" v="4110" actId="20577"/>
          <ac:spMkLst>
            <pc:docMk/>
            <pc:sldMk cId="637105166" sldId="289"/>
            <ac:spMk id="8" creationId="{32EA02CE-9837-4204-85DD-912C05CE0257}"/>
          </ac:spMkLst>
        </pc:spChg>
        <pc:spChg chg="del mod">
          <ac:chgData name="Stephanie Verganza" userId="ffc5f8f4-b46c-4eb7-ad0a-4bc869c58a2c" providerId="ADAL" clId="{7A3D8FD7-DF31-473D-9279-FEEC72DE29F4}" dt="2021-08-16T14:43:18.171" v="8" actId="478"/>
          <ac:spMkLst>
            <pc:docMk/>
            <pc:sldMk cId="637105166" sldId="289"/>
            <ac:spMk id="65" creationId="{00000000-0000-0000-0000-000000000000}"/>
          </ac:spMkLst>
        </pc:spChg>
        <pc:spChg chg="del">
          <ac:chgData name="Stephanie Verganza" userId="ffc5f8f4-b46c-4eb7-ad0a-4bc869c58a2c" providerId="ADAL" clId="{7A3D8FD7-DF31-473D-9279-FEEC72DE29F4}" dt="2021-08-16T14:43:19.535" v="9" actId="478"/>
          <ac:spMkLst>
            <pc:docMk/>
            <pc:sldMk cId="637105166" sldId="289"/>
            <ac:spMk id="67" creationId="{00000000-0000-0000-0000-000000000000}"/>
          </ac:spMkLst>
        </pc:spChg>
      </pc:sldChg>
      <pc:sldChg chg="addSp modSp add ord setBg modNotesTx">
        <pc:chgData name="Stephanie Verganza" userId="ffc5f8f4-b46c-4eb7-ad0a-4bc869c58a2c" providerId="ADAL" clId="{7A3D8FD7-DF31-473D-9279-FEEC72DE29F4}" dt="2021-08-17T22:11:13.827" v="3872"/>
        <pc:sldMkLst>
          <pc:docMk/>
          <pc:sldMk cId="1487187997" sldId="290"/>
        </pc:sldMkLst>
        <pc:spChg chg="mod">
          <ac:chgData name="Stephanie Verganza" userId="ffc5f8f4-b46c-4eb7-ad0a-4bc869c58a2c" providerId="ADAL" clId="{7A3D8FD7-DF31-473D-9279-FEEC72DE29F4}" dt="2021-08-17T22:10:40.152" v="3869" actId="207"/>
          <ac:spMkLst>
            <pc:docMk/>
            <pc:sldMk cId="1487187997" sldId="290"/>
            <ac:spMk id="5" creationId="{00000000-0000-0000-0000-000000000000}"/>
          </ac:spMkLst>
        </pc:spChg>
        <pc:spChg chg="mod">
          <ac:chgData name="Stephanie Verganza" userId="ffc5f8f4-b46c-4eb7-ad0a-4bc869c58a2c" providerId="ADAL" clId="{7A3D8FD7-DF31-473D-9279-FEEC72DE29F4}" dt="2021-08-16T14:48:16.750" v="29" actId="20577"/>
          <ac:spMkLst>
            <pc:docMk/>
            <pc:sldMk cId="1487187997" sldId="290"/>
            <ac:spMk id="6" creationId="{00000000-0000-0000-0000-000000000000}"/>
          </ac:spMkLst>
        </pc:spChg>
        <pc:spChg chg="add mod">
          <ac:chgData name="Stephanie Verganza" userId="ffc5f8f4-b46c-4eb7-ad0a-4bc869c58a2c" providerId="ADAL" clId="{7A3D8FD7-DF31-473D-9279-FEEC72DE29F4}" dt="2021-08-17T14:04:45.173" v="2592" actId="571"/>
          <ac:spMkLst>
            <pc:docMk/>
            <pc:sldMk cId="1487187997" sldId="290"/>
            <ac:spMk id="7" creationId="{4B26865A-52FB-4AFD-BB5B-7305EC144F2F}"/>
          </ac:spMkLst>
        </pc:spChg>
        <pc:spChg chg="mod">
          <ac:chgData name="Stephanie Verganza" userId="ffc5f8f4-b46c-4eb7-ad0a-4bc869c58a2c" providerId="ADAL" clId="{7A3D8FD7-DF31-473D-9279-FEEC72DE29F4}" dt="2021-08-17T22:11:06.760" v="3871" actId="207"/>
          <ac:spMkLst>
            <pc:docMk/>
            <pc:sldMk cId="1487187997" sldId="290"/>
            <ac:spMk id="67" creationId="{00000000-0000-0000-0000-000000000000}"/>
          </ac:spMkLst>
        </pc:spChg>
      </pc:sldChg>
      <pc:sldChg chg="modSp add modNotesTx">
        <pc:chgData name="Stephanie Verganza" userId="ffc5f8f4-b46c-4eb7-ad0a-4bc869c58a2c" providerId="ADAL" clId="{7A3D8FD7-DF31-473D-9279-FEEC72DE29F4}" dt="2021-08-17T13:56:38.712" v="2504" actId="20577"/>
        <pc:sldMkLst>
          <pc:docMk/>
          <pc:sldMk cId="2540148509" sldId="292"/>
        </pc:sldMkLst>
        <pc:spChg chg="mod">
          <ac:chgData name="Stephanie Verganza" userId="ffc5f8f4-b46c-4eb7-ad0a-4bc869c58a2c" providerId="ADAL" clId="{7A3D8FD7-DF31-473D-9279-FEEC72DE29F4}" dt="2021-08-16T21:27:05.797" v="1147" actId="108"/>
          <ac:spMkLst>
            <pc:docMk/>
            <pc:sldMk cId="2540148509" sldId="292"/>
            <ac:spMk id="5" creationId="{00000000-0000-0000-0000-000000000000}"/>
          </ac:spMkLst>
        </pc:spChg>
        <pc:spChg chg="mod">
          <ac:chgData name="Stephanie Verganza" userId="ffc5f8f4-b46c-4eb7-ad0a-4bc869c58a2c" providerId="ADAL" clId="{7A3D8FD7-DF31-473D-9279-FEEC72DE29F4}" dt="2021-08-17T13:56:38.712" v="2504" actId="20577"/>
          <ac:spMkLst>
            <pc:docMk/>
            <pc:sldMk cId="2540148509" sldId="292"/>
            <ac:spMk id="7" creationId="{00000000-0000-0000-0000-000000000000}"/>
          </ac:spMkLst>
        </pc:spChg>
      </pc:sldChg>
      <pc:sldChg chg="modSp add modNotesTx">
        <pc:chgData name="Stephanie Verganza" userId="ffc5f8f4-b46c-4eb7-ad0a-4bc869c58a2c" providerId="ADAL" clId="{7A3D8FD7-DF31-473D-9279-FEEC72DE29F4}" dt="2021-08-16T22:42:14.884" v="1444" actId="20577"/>
        <pc:sldMkLst>
          <pc:docMk/>
          <pc:sldMk cId="241458670" sldId="293"/>
        </pc:sldMkLst>
        <pc:spChg chg="mod">
          <ac:chgData name="Stephanie Verganza" userId="ffc5f8f4-b46c-4eb7-ad0a-4bc869c58a2c" providerId="ADAL" clId="{7A3D8FD7-DF31-473D-9279-FEEC72DE29F4}" dt="2021-08-16T22:41:46.914" v="1443" actId="207"/>
          <ac:spMkLst>
            <pc:docMk/>
            <pc:sldMk cId="241458670" sldId="293"/>
            <ac:spMk id="5" creationId="{00000000-0000-0000-0000-000000000000}"/>
          </ac:spMkLst>
        </pc:spChg>
        <pc:spChg chg="mod">
          <ac:chgData name="Stephanie Verganza" userId="ffc5f8f4-b46c-4eb7-ad0a-4bc869c58a2c" providerId="ADAL" clId="{7A3D8FD7-DF31-473D-9279-FEEC72DE29F4}" dt="2021-08-16T16:26:39.300" v="824" actId="20577"/>
          <ac:spMkLst>
            <pc:docMk/>
            <pc:sldMk cId="241458670" sldId="293"/>
            <ac:spMk id="6" creationId="{00000000-0000-0000-0000-000000000000}"/>
          </ac:spMkLst>
        </pc:spChg>
        <pc:spChg chg="mod">
          <ac:chgData name="Stephanie Verganza" userId="ffc5f8f4-b46c-4eb7-ad0a-4bc869c58a2c" providerId="ADAL" clId="{7A3D8FD7-DF31-473D-9279-FEEC72DE29F4}" dt="2021-08-16T16:27:22.557" v="832"/>
          <ac:spMkLst>
            <pc:docMk/>
            <pc:sldMk cId="241458670" sldId="293"/>
            <ac:spMk id="67" creationId="{00000000-0000-0000-0000-000000000000}"/>
          </ac:spMkLst>
        </pc:spChg>
      </pc:sldChg>
      <pc:sldChg chg="modSp add modNotesTx">
        <pc:chgData name="Stephanie Verganza" userId="ffc5f8f4-b46c-4eb7-ad0a-4bc869c58a2c" providerId="ADAL" clId="{7A3D8FD7-DF31-473D-9279-FEEC72DE29F4}" dt="2021-08-16T23:03:05.917" v="2185" actId="20577"/>
        <pc:sldMkLst>
          <pc:docMk/>
          <pc:sldMk cId="3381497375" sldId="295"/>
        </pc:sldMkLst>
        <pc:spChg chg="mod">
          <ac:chgData name="Stephanie Verganza" userId="ffc5f8f4-b46c-4eb7-ad0a-4bc869c58a2c" providerId="ADAL" clId="{7A3D8FD7-DF31-473D-9279-FEEC72DE29F4}" dt="2021-08-16T22:58:46.984" v="2143" actId="20577"/>
          <ac:spMkLst>
            <pc:docMk/>
            <pc:sldMk cId="3381497375" sldId="295"/>
            <ac:spMk id="5" creationId="{00000000-0000-0000-0000-000000000000}"/>
          </ac:spMkLst>
        </pc:spChg>
        <pc:spChg chg="mod">
          <ac:chgData name="Stephanie Verganza" userId="ffc5f8f4-b46c-4eb7-ad0a-4bc869c58a2c" providerId="ADAL" clId="{7A3D8FD7-DF31-473D-9279-FEEC72DE29F4}" dt="2021-08-16T22:48:36.050" v="1508" actId="20577"/>
          <ac:spMkLst>
            <pc:docMk/>
            <pc:sldMk cId="3381497375" sldId="295"/>
            <ac:spMk id="7" creationId="{00000000-0000-0000-0000-000000000000}"/>
          </ac:spMkLst>
        </pc:spChg>
        <pc:spChg chg="mod">
          <ac:chgData name="Stephanie Verganza" userId="ffc5f8f4-b46c-4eb7-ad0a-4bc869c58a2c" providerId="ADAL" clId="{7A3D8FD7-DF31-473D-9279-FEEC72DE29F4}" dt="2021-08-16T23:02:50.117" v="2179" actId="21"/>
          <ac:spMkLst>
            <pc:docMk/>
            <pc:sldMk cId="3381497375" sldId="295"/>
            <ac:spMk id="95" creationId="{00000000-0000-0000-0000-000000000000}"/>
          </ac:spMkLst>
        </pc:spChg>
      </pc:sldChg>
      <pc:sldChg chg="modSp add modNotesTx">
        <pc:chgData name="Stephanie Verganza" userId="ffc5f8f4-b46c-4eb7-ad0a-4bc869c58a2c" providerId="ADAL" clId="{7A3D8FD7-DF31-473D-9279-FEEC72DE29F4}" dt="2021-08-16T23:04:31.525" v="2195" actId="113"/>
        <pc:sldMkLst>
          <pc:docMk/>
          <pc:sldMk cId="394311324" sldId="296"/>
        </pc:sldMkLst>
        <pc:spChg chg="mod">
          <ac:chgData name="Stephanie Verganza" userId="ffc5f8f4-b46c-4eb7-ad0a-4bc869c58a2c" providerId="ADAL" clId="{7A3D8FD7-DF31-473D-9279-FEEC72DE29F4}" dt="2021-08-16T22:58:50.949" v="2145" actId="20577"/>
          <ac:spMkLst>
            <pc:docMk/>
            <pc:sldMk cId="394311324" sldId="296"/>
            <ac:spMk id="5" creationId="{00000000-0000-0000-0000-000000000000}"/>
          </ac:spMkLst>
        </pc:spChg>
        <pc:spChg chg="mod">
          <ac:chgData name="Stephanie Verganza" userId="ffc5f8f4-b46c-4eb7-ad0a-4bc869c58a2c" providerId="ADAL" clId="{7A3D8FD7-DF31-473D-9279-FEEC72DE29F4}" dt="2021-08-16T23:04:31.525" v="2195" actId="113"/>
          <ac:spMkLst>
            <pc:docMk/>
            <pc:sldMk cId="394311324" sldId="296"/>
            <ac:spMk id="95" creationId="{00000000-0000-0000-0000-000000000000}"/>
          </ac:spMkLst>
        </pc:spChg>
      </pc:sldChg>
      <pc:sldChg chg="addSp delSp modSp add ord modNotesTx">
        <pc:chgData name="Stephanie Verganza" userId="ffc5f8f4-b46c-4eb7-ad0a-4bc869c58a2c" providerId="ADAL" clId="{7A3D8FD7-DF31-473D-9279-FEEC72DE29F4}" dt="2021-08-16T23:14:42.280" v="2296" actId="20577"/>
        <pc:sldMkLst>
          <pc:docMk/>
          <pc:sldMk cId="2743023188" sldId="297"/>
        </pc:sldMkLst>
        <pc:spChg chg="add del mod">
          <ac:chgData name="Stephanie Verganza" userId="ffc5f8f4-b46c-4eb7-ad0a-4bc869c58a2c" providerId="ADAL" clId="{7A3D8FD7-DF31-473D-9279-FEEC72DE29F4}" dt="2021-08-16T23:11:01.358" v="2264" actId="478"/>
          <ac:spMkLst>
            <pc:docMk/>
            <pc:sldMk cId="2743023188" sldId="297"/>
            <ac:spMk id="3" creationId="{84BB6AC6-271B-47AD-9433-72EBC7B32395}"/>
          </ac:spMkLst>
        </pc:spChg>
        <pc:spChg chg="mod">
          <ac:chgData name="Stephanie Verganza" userId="ffc5f8f4-b46c-4eb7-ad0a-4bc869c58a2c" providerId="ADAL" clId="{7A3D8FD7-DF31-473D-9279-FEEC72DE29F4}" dt="2021-08-16T23:06:21.863" v="2252" actId="20577"/>
          <ac:spMkLst>
            <pc:docMk/>
            <pc:sldMk cId="2743023188" sldId="297"/>
            <ac:spMk id="6" creationId="{00000000-0000-0000-0000-000000000000}"/>
          </ac:spMkLst>
        </pc:spChg>
        <pc:spChg chg="mod">
          <ac:chgData name="Stephanie Verganza" userId="ffc5f8f4-b46c-4eb7-ad0a-4bc869c58a2c" providerId="ADAL" clId="{7A3D8FD7-DF31-473D-9279-FEEC72DE29F4}" dt="2021-08-16T23:07:56.233" v="2258" actId="207"/>
          <ac:spMkLst>
            <pc:docMk/>
            <pc:sldMk cId="2743023188" sldId="297"/>
            <ac:spMk id="7" creationId="{00000000-0000-0000-0000-000000000000}"/>
          </ac:spMkLst>
        </pc:spChg>
        <pc:spChg chg="add mod">
          <ac:chgData name="Stephanie Verganza" userId="ffc5f8f4-b46c-4eb7-ad0a-4bc869c58a2c" providerId="ADAL" clId="{7A3D8FD7-DF31-473D-9279-FEEC72DE29F4}" dt="2021-08-16T23:11:58.317" v="2275" actId="207"/>
          <ac:spMkLst>
            <pc:docMk/>
            <pc:sldMk cId="2743023188" sldId="297"/>
            <ac:spMk id="8" creationId="{6DE1FA37-C451-4D7A-923C-DE79E70C2821}"/>
          </ac:spMkLst>
        </pc:spChg>
        <pc:spChg chg="add mod">
          <ac:chgData name="Stephanie Verganza" userId="ffc5f8f4-b46c-4eb7-ad0a-4bc869c58a2c" providerId="ADAL" clId="{7A3D8FD7-DF31-473D-9279-FEEC72DE29F4}" dt="2021-08-16T23:12:02.365" v="2276" actId="207"/>
          <ac:spMkLst>
            <pc:docMk/>
            <pc:sldMk cId="2743023188" sldId="297"/>
            <ac:spMk id="9" creationId="{E68B9885-F7AA-4B4B-B4FF-A2D9076CC8EF}"/>
          </ac:spMkLst>
        </pc:spChg>
        <pc:spChg chg="add mod">
          <ac:chgData name="Stephanie Verganza" userId="ffc5f8f4-b46c-4eb7-ad0a-4bc869c58a2c" providerId="ADAL" clId="{7A3D8FD7-DF31-473D-9279-FEEC72DE29F4}" dt="2021-08-16T23:11:52.500" v="2274" actId="1076"/>
          <ac:spMkLst>
            <pc:docMk/>
            <pc:sldMk cId="2743023188" sldId="297"/>
            <ac:spMk id="10" creationId="{8BF99220-8DB3-4821-93EB-01466DC68747}"/>
          </ac:spMkLst>
        </pc:spChg>
        <pc:spChg chg="add mod">
          <ac:chgData name="Stephanie Verganza" userId="ffc5f8f4-b46c-4eb7-ad0a-4bc869c58a2c" providerId="ADAL" clId="{7A3D8FD7-DF31-473D-9279-FEEC72DE29F4}" dt="2021-08-16T23:12:05.349" v="2277" actId="207"/>
          <ac:spMkLst>
            <pc:docMk/>
            <pc:sldMk cId="2743023188" sldId="297"/>
            <ac:spMk id="11" creationId="{052B5B67-DF82-4C33-B79C-8BDB4B40A9BE}"/>
          </ac:spMkLst>
        </pc:spChg>
        <pc:spChg chg="del mod">
          <ac:chgData name="Stephanie Verganza" userId="ffc5f8f4-b46c-4eb7-ad0a-4bc869c58a2c" providerId="ADAL" clId="{7A3D8FD7-DF31-473D-9279-FEEC72DE29F4}" dt="2021-08-16T23:10:58.715" v="2263" actId="478"/>
          <ac:spMkLst>
            <pc:docMk/>
            <pc:sldMk cId="2743023188" sldId="297"/>
            <ac:spMk id="200" creationId="{00000000-0000-0000-0000-000000000000}"/>
          </ac:spMkLst>
        </pc:spChg>
      </pc:sldChg>
      <pc:sldChg chg="modSp add ord modNotesTx">
        <pc:chgData name="Stephanie Verganza" userId="ffc5f8f4-b46c-4eb7-ad0a-4bc869c58a2c" providerId="ADAL" clId="{7A3D8FD7-DF31-473D-9279-FEEC72DE29F4}" dt="2021-08-16T23:17:11.996" v="2300" actId="207"/>
        <pc:sldMkLst>
          <pc:docMk/>
          <pc:sldMk cId="1208532956" sldId="299"/>
        </pc:sldMkLst>
        <pc:spChg chg="mod">
          <ac:chgData name="Stephanie Verganza" userId="ffc5f8f4-b46c-4eb7-ad0a-4bc869c58a2c" providerId="ADAL" clId="{7A3D8FD7-DF31-473D-9279-FEEC72DE29F4}" dt="2021-08-16T23:17:11.996" v="2300" actId="207"/>
          <ac:spMkLst>
            <pc:docMk/>
            <pc:sldMk cId="1208532956" sldId="299"/>
            <ac:spMk id="200" creationId="{00000000-0000-0000-0000-000000000000}"/>
          </ac:spMkLst>
        </pc:spChg>
      </pc:sldChg>
      <pc:sldChg chg="modSp add">
        <pc:chgData name="Stephanie Verganza" userId="ffc5f8f4-b46c-4eb7-ad0a-4bc869c58a2c" providerId="ADAL" clId="{7A3D8FD7-DF31-473D-9279-FEEC72DE29F4}" dt="2021-08-18T16:47:50.074" v="4095" actId="20577"/>
        <pc:sldMkLst>
          <pc:docMk/>
          <pc:sldMk cId="2472928703" sldId="300"/>
        </pc:sldMkLst>
        <pc:spChg chg="mod">
          <ac:chgData name="Stephanie Verganza" userId="ffc5f8f4-b46c-4eb7-ad0a-4bc869c58a2c" providerId="ADAL" clId="{7A3D8FD7-DF31-473D-9279-FEEC72DE29F4}" dt="2021-08-18T16:47:50.074" v="4095" actId="20577"/>
          <ac:spMkLst>
            <pc:docMk/>
            <pc:sldMk cId="2472928703" sldId="300"/>
            <ac:spMk id="200" creationId="{00000000-0000-0000-0000-000000000000}"/>
          </ac:spMkLst>
        </pc:spChg>
      </pc:sldChg>
      <pc:sldChg chg="modSp add">
        <pc:chgData name="Stephanie Verganza" userId="ffc5f8f4-b46c-4eb7-ad0a-4bc869c58a2c" providerId="ADAL" clId="{7A3D8FD7-DF31-473D-9279-FEEC72DE29F4}" dt="2021-08-16T23:26:21.492" v="2492" actId="255"/>
        <pc:sldMkLst>
          <pc:docMk/>
          <pc:sldMk cId="789832549" sldId="302"/>
        </pc:sldMkLst>
        <pc:spChg chg="mod">
          <ac:chgData name="Stephanie Verganza" userId="ffc5f8f4-b46c-4eb7-ad0a-4bc869c58a2c" providerId="ADAL" clId="{7A3D8FD7-DF31-473D-9279-FEEC72DE29F4}" dt="2021-08-16T23:26:21.492" v="2492" actId="255"/>
          <ac:spMkLst>
            <pc:docMk/>
            <pc:sldMk cId="789832549" sldId="302"/>
            <ac:spMk id="200" creationId="{00000000-0000-0000-0000-000000000000}"/>
          </ac:spMkLst>
        </pc:spChg>
      </pc:sldChg>
      <pc:sldChg chg="modSp add modNotesTx">
        <pc:chgData name="Stephanie Verganza" userId="ffc5f8f4-b46c-4eb7-ad0a-4bc869c58a2c" providerId="ADAL" clId="{7A3D8FD7-DF31-473D-9279-FEEC72DE29F4}" dt="2021-08-19T17:55:42.728" v="4102" actId="207"/>
        <pc:sldMkLst>
          <pc:docMk/>
          <pc:sldMk cId="1512586690" sldId="303"/>
        </pc:sldMkLst>
        <pc:spChg chg="mod">
          <ac:chgData name="Stephanie Verganza" userId="ffc5f8f4-b46c-4eb7-ad0a-4bc869c58a2c" providerId="ADAL" clId="{7A3D8FD7-DF31-473D-9279-FEEC72DE29F4}" dt="2021-08-19T17:55:42.728" v="4102" actId="207"/>
          <ac:spMkLst>
            <pc:docMk/>
            <pc:sldMk cId="1512586690" sldId="303"/>
            <ac:spMk id="5" creationId="{00000000-0000-0000-0000-000000000000}"/>
          </ac:spMkLst>
        </pc:spChg>
        <pc:spChg chg="mod">
          <ac:chgData name="Stephanie Verganza" userId="ffc5f8f4-b46c-4eb7-ad0a-4bc869c58a2c" providerId="ADAL" clId="{7A3D8FD7-DF31-473D-9279-FEEC72DE29F4}" dt="2021-08-17T13:58:51.774" v="2527" actId="20577"/>
          <ac:spMkLst>
            <pc:docMk/>
            <pc:sldMk cId="1512586690" sldId="303"/>
            <ac:spMk id="6" creationId="{00000000-0000-0000-0000-000000000000}"/>
          </ac:spMkLst>
        </pc:spChg>
        <pc:spChg chg="mod">
          <ac:chgData name="Stephanie Verganza" userId="ffc5f8f4-b46c-4eb7-ad0a-4bc869c58a2c" providerId="ADAL" clId="{7A3D8FD7-DF31-473D-9279-FEEC72DE29F4}" dt="2021-08-17T17:35:21.378" v="3310" actId="404"/>
          <ac:spMkLst>
            <pc:docMk/>
            <pc:sldMk cId="1512586690" sldId="303"/>
            <ac:spMk id="67" creationId="{00000000-0000-0000-0000-000000000000}"/>
          </ac:spMkLst>
        </pc:spChg>
      </pc:sldChg>
      <pc:sldChg chg="modSp add modNotesTx">
        <pc:chgData name="Stephanie Verganza" userId="ffc5f8f4-b46c-4eb7-ad0a-4bc869c58a2c" providerId="ADAL" clId="{7A3D8FD7-DF31-473D-9279-FEEC72DE29F4}" dt="2021-08-19T17:55:54.308" v="4104" actId="20577"/>
        <pc:sldMkLst>
          <pc:docMk/>
          <pc:sldMk cId="1841640217" sldId="304"/>
        </pc:sldMkLst>
        <pc:spChg chg="mod">
          <ac:chgData name="Stephanie Verganza" userId="ffc5f8f4-b46c-4eb7-ad0a-4bc869c58a2c" providerId="ADAL" clId="{7A3D8FD7-DF31-473D-9279-FEEC72DE29F4}" dt="2021-08-19T17:55:54.308" v="4104" actId="20577"/>
          <ac:spMkLst>
            <pc:docMk/>
            <pc:sldMk cId="1841640217" sldId="304"/>
            <ac:spMk id="5" creationId="{00000000-0000-0000-0000-000000000000}"/>
          </ac:spMkLst>
        </pc:spChg>
        <pc:spChg chg="mod">
          <ac:chgData name="Stephanie Verganza" userId="ffc5f8f4-b46c-4eb7-ad0a-4bc869c58a2c" providerId="ADAL" clId="{7A3D8FD7-DF31-473D-9279-FEEC72DE29F4}" dt="2021-08-17T14:18:55.144" v="2727" actId="948"/>
          <ac:spMkLst>
            <pc:docMk/>
            <pc:sldMk cId="1841640217" sldId="304"/>
            <ac:spMk id="67" creationId="{00000000-0000-0000-0000-000000000000}"/>
          </ac:spMkLst>
        </pc:spChg>
      </pc:sldChg>
      <pc:sldChg chg="modSp add modNotesTx">
        <pc:chgData name="Stephanie Verganza" userId="ffc5f8f4-b46c-4eb7-ad0a-4bc869c58a2c" providerId="ADAL" clId="{7A3D8FD7-DF31-473D-9279-FEEC72DE29F4}" dt="2021-08-19T17:56:00.505" v="4108" actId="20577"/>
        <pc:sldMkLst>
          <pc:docMk/>
          <pc:sldMk cId="1068241505" sldId="305"/>
        </pc:sldMkLst>
        <pc:spChg chg="mod">
          <ac:chgData name="Stephanie Verganza" userId="ffc5f8f4-b46c-4eb7-ad0a-4bc869c58a2c" providerId="ADAL" clId="{7A3D8FD7-DF31-473D-9279-FEEC72DE29F4}" dt="2021-08-19T17:56:00.505" v="4108" actId="20577"/>
          <ac:spMkLst>
            <pc:docMk/>
            <pc:sldMk cId="1068241505" sldId="305"/>
            <ac:spMk id="5" creationId="{00000000-0000-0000-0000-000000000000}"/>
          </ac:spMkLst>
        </pc:spChg>
        <pc:spChg chg="mod">
          <ac:chgData name="Stephanie Verganza" userId="ffc5f8f4-b46c-4eb7-ad0a-4bc869c58a2c" providerId="ADAL" clId="{7A3D8FD7-DF31-473D-9279-FEEC72DE29F4}" dt="2021-08-17T14:22:59.751" v="2975"/>
          <ac:spMkLst>
            <pc:docMk/>
            <pc:sldMk cId="1068241505" sldId="305"/>
            <ac:spMk id="67" creationId="{00000000-0000-0000-0000-000000000000}"/>
          </ac:spMkLst>
        </pc:spChg>
      </pc:sldChg>
      <pc:sldChg chg="modSp add ord">
        <pc:chgData name="Stephanie Verganza" userId="ffc5f8f4-b46c-4eb7-ad0a-4bc869c58a2c" providerId="ADAL" clId="{7A3D8FD7-DF31-473D-9279-FEEC72DE29F4}" dt="2021-08-17T22:09:42.422" v="3865" actId="403"/>
        <pc:sldMkLst>
          <pc:docMk/>
          <pc:sldMk cId="3696477027" sldId="306"/>
        </pc:sldMkLst>
        <pc:spChg chg="mod">
          <ac:chgData name="Stephanie Verganza" userId="ffc5f8f4-b46c-4eb7-ad0a-4bc869c58a2c" providerId="ADAL" clId="{7A3D8FD7-DF31-473D-9279-FEEC72DE29F4}" dt="2021-08-17T17:58:20.291" v="3317" actId="207"/>
          <ac:spMkLst>
            <pc:docMk/>
            <pc:sldMk cId="3696477027" sldId="306"/>
            <ac:spMk id="5" creationId="{00000000-0000-0000-0000-000000000000}"/>
          </ac:spMkLst>
        </pc:spChg>
        <pc:spChg chg="mod">
          <ac:chgData name="Stephanie Verganza" userId="ffc5f8f4-b46c-4eb7-ad0a-4bc869c58a2c" providerId="ADAL" clId="{7A3D8FD7-DF31-473D-9279-FEEC72DE29F4}" dt="2021-08-17T14:28:56.928" v="2997" actId="20577"/>
          <ac:spMkLst>
            <pc:docMk/>
            <pc:sldMk cId="3696477027" sldId="306"/>
            <ac:spMk id="65" creationId="{00000000-0000-0000-0000-000000000000}"/>
          </ac:spMkLst>
        </pc:spChg>
        <pc:spChg chg="mod">
          <ac:chgData name="Stephanie Verganza" userId="ffc5f8f4-b46c-4eb7-ad0a-4bc869c58a2c" providerId="ADAL" clId="{7A3D8FD7-DF31-473D-9279-FEEC72DE29F4}" dt="2021-08-17T22:09:42.422" v="3865" actId="403"/>
          <ac:spMkLst>
            <pc:docMk/>
            <pc:sldMk cId="3696477027" sldId="30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11/29/2021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Additional comments about history </a:t>
            </a:r>
          </a:p>
          <a:p>
            <a:pPr marL="0" lvl="0" indent="0" algn="l" rtl="0">
              <a:spcBef>
                <a:spcPts val="0"/>
              </a:spcBef>
              <a:spcAft>
                <a:spcPts val="0"/>
              </a:spcAft>
              <a:buNone/>
            </a:pPr>
            <a:r>
              <a:rPr lang="en-US" dirty="0"/>
              <a:t>Background and role of Federal Grant and Cooperative Agreement Act (1978) and the Federal Financial Assistance Management Improvement Act in shaping the modern conception of assistance and how it impacts our work </a:t>
            </a:r>
          </a:p>
          <a:p>
            <a:pPr marL="0" lvl="0" indent="0" algn="l" rtl="0">
              <a:spcBef>
                <a:spcPts val="0"/>
              </a:spcBef>
              <a:spcAft>
                <a:spcPts val="0"/>
              </a:spcAft>
              <a:buNone/>
            </a:pPr>
            <a:endParaRPr lang="en-US" dirty="0"/>
          </a:p>
          <a:p>
            <a:pPr marL="171450" lvl="0" indent="-171450" algn="l" rtl="0">
              <a:spcBef>
                <a:spcPts val="0"/>
              </a:spcBef>
              <a:spcAft>
                <a:spcPts val="0"/>
              </a:spcAft>
              <a:buFont typeface="Arial" panose="020B0604020202020204" pitchFamily="34" charset="0"/>
              <a:buChar char="•"/>
            </a:pPr>
            <a:r>
              <a:rPr lang="en-US" dirty="0"/>
              <a:t>Brief background on USG federal assistance: started in 1785 with land grants for schools and revolutionary war veterans</a:t>
            </a:r>
          </a:p>
          <a:p>
            <a:pPr marL="628650" lvl="1" indent="-171450" algn="l" rtl="0">
              <a:spcBef>
                <a:spcPts val="0"/>
              </a:spcBef>
              <a:spcAft>
                <a:spcPts val="0"/>
              </a:spcAft>
              <a:buFont typeface="Arial" panose="020B0604020202020204" pitchFamily="34" charset="0"/>
              <a:buChar char="•"/>
            </a:pPr>
            <a:r>
              <a:rPr lang="en-US" dirty="0"/>
              <a:t>The earliest grants in the US were land grants, where property, rather than money, was granted. </a:t>
            </a:r>
          </a:p>
          <a:p>
            <a:pPr marL="171450" lvl="0" indent="-171450" algn="l" rtl="0">
              <a:spcBef>
                <a:spcPts val="0"/>
              </a:spcBef>
              <a:spcAft>
                <a:spcPts val="0"/>
              </a:spcAft>
              <a:buFont typeface="Arial" panose="020B0604020202020204" pitchFamily="34" charset="0"/>
              <a:buChar char="•"/>
            </a:pPr>
            <a:r>
              <a:rPr lang="en-US" dirty="0"/>
              <a:t>Uniform Guidance – Executive Order (EO) on reducing improper paperwork (Nov 2009); Presidential Memo on reducing administration burdens (Feb 2011); 2012 preview of guidance. </a:t>
            </a:r>
          </a:p>
          <a:p>
            <a:pPr marL="628650" lvl="1" indent="-171450" algn="l" rtl="0">
              <a:spcBef>
                <a:spcPts val="0"/>
              </a:spcBef>
              <a:spcAft>
                <a:spcPts val="0"/>
              </a:spcAft>
              <a:buFont typeface="Arial" panose="020B0604020202020204" pitchFamily="34" charset="0"/>
              <a:buChar char="•"/>
            </a:pPr>
            <a:r>
              <a:rPr lang="en-US" dirty="0"/>
              <a:t>Commission on Government Procurement (1979) – Congressional commission to enact legislation to clarify the difference between procurement and assistance. </a:t>
            </a:r>
          </a:p>
          <a:p>
            <a:pPr marL="171450" lvl="0" indent="-171450" algn="l" rtl="0">
              <a:spcBef>
                <a:spcPts val="0"/>
              </a:spcBef>
              <a:spcAft>
                <a:spcPts val="0"/>
              </a:spcAft>
              <a:buFont typeface="Arial" panose="020B0604020202020204" pitchFamily="34" charset="0"/>
              <a:buChar char="•"/>
            </a:pPr>
            <a:endParaRPr lang="en-US" dirty="0"/>
          </a:p>
        </p:txBody>
      </p:sp>
    </p:spTree>
    <p:extLst>
      <p:ext uri="{BB962C8B-B14F-4D97-AF65-F5344CB8AC3E}">
        <p14:creationId xmlns:p14="http://schemas.microsoft.com/office/powerpoint/2010/main" val="251848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Finding can be added to a future past performance reference and can hurt future funding opportunities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Visual compliance used by POA and searches across hundreds of databases, including SAM, UN Terrorist Lists, OFAC. Saved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Conduct these prior to issuing any payment to individual or entity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Unless there is prior approval received from AO and POA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Suspended or debarred entities or individuals are excluded from receiving any new work or any additional U.S. Government funding for the duration of the exclusion period</a:t>
            </a:r>
          </a:p>
        </p:txBody>
      </p:sp>
    </p:spTree>
    <p:extLst>
      <p:ext uri="{BB962C8B-B14F-4D97-AF65-F5344CB8AC3E}">
        <p14:creationId xmlns:p14="http://schemas.microsoft.com/office/powerpoint/2010/main" val="3295997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We’re going to go over the federal definitions and review non-construction procurement (most relevant to our operations). The POA policies set lower thresholds for procurements for field offices.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It’s always good to check the differences between requirements and best practices. </a:t>
            </a: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Note: some of these are a mix of POA policies and notes from Stephanie’s </a:t>
            </a:r>
            <a:r>
              <a:rPr lang="en-US" sz="2000" dirty="0" err="1">
                <a:latin typeface="Trade Gothic" panose="02000503020000020004" pitchFamily="2" charset="0"/>
              </a:rPr>
              <a:t>Humentum</a:t>
            </a:r>
            <a:r>
              <a:rPr lang="en-US" sz="2000" dirty="0">
                <a:latin typeface="Trade Gothic" panose="02000503020000020004" pitchFamily="2" charset="0"/>
              </a:rPr>
              <a:t> training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The main point to keep in mind here is document, document, document.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highlight>
                  <a:srgbClr val="FFFF00"/>
                </a:highlight>
              </a:rPr>
              <a:t>*</a:t>
            </a:r>
            <a:r>
              <a:rPr lang="en-US" b="0" dirty="0">
                <a:highlight>
                  <a:srgbClr val="FFFF00"/>
                </a:highlight>
              </a:rPr>
              <a:t>These are the standard categories for methods of procurements. These dollar amounts/thresholds are set by the federal government. POA policies set some lower thresholds to be more realistic to field costs… * Staff should make sure and read the supplemental manual and understand what the threshold is in your country. </a:t>
            </a:r>
          </a:p>
          <a:p>
            <a:endParaRPr lang="en-US" b="1" dirty="0"/>
          </a:p>
          <a:p>
            <a:r>
              <a:rPr lang="en-US" b="1" dirty="0"/>
              <a:t>Micro-purchases (up to $10k)- </a:t>
            </a:r>
            <a:r>
              <a:rPr lang="en-US" dirty="0"/>
              <a:t>Acquisition of supplies/ services, does not exceed the micro-purchase threshold.  May be awarded without soliciting competitive quotations if price is </a:t>
            </a:r>
            <a:r>
              <a:rPr lang="en-US" b="1" dirty="0"/>
              <a:t>reasonable</a:t>
            </a:r>
            <a:r>
              <a:rPr lang="en-US" dirty="0"/>
              <a:t>.</a:t>
            </a:r>
          </a:p>
          <a:p>
            <a:endParaRPr lang="en-US" dirty="0"/>
          </a:p>
          <a:p>
            <a:r>
              <a:rPr lang="en-US" b="1" dirty="0"/>
              <a:t>Small purchase ($10k-$250k) - </a:t>
            </a:r>
            <a:r>
              <a:rPr lang="en-US" dirty="0"/>
              <a:t>Relatively simple and </a:t>
            </a:r>
            <a:r>
              <a:rPr lang="en-US" b="1" dirty="0"/>
              <a:t>informal</a:t>
            </a:r>
            <a:r>
              <a:rPr lang="en-US" dirty="0"/>
              <a:t> procurement method.</a:t>
            </a:r>
            <a:r>
              <a:rPr lang="en-US" baseline="0" dirty="0"/>
              <a:t> </a:t>
            </a:r>
            <a:r>
              <a:rPr lang="en-US" sz="1200" b="0" i="0" kern="1200" dirty="0">
                <a:solidFill>
                  <a:schemeClr val="tx1"/>
                </a:solidFill>
                <a:effectLst/>
                <a:latin typeface="+mn-lt"/>
                <a:ea typeface="+mn-ea"/>
                <a:cs typeface="+mn-cs"/>
              </a:rPr>
              <a:t>Non-Federal entities adopt small purchase procedures in order to expedite the purchase of items costing less than the simplified acquisition threshold.</a:t>
            </a:r>
            <a:r>
              <a:rPr lang="en-US" dirty="0"/>
              <a:t> Seek offers from reasonable # of sources (3 generally used). Choose based off of own selection criteria</a:t>
            </a:r>
          </a:p>
          <a:p>
            <a:endParaRPr lang="en-US" dirty="0"/>
          </a:p>
          <a:p>
            <a:r>
              <a:rPr lang="en-US" b="1" dirty="0"/>
              <a:t>Sealed bids (above $250k - formal advertising)</a:t>
            </a:r>
            <a:r>
              <a:rPr lang="en-US" dirty="0"/>
              <a:t> - Publicly solicited and firm fixed price contract (lump sum or unit price) awarded to </a:t>
            </a:r>
            <a:r>
              <a:rPr lang="en-US" b="1" dirty="0"/>
              <a:t>lowest bid </a:t>
            </a:r>
            <a:r>
              <a:rPr lang="en-US" dirty="0"/>
              <a:t>(reasonable + responsive). Preferred method for procuring construction. Bids opened on specified time and place. </a:t>
            </a:r>
          </a:p>
          <a:p>
            <a:endParaRPr lang="en-US" dirty="0"/>
          </a:p>
          <a:p>
            <a:r>
              <a:rPr lang="en-US" b="1" dirty="0"/>
              <a:t>Competitive proposals (above $250k) - </a:t>
            </a:r>
            <a:r>
              <a:rPr lang="en-US" dirty="0"/>
              <a:t>More than one source submits an offer, and either a fixed price or cost-reimbursement type contract is awarded. Generally used when conditions are not appropriate for the use of sealed bids. Choose vendor based on own selection criteria.</a:t>
            </a:r>
          </a:p>
          <a:p>
            <a:endParaRPr lang="en-US" dirty="0"/>
          </a:p>
          <a:p>
            <a:r>
              <a:rPr lang="en-US" b="1" dirty="0"/>
              <a:t>Noncompetitive proposals (no limit) - </a:t>
            </a:r>
            <a:r>
              <a:rPr lang="en-US" dirty="0"/>
              <a:t>Solicitation of a proposal from only one source if:</a:t>
            </a:r>
          </a:p>
          <a:p>
            <a:r>
              <a:rPr lang="en-US" dirty="0"/>
              <a:t>-</a:t>
            </a:r>
            <a:r>
              <a:rPr lang="en-US" baseline="0" dirty="0"/>
              <a:t> T</a:t>
            </a:r>
            <a:r>
              <a:rPr lang="en-US" dirty="0"/>
              <a:t>he item is available only from a single source;</a:t>
            </a:r>
          </a:p>
          <a:p>
            <a:r>
              <a:rPr lang="en-US" dirty="0"/>
              <a:t>- The public exigency or emergency for the requirement will not permit a delay resulting from competitive solicitation;</a:t>
            </a:r>
          </a:p>
          <a:p>
            <a:r>
              <a:rPr lang="en-US" dirty="0"/>
              <a:t>- The Federal awarding agency or pass-through entity expressly authorizes noncompetitive proposals; or</a:t>
            </a:r>
          </a:p>
          <a:p>
            <a:r>
              <a:rPr lang="en-US" dirty="0"/>
              <a:t>- After solicitation of a number of sources, competition is determined inadequate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90177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648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Real property</a:t>
            </a:r>
            <a:r>
              <a:rPr lang="en-US" baseline="0"/>
              <a:t> may either be retained or sold and the federal agency must be compensated</a:t>
            </a:r>
          </a:p>
          <a:p>
            <a:r>
              <a:rPr lang="en-US" baseline="0"/>
              <a:t>(land, structures) does not include movable machinery and equipment</a:t>
            </a:r>
          </a:p>
          <a:p>
            <a:endParaRPr lang="en-US"/>
          </a:p>
          <a:p>
            <a:r>
              <a:rPr lang="en-US"/>
              <a:t>Equipment </a:t>
            </a:r>
            <a:r>
              <a:rPr lang="en-US" baseline="0"/>
              <a:t>usually stays with the non-fed entity, unless otherwise stated, if current market value is less than $5,000 (otherwise need to consult agency for further disposition instructions)</a:t>
            </a:r>
          </a:p>
          <a:p>
            <a:r>
              <a:rPr lang="en-US" baseline="0"/>
              <a:t>Must be included in inventory, property records kept, safeguard (insurance)</a:t>
            </a:r>
          </a:p>
          <a:p>
            <a:endParaRPr lang="en-US" baseline="0"/>
          </a:p>
          <a:p>
            <a:r>
              <a:rPr lang="en-US" baseline="0"/>
              <a:t>Intangibles—vest with recipient : “whoever creates it, owns it” but USG has right to obtain, reproduce, publish or otherwise use data produced under award and authorize others to for fed purposes</a:t>
            </a:r>
          </a:p>
          <a:p>
            <a:endParaRPr lang="en-US" baseline="0"/>
          </a:p>
          <a:p>
            <a:r>
              <a:rPr lang="en-US" baseline="0"/>
              <a:t>Inventory </a:t>
            </a:r>
            <a:r>
              <a:rPr lang="en-US"/>
              <a:t>of unused supplies exceeding $5,000 in total aggregate value upon termination or completion of the Federal program and not needed for any other Federal award</a:t>
            </a:r>
            <a:r>
              <a:rPr lang="en-US" baseline="0"/>
              <a:t>, recipient </a:t>
            </a:r>
            <a:r>
              <a:rPr lang="en-US"/>
              <a:t>must compensate the Federal government for its share.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aseline="0"/>
              <a:t>Inventory </a:t>
            </a:r>
            <a:r>
              <a:rPr lang="en-US"/>
              <a:t>of unused supplies exceeding $5,000 in total aggregate value upon termination or completion of the Federal program and not needed for any other Federal award</a:t>
            </a:r>
            <a:r>
              <a:rPr lang="en-US" baseline="0"/>
              <a:t>, recipient </a:t>
            </a:r>
            <a:r>
              <a:rPr lang="en-US"/>
              <a:t>must compensate the Federal government for its share. </a:t>
            </a:r>
          </a:p>
          <a:p>
            <a:endParaRPr lang="en-US"/>
          </a:p>
          <a:p>
            <a:r>
              <a:rPr lang="en-US"/>
              <a:t>DR threshold: $500 – 26,445 pesos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2413957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1401414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a:latin typeface="Trade Gothic" panose="02000503020000020004" pitchFamily="2" charset="0"/>
              </a:rPr>
              <a:t>Generally Accepted Accounting Principles (GAAP)</a:t>
            </a:r>
          </a:p>
          <a:p>
            <a:endParaRPr lang="en-US"/>
          </a:p>
          <a:p>
            <a:r>
              <a:rPr lang="en-US"/>
              <a:t>Must be NECESSARY,</a:t>
            </a:r>
            <a:r>
              <a:rPr lang="en-US" baseline="0"/>
              <a:t> REASONABLE, ALLOCABLE, and CONFORMS to grant terms &amp; conditions </a:t>
            </a:r>
          </a:p>
          <a:p>
            <a:endParaRPr lang="en-US" baseline="0"/>
          </a:p>
          <a:p>
            <a:r>
              <a:rPr lang="en-US" baseline="0"/>
              <a:t>Consistency in proposing, charging, and reporting costs: </a:t>
            </a:r>
          </a:p>
          <a:p>
            <a:endParaRPr lang="en-US" baseline="0"/>
          </a:p>
          <a:p>
            <a:r>
              <a:rPr lang="en-US"/>
              <a:t>§200.403 (d) states: "A cost may not be assigned to a Federal award as a direct cost if any other cost incurred for the same purpose in like circumstances has been allocated to the Federal award as an indirect cost."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C00000"/>
                </a:solidFill>
                <a:latin typeface="Trade Gothic" panose="02000503020000020004" pitchFamily="2" charset="0"/>
              </a:rPr>
              <a:t>(chargeable or assignable)</a:t>
            </a:r>
            <a:endParaRPr lang="en-US" sz="2400" b="1">
              <a:latin typeface="Trade Gothic" panose="02000503020000020004" pitchFamily="2" charset="0"/>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Rent in HQ office vs. rent in field office</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176664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baseline="0"/>
          </a:p>
        </p:txBody>
      </p:sp>
    </p:spTree>
    <p:extLst>
      <p:ext uri="{BB962C8B-B14F-4D97-AF65-F5344CB8AC3E}">
        <p14:creationId xmlns:p14="http://schemas.microsoft.com/office/powerpoint/2010/main" val="31615294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 Linked to Power </a:t>
            </a:r>
          </a:p>
          <a:p>
            <a:r>
              <a:rPr lang="en-US"/>
              <a:t>- Failure to protect those whom these organizations are meant to protect and/or assist</a:t>
            </a:r>
          </a:p>
          <a:p>
            <a:pPr marL="0" indent="0">
              <a:buFontTx/>
              <a:buNone/>
            </a:pPr>
            <a:r>
              <a:rPr lang="en-US"/>
              <a:t>- Illustrates the vulnerability of these populations &amp; shortcomings or absence of systems to prevent and report these abuses</a:t>
            </a:r>
          </a:p>
          <a:p>
            <a:pPr marL="171450" indent="-171450">
              <a:buFontTx/>
              <a:buChar char="-"/>
            </a:pPr>
            <a:endParaRPr lang="en-US"/>
          </a:p>
          <a:p>
            <a:pPr marL="171450" indent="-171450">
              <a:buFontTx/>
              <a:buChar char="-"/>
            </a:pPr>
            <a:r>
              <a:rPr lang="en-US"/>
              <a:t>Child Trafficking</a:t>
            </a:r>
          </a:p>
          <a:p>
            <a:pPr marL="171450" indent="-171450">
              <a:buFontTx/>
              <a:buChar char="-"/>
            </a:pPr>
            <a:r>
              <a:rPr lang="en-US"/>
              <a:t>Forced Sex</a:t>
            </a:r>
          </a:p>
          <a:p>
            <a:pPr marL="171450" indent="-171450">
              <a:buFontTx/>
              <a:buChar char="-"/>
            </a:pPr>
            <a:r>
              <a:rPr lang="en-US"/>
              <a:t>Verbal Sexual Abuse</a:t>
            </a:r>
          </a:p>
          <a:p>
            <a:pPr marL="171450" indent="-171450">
              <a:buFontTx/>
              <a:buChar char="-"/>
            </a:pPr>
            <a:r>
              <a:rPr lang="en-US"/>
              <a:t>Child Prostitution</a:t>
            </a:r>
          </a:p>
          <a:p>
            <a:pPr marL="171450" indent="-171450">
              <a:buFontTx/>
              <a:buChar char="-"/>
            </a:pPr>
            <a:r>
              <a:rPr lang="en-US"/>
              <a:t>Child Pornography</a:t>
            </a:r>
          </a:p>
          <a:p>
            <a:pPr marL="171450" indent="-171450">
              <a:buFontTx/>
              <a:buChar char="-"/>
            </a:pPr>
            <a:r>
              <a:rPr lang="en-US"/>
              <a:t>Sexual Slavery</a:t>
            </a:r>
          </a:p>
          <a:p>
            <a:pPr marL="171450" indent="-171450">
              <a:buFontTx/>
              <a:buChar char="-"/>
            </a:pPr>
            <a:r>
              <a:rPr lang="en-US"/>
              <a:t>Indecent Sexual Assault</a:t>
            </a:r>
          </a:p>
          <a:p>
            <a:pPr marL="171450" indent="-171450">
              <a:buFontTx/>
              <a:buChar char="-"/>
            </a:pPr>
            <a:r>
              <a:rPr lang="en-US"/>
              <a:t>Trading Sex for food and other non-monetary items or services</a:t>
            </a:r>
          </a:p>
          <a:p>
            <a:pPr marL="171450" indent="-171450">
              <a:buFontTx/>
              <a:buChar char="-"/>
            </a:pPr>
            <a:endParaRPr lang="en-US"/>
          </a:p>
          <a:p>
            <a:endParaRPr lang="en-US"/>
          </a:p>
        </p:txBody>
      </p:sp>
    </p:spTree>
    <p:extLst>
      <p:ext uri="{BB962C8B-B14F-4D97-AF65-F5344CB8AC3E}">
        <p14:creationId xmlns:p14="http://schemas.microsoft.com/office/powerpoint/2010/main" val="130729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34065655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1023185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Sexual exploitation and abuse by a POA Affiliate constitute acts of gross misconduct and are therefore grounds for termination of employment and/or relationship. </a:t>
            </a:r>
          </a:p>
          <a:p>
            <a:pPr>
              <a:spcBef>
                <a:spcPts val="0"/>
              </a:spcBef>
              <a:spcAft>
                <a:spcPts val="1000"/>
              </a:spcAft>
              <a:buClrTx/>
              <a:buSzPct val="106000"/>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Sexual activity with children (defined according to the Convention on the Rights of the Child as all persons under the age of 18) is prohibited regardless of the age of majority or age of consent locally. Mistaken belief in the age of a child is not a defense. </a:t>
            </a:r>
          </a:p>
          <a:p>
            <a:pPr>
              <a:spcBef>
                <a:spcPts val="0"/>
              </a:spcBef>
              <a:spcAft>
                <a:spcPts val="1000"/>
              </a:spcAft>
              <a:buClrTx/>
              <a:buSzPct val="106000"/>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Exchange of money, employment, goods, or services for sex, including sexual favors or other forms of humiliating, degrading, or exploitative behavior, is prohibited. This includes exchange of assistance that is due to beneficiaries. </a:t>
            </a:r>
          </a:p>
          <a:p>
            <a:pPr>
              <a:spcBef>
                <a:spcPts val="0"/>
              </a:spcBef>
              <a:spcAft>
                <a:spcPts val="1000"/>
              </a:spcAft>
              <a:buClrTx/>
              <a:buSzPct val="106000"/>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Sexual relationships between POA Affiliates and Participants are prohibited since they are based on inherently unequal power dynamics. Such relationships undermine the credibility and integrity of humanitarian aid work. </a:t>
            </a:r>
          </a:p>
          <a:p>
            <a:pPr>
              <a:spcBef>
                <a:spcPts val="0"/>
              </a:spcBef>
              <a:spcAft>
                <a:spcPts val="1000"/>
              </a:spcAft>
              <a:buClrTx/>
              <a:buSzPct val="106000"/>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Where a POA Affiliate develops concerns or suspicions regarding sexual abuse or exploitation by another POA Affiliate, they must report such concerns via established organizational reporting mechanisms. </a:t>
            </a:r>
          </a:p>
          <a:p>
            <a:pPr>
              <a:spcBef>
                <a:spcPts val="0"/>
              </a:spcBef>
              <a:spcAft>
                <a:spcPts val="1000"/>
              </a:spcAft>
              <a:buClrTx/>
              <a:buSzPct val="106000"/>
              <a:buFont typeface="Arial" panose="020B0604020202020204" pitchFamily="34" charset="0"/>
              <a:buChar char="•"/>
            </a:pPr>
            <a:r>
              <a:rPr lang="en-US" sz="1200">
                <a:solidFill>
                  <a:schemeClr val="tx1"/>
                </a:solidFill>
                <a:latin typeface="Segoe UI" panose="020B0502040204020203" pitchFamily="34" charset="0"/>
                <a:ea typeface="Segoe UI" panose="020B0502040204020203" pitchFamily="34" charset="0"/>
                <a:cs typeface="Segoe UI" panose="020B0502040204020203" pitchFamily="34" charset="0"/>
              </a:rPr>
              <a:t>POA Affiliates are obliged to create and maintain an environment that prevents sexual exploitation and abuse and promotes the implementation of this code of conduct. Managers at all levels have a particular responsibility to support and develop systems that maintain this environment. </a:t>
            </a:r>
          </a:p>
          <a:p>
            <a:endParaRPr lang="en-US"/>
          </a:p>
        </p:txBody>
      </p:sp>
    </p:spTree>
    <p:extLst>
      <p:ext uri="{BB962C8B-B14F-4D97-AF65-F5344CB8AC3E}">
        <p14:creationId xmlns:p14="http://schemas.microsoft.com/office/powerpoint/2010/main" val="14480337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kern="1200" dirty="0">
                <a:solidFill>
                  <a:schemeClr val="tx1"/>
                </a:solidFill>
                <a:effectLst/>
                <a:latin typeface="+mn-lt"/>
                <a:ea typeface="+mn-ea"/>
                <a:cs typeface="+mn-cs"/>
              </a:rPr>
              <a:t>Child abuse, exploitation, or neglect: Constitutes any form of physical abuse; emotional ill-treatment; sexual abuse; neglect or insufficient supervision; trafficking; or commercial, transactional, labor, or other exploitation resulting in actual or potential harm to the child’s health, well-being, survival, development, or dignity. It includes, but is not limited to: any act or failure to act which results in death, serious physical or emotional harm to a child, or an act or failure to act which presents an imminent risk of serious harm to a child. </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Physical abuse: Constitutes acts or failures to act resulting in injury (not necessarily visible), unnecessary or unjustified pain or suffering without causing injury, harm or risk of harm to a child’s health or welfare, or death. Such acts may include, but are not limited to: punching, beating, kicking, biting, shaking, throwing, stabbing, choking, or hitting (regardless of object used), or burning. These acts are considered abuse regardless of whether they were intended to hurt the child.</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Sexual Abuse: Constitutes fondling a child's genitals, penetration, incest, rape, sodomy, indecent exposure, and exploitation through prostitution or the production of pornographic materials.</a:t>
            </a:r>
          </a:p>
          <a:p>
            <a:pPr rtl="0"/>
            <a:endParaRPr lang="en-US" sz="120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Emotional abuse or ill treatment: Constitutes injury to the psychological capacity or emotional stability of the child caused by acts, threats of acts, or coercive tactics. Emotional abuse may include, but is not limited to: humiliation, control, isolation, withholding of information, or any other deliberate activity that makes the child feel diminished or embarrassed.</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Exploitation: Constitutes the abuse of a child where some form of remuneration is involved or whereby the perpetrators benefit in some manner. Exploitation represents a form of coercion and violence that is detrimental to the child’s physical or mental health, development, education, or well-being.</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Neglect: Constitutes failure to provide for a child's basic needs within USAID-funded activities that are responsible for the care of a child in the absence of the child's parent or guardian</a:t>
            </a:r>
            <a:endParaRPr lang="en-US" sz="1600" dirty="0">
              <a:effectLst/>
            </a:endParaRPr>
          </a:p>
          <a:p>
            <a:br>
              <a:rPr lang="en-US" sz="1200" b="0" i="0" kern="1200" dirty="0">
                <a:solidFill>
                  <a:schemeClr val="tx1"/>
                </a:solidFill>
                <a:effectLst/>
                <a:latin typeface="+mn-lt"/>
                <a:ea typeface="+mn-ea"/>
                <a:cs typeface="+mn-cs"/>
              </a:rPr>
            </a:br>
            <a:endPar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821414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a:solidFill>
                  <a:schemeClr val="tx1"/>
                </a:solidFill>
                <a:latin typeface="Segoe UI" panose="020B0502040204020203" pitchFamily="34" charset="0"/>
                <a:ea typeface="Segoe UI" panose="020B0502040204020203" pitchFamily="34" charset="0"/>
                <a:cs typeface="Segoe UI" panose="020B0502040204020203" pitchFamily="34" charset="0"/>
              </a:rPr>
              <a:t>**including, but not limited to, limiting unsupervised interactions with children; prohibiting exposure to pornography; and complying with applicable laws, regulations, or customs regarding the photographing, filming, or other image-generating activities of children;</a:t>
            </a:r>
          </a:p>
          <a:p>
            <a:pPr>
              <a:buClrTx/>
              <a:buFont typeface="Arial" panose="020B0604020202020204" pitchFamily="34" charset="0"/>
              <a:buNone/>
            </a:pPr>
            <a:endParaRPr lang="en-US" sz="15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135315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"Trafficking in persons" shall mean the recruitment, transportation, transfer, </a:t>
            </a:r>
            <a:r>
              <a:rPr lang="en-US" err="1"/>
              <a:t>harbouring</a:t>
            </a:r>
            <a:r>
              <a:rPr lang="en-US"/>
              <a:t> or receipt of persons, by means of the threat or use of force or other forms of coercion, of abduction, of fraud, of deception, of the abuse of power or of a position of vulnerability or of the giving or receiving of payments or benefits to achieve the consent of a person having control over another person, for the purpose of exploitation. Exploitation shall include, at a minimum, the exploitation of the prostitution of others or other forms of sexual exploitation, forced </a:t>
            </a:r>
            <a:r>
              <a:rPr lang="en-US" err="1"/>
              <a:t>labour</a:t>
            </a:r>
            <a:r>
              <a:rPr lang="en-US"/>
              <a:t> or services, slavery or practices similar to slavery, servitude or the removal of organs</a:t>
            </a:r>
          </a:p>
          <a:p>
            <a:endParaRPr lang="en-US"/>
          </a:p>
          <a:p>
            <a:r>
              <a:rPr lang="en-US"/>
              <a:t>https://www.ohchr.org/en/professionalinterest/pages/protocoltraffickinginpersons.aspx </a:t>
            </a:r>
          </a:p>
        </p:txBody>
      </p:sp>
    </p:spTree>
    <p:extLst>
      <p:ext uri="{BB962C8B-B14F-4D97-AF65-F5344CB8AC3E}">
        <p14:creationId xmlns:p14="http://schemas.microsoft.com/office/powerpoint/2010/main" val="36511844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p>
        </p:txBody>
      </p:sp>
    </p:spTree>
    <p:extLst>
      <p:ext uri="{BB962C8B-B14F-4D97-AF65-F5344CB8AC3E}">
        <p14:creationId xmlns:p14="http://schemas.microsoft.com/office/powerpoint/2010/main" val="23902144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unless:</a:t>
            </a:r>
          </a:p>
          <a:p>
            <a:r>
              <a:rPr lang="en-US"/>
              <a:t>a)exempted from the requirement to provide or pay for such return transportation by USAID under this award; or</a:t>
            </a:r>
          </a:p>
          <a:p>
            <a:r>
              <a:rPr lang="en-US"/>
              <a:t>b)the employee is a victim of human trafficking seeking victim services or legal redress in the country of employment or a witness in a human trafficking enforcement action;</a:t>
            </a:r>
          </a:p>
        </p:txBody>
      </p:sp>
    </p:spTree>
    <p:extLst>
      <p:ext uri="{BB962C8B-B14F-4D97-AF65-F5344CB8AC3E}">
        <p14:creationId xmlns:p14="http://schemas.microsoft.com/office/powerpoint/2010/main" val="1618347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11/29/2021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11/29/2021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11/29/2021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11/29/2021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11/29/2021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11/29/2021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11/29/2021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11/29/2021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11/29/2021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87143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8354332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3834229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104682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53608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2081109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26005581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7391259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10123785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840972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a:p>
        </p:txBody>
      </p:sp>
    </p:spTree>
    <p:extLst>
      <p:ext uri="{BB962C8B-B14F-4D97-AF65-F5344CB8AC3E}">
        <p14:creationId xmlns:p14="http://schemas.microsoft.com/office/powerpoint/2010/main" val="3143621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11/29/2021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govinfo.gov/app/details/CFR-2014-title2-vol1/CFR-2014-title2-vol1-sec200-302"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hyperlink" Target="http://www.un.org/sc/committees/1267/aq_sanctions_list.shtml" TargetMode="External"/><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hyperlink" Target="http://www.treasury.gov/resource-center/sanctions/SDN-%20List/Pages/default.aspx" TargetMode="External"/><Relationship Id="rId5" Type="http://schemas.openxmlformats.org/officeDocument/2006/relationships/hyperlink" Target="http://www.sam.gov/" TargetMode="External"/><Relationship Id="rId4" Type="http://schemas.microsoft.com/office/2007/relationships/hdphoto" Target="../media/hdphoto1.wdp"/><Relationship Id="rId9" Type="http://schemas.openxmlformats.org/officeDocument/2006/relationships/hyperlink" Target="https://www.govinfo.gov/app/details/CFR-2016-title2-vol1/CFR-2016-title2-vol1-sec200-21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18.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18.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18.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20.pdf"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hyperlink" Target="https://www.govinfo.gov/content/pkg/CFR-2014-title2-vol1/pdf/CFR-2014-title2-vol1-sec200-320.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hyperlink" Target="https://www.ecfr.gov/cgi-bin/text-idx?SID=2312b40f5181614169488e0699a25e61&amp;mc=true&amp;node=se2.1.200_1216&amp;rgn=div8"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12.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3.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33.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7.xml"/><Relationship Id="rId5" Type="http://schemas.openxmlformats.org/officeDocument/2006/relationships/hyperlink" Target="https://www.govinfo.gov/content/pkg/CFR-2014-title2-vol1/pdf/CFR-2014-title2-vol1-sec200-343.pdf" TargetMode="Externa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part200.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hyperlink" Target="https://www.usaid.gov/sites/default/files/documents/1868/303maa.pdf"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govinfo.gov/content/pkg/CFR-2014-title2-vol1/pdf/CFR-2014-title2-vol1-sec200-303.pdf" TargetMode="External"/><Relationship Id="rId2" Type="http://schemas.openxmlformats.org/officeDocument/2006/relationships/notesSlide" Target="../notesSlides/notesSlide27.xml"/><Relationship Id="rId1" Type="http://schemas.openxmlformats.org/officeDocument/2006/relationships/slideLayout" Target="../slideLayouts/slideLayout18.xml"/><Relationship Id="rId6" Type="http://schemas.openxmlformats.org/officeDocument/2006/relationships/hyperlink" Target="https://www.usaid.gov/sites/default/files/documents/1868/303maa.pdf" TargetMode="External"/><Relationship Id="rId5" Type="http://schemas.openxmlformats.org/officeDocument/2006/relationships/image" Target="../media/image9.png"/><Relationship Id="rId4" Type="http://schemas.openxmlformats.org/officeDocument/2006/relationships/hyperlink" Target="https://undocs.org/ST/SGB/2003/13"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hyperlink" Target="https://www.usaid.gov/sites/default/files/documents/1868/303maa.pdf"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hyperlink" Target="https://www.usaid.gov/sites/default/files/documents/1868/303maa.pdf"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6.xml"/><Relationship Id="rId4" Type="http://schemas.openxmlformats.org/officeDocument/2006/relationships/hyperlink" Target="https://www.usaid.gov/sites/default/files/documents/1868/303maa.pdf"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hyperlink" Target="https://www.usaid.gov/sites/default/files/documents/1868/303maa.pdf"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7.xml"/><Relationship Id="rId4" Type="http://schemas.openxmlformats.org/officeDocument/2006/relationships/hyperlink" Target="https://www.usaid.gov/sites/default/files/documents/303.pdf"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7.xml"/><Relationship Id="rId4" Type="http://schemas.openxmlformats.org/officeDocument/2006/relationships/hyperlink" Target="https://www.usaid.gov/sites/default/files/documents/303.pdf"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7.xml"/><Relationship Id="rId4" Type="http://schemas.openxmlformats.org/officeDocument/2006/relationships/hyperlink" Target="https://www.usaid.gov/sites/default/files/documents/303.pdf"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5.xml"/><Relationship Id="rId1" Type="http://schemas.openxmlformats.org/officeDocument/2006/relationships/slideLayout" Target="../slideLayouts/slideLayout26.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667456" y="1159329"/>
            <a:ext cx="6159173" cy="2435323"/>
          </a:xfrm>
          <a:prstGeom prst="rect">
            <a:avLst/>
          </a:prstGeom>
        </p:spPr>
        <p:txBody>
          <a:bodyPr spcFirstLastPara="1" wrap="square" lIns="91425" tIns="91425" rIns="91425" bIns="91425" anchor="b" anchorCtr="0">
            <a:noAutofit/>
          </a:bodyPr>
          <a:lstStyle/>
          <a:p>
            <a:r>
              <a:rPr lang="en-US" sz="4800">
                <a:solidFill>
                  <a:schemeClr val="bg1"/>
                </a:solidFill>
                <a:latin typeface="Segoe UI" pitchFamily="34" charset="0"/>
                <a:ea typeface="Segoe UI" pitchFamily="34" charset="0"/>
                <a:cs typeface="Segoe UI" pitchFamily="34" charset="0"/>
              </a:rPr>
              <a:t>Federal Rules and Regulations:</a:t>
            </a:r>
            <a:br>
              <a:rPr lang="en-US" sz="4800">
                <a:solidFill>
                  <a:schemeClr val="bg1"/>
                </a:solidFill>
                <a:latin typeface="Segoe UI" pitchFamily="34" charset="0"/>
                <a:ea typeface="Segoe UI" pitchFamily="34" charset="0"/>
                <a:cs typeface="Segoe UI" pitchFamily="34" charset="0"/>
              </a:rPr>
            </a:br>
            <a:endParaRPr/>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320006"/>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959226" y="2971800"/>
            <a:ext cx="5867400" cy="400110"/>
          </a:xfrm>
          <a:prstGeom prst="rect">
            <a:avLst/>
          </a:prstGeom>
        </p:spPr>
        <p:txBody>
          <a:bodyPr wrap="square">
            <a:spAutoFit/>
          </a:bodyPr>
          <a:lstStyle/>
          <a:p>
            <a:pPr algn="r"/>
            <a:r>
              <a:rPr lang="en-US" sz="2000">
                <a:solidFill>
                  <a:schemeClr val="bg1"/>
                </a:solidFill>
                <a:latin typeface="Segoe UI" panose="020B0502040204020203" pitchFamily="34" charset="0"/>
                <a:ea typeface="Segoe UI" panose="020B0502040204020203" pitchFamily="34" charset="0"/>
                <a:cs typeface="Segoe UI" panose="020B0502040204020203" pitchFamily="34" charset="0"/>
              </a:rPr>
              <a:t>The new Code of Federal Regulations (2 CFR 200)</a:t>
            </a:r>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94;p18">
            <a:extLst>
              <a:ext uri="{FF2B5EF4-FFF2-40B4-BE49-F238E27FC236}">
                <a16:creationId xmlns:a16="http://schemas.microsoft.com/office/drawing/2014/main" id="{A5FDB14D-E8C7-4F65-BDFE-656596EC44C2}"/>
              </a:ext>
            </a:extLst>
          </p:cNvPr>
          <p:cNvSpPr txBox="1">
            <a:spLocks noGrp="1"/>
          </p:cNvSpPr>
          <p:nvPr>
            <p:ph type="title"/>
          </p:nvPr>
        </p:nvSpPr>
        <p:spPr>
          <a:xfrm>
            <a:off x="228600" y="142875"/>
            <a:ext cx="5791200" cy="1217060"/>
          </a:xfrm>
          <a:prstGeom prst="rect">
            <a:avLst/>
          </a:prstGeom>
        </p:spPr>
        <p:txBody>
          <a:bodyPr spcFirstLastPara="1" wrap="square" lIns="91425" tIns="91425" rIns="91425" bIns="91425" anchor="b" anchorCtr="0">
            <a:noAutofit/>
          </a:bodyPr>
          <a:lstStyle/>
          <a:p>
            <a:pPr lvl="0" algn="l"/>
            <a:r>
              <a:rPr lang="en-US" sz="3600">
                <a:latin typeface="Segoe UI" pitchFamily="34" charset="0"/>
                <a:ea typeface="Segoe UI" pitchFamily="34" charset="0"/>
                <a:cs typeface="Segoe UI" pitchFamily="34" charset="0"/>
              </a:rPr>
              <a:t>OMB Uniform Guidance</a:t>
            </a:r>
            <a:br>
              <a:rPr lang="en-US" sz="3600">
                <a:latin typeface="Segoe UI" pitchFamily="34" charset="0"/>
                <a:ea typeface="Segoe UI" pitchFamily="34" charset="0"/>
                <a:cs typeface="Segoe UI" pitchFamily="34" charset="0"/>
              </a:rPr>
            </a:br>
            <a:r>
              <a:rPr lang="en-US" sz="3600">
                <a:latin typeface="Segoe UI" pitchFamily="34" charset="0"/>
                <a:ea typeface="Segoe UI" pitchFamily="34" charset="0"/>
                <a:cs typeface="Segoe UI" pitchFamily="34" charset="0"/>
              </a:rPr>
              <a:t>2 CFR 200</a:t>
            </a:r>
            <a:endParaRPr sz="3600"/>
          </a:p>
        </p:txBody>
      </p:sp>
      <p:sp>
        <p:nvSpPr>
          <p:cNvPr id="8" name="Google Shape;95;p18">
            <a:extLst>
              <a:ext uri="{FF2B5EF4-FFF2-40B4-BE49-F238E27FC236}">
                <a16:creationId xmlns:a16="http://schemas.microsoft.com/office/drawing/2014/main" id="{32EA02CE-9837-4204-85DD-912C05CE0257}"/>
              </a:ext>
            </a:extLst>
          </p:cNvPr>
          <p:cNvSpPr txBox="1">
            <a:spLocks noGrp="1"/>
          </p:cNvSpPr>
          <p:nvPr>
            <p:ph type="body" idx="1"/>
          </p:nvPr>
        </p:nvSpPr>
        <p:spPr>
          <a:xfrm>
            <a:off x="228600" y="1357313"/>
            <a:ext cx="6172200" cy="3546612"/>
          </a:xfrm>
          <a:prstGeom prst="rect">
            <a:avLst/>
          </a:prstGeom>
        </p:spPr>
        <p:txBody>
          <a:bodyPr spcFirstLastPara="1" wrap="square" lIns="91425" tIns="91425" rIns="91425" bIns="91425" anchor="t" anchorCtr="0">
            <a:noAutofit/>
          </a:bodyPr>
          <a:lstStyle/>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Effective for awards/contracts given on or after December 26, 2014*</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Replaces previous (8) OMB Circulars (i.e. A-133 Audit Requirement) </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Streamlines guidance on Administrative Requirements, Cost Principles, &amp; Audit Requirements for Federal awards</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Lessens administrative burden, while protecting against waste, fraud, and abuse of federal money (Single Audit) </a:t>
            </a:r>
          </a:p>
          <a:p>
            <a:pPr marL="114300" indent="0">
              <a:spcBef>
                <a:spcPts val="300"/>
              </a:spcBef>
              <a:buNone/>
            </a:pPr>
            <a:endParaRPr lang="en-US" sz="800" dirty="0">
              <a:latin typeface="Segoe UI" panose="020B0502040204020203" pitchFamily="34" charset="0"/>
              <a:ea typeface="Segoe UI" panose="020B0502040204020203" pitchFamily="34" charset="0"/>
              <a:cs typeface="Segoe UI" panose="020B0502040204020203" pitchFamily="34" charset="0"/>
            </a:endParaRPr>
          </a:p>
          <a:p>
            <a:pPr marL="285750" indent="-285750">
              <a:spcBef>
                <a:spcPts val="300"/>
              </a:spcBef>
              <a:buFont typeface="Arial" pitchFamily="34" charset="0"/>
              <a:buChar char="•"/>
            </a:pPr>
            <a:r>
              <a:rPr lang="en-US" sz="1700" dirty="0">
                <a:latin typeface="Segoe UI" panose="020B0502040204020203" pitchFamily="34" charset="0"/>
                <a:ea typeface="Segoe UI" panose="020B0502040204020203" pitchFamily="34" charset="0"/>
                <a:cs typeface="Segoe UI" panose="020B0502040204020203" pitchFamily="34" charset="0"/>
              </a:rPr>
              <a:t>More consistent and transparent treatment of costs across agencies (Direct vs. Indirect Costs)</a:t>
            </a:r>
          </a:p>
          <a:p>
            <a:pPr marL="114300" lvl="0" indent="0" algn="l" rtl="0">
              <a:spcBef>
                <a:spcPts val="1200"/>
              </a:spcBef>
              <a:spcAft>
                <a:spcPts val="0"/>
              </a:spcAft>
              <a:buSzPts val="1800"/>
              <a:buNone/>
            </a:pPr>
            <a:endParaRPr lang="en-US" sz="1400" dirty="0"/>
          </a:p>
        </p:txBody>
      </p:sp>
    </p:spTree>
    <p:extLst>
      <p:ext uri="{BB962C8B-B14F-4D97-AF65-F5344CB8AC3E}">
        <p14:creationId xmlns:p14="http://schemas.microsoft.com/office/powerpoint/2010/main" val="637105166"/>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457200" y="285750"/>
            <a:ext cx="5511300" cy="857400"/>
          </a:xfrm>
          <a:prstGeom prst="rect">
            <a:avLst/>
          </a:prstGeom>
        </p:spPr>
        <p:txBody>
          <a:bodyPr spcFirstLastPara="1" wrap="square" lIns="91425" tIns="91425" rIns="91425" bIns="91425" anchor="b" anchorCtr="0">
            <a:noAutofit/>
          </a:bodyPr>
          <a:lstStyle/>
          <a:p>
            <a:pPr lvl="0" algn="l"/>
            <a:r>
              <a:rPr lang="en-US" sz="3600">
                <a:latin typeface="Segoe UI" pitchFamily="34" charset="0"/>
                <a:ea typeface="Segoe UI" pitchFamily="34" charset="0"/>
                <a:cs typeface="Segoe UI" pitchFamily="34" charset="0"/>
              </a:rPr>
              <a:t>UG Contents</a:t>
            </a:r>
            <a:endParaRPr sz="3600"/>
          </a:p>
        </p:txBody>
      </p:sp>
      <p:sp>
        <p:nvSpPr>
          <p:cNvPr id="67" name="Google Shape;67;p14"/>
          <p:cNvSpPr txBox="1">
            <a:spLocks noGrp="1"/>
          </p:cNvSpPr>
          <p:nvPr>
            <p:ph type="body" idx="1"/>
          </p:nvPr>
        </p:nvSpPr>
        <p:spPr>
          <a:xfrm>
            <a:off x="304800" y="1143000"/>
            <a:ext cx="5096776" cy="3825810"/>
          </a:xfrm>
          <a:prstGeom prst="rect">
            <a:avLst/>
          </a:prstGeom>
        </p:spPr>
        <p:txBody>
          <a:bodyPr spcFirstLastPara="1" wrap="square" lIns="91425" tIns="91425" rIns="91425" bIns="91425" anchor="t" anchorCtr="0">
            <a:noAutofit/>
          </a:bodyPr>
          <a:lstStyle/>
          <a:p>
            <a:pPr>
              <a:lnSpc>
                <a:spcPct val="150000"/>
              </a:lnSpc>
              <a:buFont typeface="Arial" panose="020B0604020202020204" pitchFamily="34" charset="0"/>
              <a:buChar char="•"/>
            </a:pPr>
            <a:r>
              <a:rPr lang="en-US" sz="1700">
                <a:latin typeface="Segoe UI" panose="020B0502040204020203" pitchFamily="34" charset="0"/>
                <a:ea typeface="Segoe UI" panose="020B0502040204020203" pitchFamily="34" charset="0"/>
                <a:cs typeface="Segoe UI" panose="020B0502040204020203" pitchFamily="34" charset="0"/>
              </a:rPr>
              <a:t>Subpart A – Acronyms and Definitions</a:t>
            </a:r>
          </a:p>
          <a:p>
            <a:pPr>
              <a:lnSpc>
                <a:spcPct val="150000"/>
              </a:lnSpc>
              <a:buFont typeface="Arial" panose="020B0604020202020204" pitchFamily="34" charset="0"/>
              <a:buChar char="•"/>
            </a:pPr>
            <a:r>
              <a:rPr lang="en-US" sz="1700">
                <a:latin typeface="Segoe UI" panose="020B0502040204020203" pitchFamily="34" charset="0"/>
                <a:ea typeface="Segoe UI" panose="020B0502040204020203" pitchFamily="34" charset="0"/>
                <a:cs typeface="Segoe UI" panose="020B0502040204020203" pitchFamily="34" charset="0"/>
              </a:rPr>
              <a:t>Subpart B – General Provisions</a:t>
            </a:r>
          </a:p>
          <a:p>
            <a:pPr>
              <a:lnSpc>
                <a:spcPct val="150000"/>
              </a:lnSpc>
              <a:buFont typeface="Arial" panose="020B0604020202020204" pitchFamily="34" charset="0"/>
              <a:buChar char="•"/>
            </a:pPr>
            <a:r>
              <a:rPr lang="en-US" sz="1700">
                <a:latin typeface="Segoe UI" panose="020B0502040204020203" pitchFamily="34" charset="0"/>
                <a:ea typeface="Segoe UI" panose="020B0502040204020203" pitchFamily="34" charset="0"/>
                <a:cs typeface="Segoe UI" panose="020B0502040204020203" pitchFamily="34" charset="0"/>
              </a:rPr>
              <a:t>Subpart C – Pre-Award Requirements </a:t>
            </a:r>
          </a:p>
          <a:p>
            <a:pPr>
              <a:lnSpc>
                <a:spcPct val="150000"/>
              </a:lnSpc>
              <a:buFont typeface="Arial" panose="020B0604020202020204" pitchFamily="34" charset="0"/>
              <a:buChar char="•"/>
            </a:pPr>
            <a:r>
              <a:rPr lang="en-US" sz="1700">
                <a:latin typeface="Segoe UI" panose="020B0502040204020203" pitchFamily="34" charset="0"/>
                <a:ea typeface="Segoe UI" panose="020B0502040204020203" pitchFamily="34" charset="0"/>
                <a:cs typeface="Segoe UI" panose="020B0502040204020203" pitchFamily="34" charset="0"/>
              </a:rPr>
              <a:t>Subpart D – Post-Award Requirements </a:t>
            </a:r>
          </a:p>
          <a:p>
            <a:pPr>
              <a:lnSpc>
                <a:spcPct val="150000"/>
              </a:lnSpc>
              <a:buFont typeface="Arial" panose="020B0604020202020204" pitchFamily="34" charset="0"/>
              <a:buChar char="•"/>
            </a:pPr>
            <a:r>
              <a:rPr lang="en-US" sz="1700">
                <a:latin typeface="Segoe UI" panose="020B0502040204020203" pitchFamily="34" charset="0"/>
                <a:ea typeface="Segoe UI" panose="020B0502040204020203" pitchFamily="34" charset="0"/>
                <a:cs typeface="Segoe UI" panose="020B0502040204020203" pitchFamily="34" charset="0"/>
              </a:rPr>
              <a:t>Subpart E – Cost Principles </a:t>
            </a:r>
          </a:p>
          <a:p>
            <a:pPr>
              <a:lnSpc>
                <a:spcPct val="150000"/>
              </a:lnSpc>
              <a:buFont typeface="Arial" panose="020B0604020202020204" pitchFamily="34" charset="0"/>
              <a:buChar char="•"/>
            </a:pPr>
            <a:r>
              <a:rPr lang="en-US" sz="1700">
                <a:latin typeface="Segoe UI" panose="020B0502040204020203" pitchFamily="34" charset="0"/>
                <a:ea typeface="Segoe UI" panose="020B0502040204020203" pitchFamily="34" charset="0"/>
                <a:cs typeface="Segoe UI" panose="020B0502040204020203" pitchFamily="34" charset="0"/>
              </a:rPr>
              <a:t>Subpart F – Audit Requirements </a:t>
            </a:r>
          </a:p>
          <a:p>
            <a:pPr marL="0" indent="0">
              <a:buClr>
                <a:schemeClr val="dk1"/>
              </a:buClr>
              <a:buSzPts val="1100"/>
              <a:buNone/>
            </a:pPr>
            <a:endParaRPr lang="en" sz="1400" b="1"/>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46077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Administrative Requirements</a:t>
            </a:r>
            <a:endParaRPr sz="400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Grantee System Standards</a:t>
            </a:r>
            <a:endParaRPr sz="3600">
              <a:solidFill>
                <a:schemeClr val="tx1"/>
              </a:solidFill>
            </a:endParaRPr>
          </a:p>
        </p:txBody>
      </p:sp>
      <p:sp>
        <p:nvSpPr>
          <p:cNvPr id="95" name="Google Shape;95;p18"/>
          <p:cNvSpPr txBox="1">
            <a:spLocks noGrp="1"/>
          </p:cNvSpPr>
          <p:nvPr>
            <p:ph type="body" idx="1"/>
          </p:nvPr>
        </p:nvSpPr>
        <p:spPr>
          <a:xfrm>
            <a:off x="304800" y="1519803"/>
            <a:ext cx="55113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Recipient can use own financial management system and procurement standards, as long as they meet minimum USG standards</a:t>
            </a:r>
          </a:p>
          <a:p>
            <a:pPr marL="114300" indent="0">
              <a:lnSpc>
                <a:spcPts val="2300"/>
              </a:lnSpc>
              <a:spcBef>
                <a:spcPts val="0"/>
              </a:spcBef>
              <a:buClrTx/>
              <a:buNone/>
            </a:pPr>
            <a:endParaRPr lang="en-US" sz="8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Must be consistent and uniform throughout organization</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Financial Management System</a:t>
            </a:r>
            <a:endParaRPr sz="360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Identification, in accounts, of all Federal awards received &amp; expended and the Fed programs under which they were received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accurate, current, and complete disclosure of financial results of each federal award or program</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Maintain records documenting the source and application of funds for federally-funded activities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effective internal controls and accountability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Provide comparison of expenditures with budget amounts for each federal award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written procedures: (1) to implement payment requirements; (2) determining allowability of costs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200.302-2</a:t>
            </a:r>
            <a:endParaRPr lang="en-US" dirty="0">
              <a:solidFill>
                <a:schemeClr val="bg1"/>
              </a:solidFill>
            </a:endParaRP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0"/>
                    </a14:imgEffect>
                  </a14:imgLayer>
                </a14:imgProps>
              </a:ext>
            </a:extLst>
          </a:blip>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Suspension &amp; Debarment </a:t>
            </a:r>
            <a:endParaRPr sz="360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342900" lvl="0" indent="-342900">
              <a:spcBef>
                <a:spcPts val="0"/>
              </a:spcBef>
              <a:buClrTx/>
              <a:buSzPct val="106000"/>
              <a:buFont typeface="Arial" panose="020B0604020202020204" pitchFamily="34" charset="0"/>
              <a:buChar char="•"/>
            </a:pP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transact or conduct business under award with any individual or entity that has an active exclusion on the </a:t>
            </a: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System for Award Management</a:t>
            </a: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rPr>
              <a:t>.* List contains those individuals and entities that the U.S. Government has suspended or debarred based on misconduct or determination by the U.S. Government that the person or entity cannot be trusted to safeguard U.S. Government funds</a:t>
            </a:r>
          </a:p>
          <a:p>
            <a:pPr marL="0" lvl="0" indent="0">
              <a:spcBef>
                <a:spcPts val="0"/>
              </a:spcBef>
              <a:buClrTx/>
              <a:buSzPct val="106000"/>
              <a:buNone/>
            </a:pPr>
            <a:endPar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engage in transactions with, or provide resources or support to, individuals and organizations associated with terrorism including those individuals or entities that appear on the </a:t>
            </a: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Specially Designated Nationals and Blocked Persons List </a:t>
            </a: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rPr>
              <a:t>maintained by the U.S. Treasury or the </a:t>
            </a: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United Nations Security designation list</a:t>
            </a: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rPr>
              <a:t> </a:t>
            </a:r>
          </a:p>
          <a:p>
            <a:pPr marL="342900" lvl="0" indent="-342900">
              <a:spcBef>
                <a:spcPts val="0"/>
              </a:spcBef>
              <a:buClrTx/>
              <a:buSzPct val="106000"/>
              <a:buFont typeface="Arial" panose="020B0604020202020204" pitchFamily="34" charset="0"/>
              <a:buChar char="•"/>
            </a:pPr>
            <a:endPar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a:solidFill>
                  <a:prstClr val="black"/>
                </a:solidFill>
                <a:latin typeface="Segoe UI" panose="020B0502040204020203" pitchFamily="34" charset="0"/>
                <a:ea typeface="Segoe UI" panose="020B0502040204020203" pitchFamily="34" charset="0"/>
                <a:cs typeface="Segoe UI" panose="020B0502040204020203" pitchFamily="34" charset="0"/>
              </a:rPr>
              <a:t>Recipient should conduct screenings on any person or entity receiving federal funding to ensure compliance with the above – follow internal policy and database</a:t>
            </a:r>
          </a:p>
          <a:p>
            <a:pPr marL="0" lvl="0" indent="0" algn="l" rtl="0">
              <a:spcBef>
                <a:spcPts val="600"/>
              </a:spcBef>
              <a:spcAft>
                <a:spcPts val="0"/>
              </a:spcAft>
              <a:buNone/>
            </a:pPr>
            <a:endParaRPr lang="en-US" sz="1400" b="1"/>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bg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9">
                  <a:extLst>
                    <a:ext uri="{A12FA001-AC4F-418D-AE19-62706E023703}">
                      <ahyp:hlinkClr xmlns:ahyp="http://schemas.microsoft.com/office/drawing/2018/hyperlinkcolor" val="tx"/>
                    </a:ext>
                  </a:extLst>
                </a:hlinkClick>
              </a:rPr>
              <a:t>2 CFR 200.213</a:t>
            </a:r>
            <a:endParaRPr lang="en-US">
              <a:solidFill>
                <a:schemeClr val="bg1"/>
              </a:solidFill>
            </a:endParaRPr>
          </a:p>
        </p:txBody>
      </p:sp>
    </p:spTree>
    <p:extLst>
      <p:ext uri="{BB962C8B-B14F-4D97-AF65-F5344CB8AC3E}">
        <p14:creationId xmlns:p14="http://schemas.microsoft.com/office/powerpoint/2010/main" val="192273026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Procurement</a:t>
            </a:r>
            <a:endParaRPr sz="360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The process of obtaining goods, supplies, and services in a way that prevents conflict of interest and facilitates open and free competition</a:t>
            </a:r>
          </a:p>
          <a:p>
            <a:pPr marL="0" indent="0">
              <a:lnSpc>
                <a:spcPct val="150000"/>
              </a:lnSpc>
              <a:buNone/>
            </a:pPr>
            <a:endParaRPr lang="en-US" sz="1000" b="1"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POA Field Offices: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Any acquisition of goods, activities, or services in the field that are valued at $XX will </a:t>
            </a:r>
            <a:r>
              <a:rPr lang="en-US" sz="1800" u="sng" dirty="0">
                <a:solidFill>
                  <a:schemeClr val="tx1"/>
                </a:solidFill>
                <a:latin typeface="Segoe UI" panose="020B0502040204020203" pitchFamily="34" charset="0"/>
                <a:ea typeface="Segoe UI" panose="020B0502040204020203" pitchFamily="34" charset="0"/>
                <a:cs typeface="Segoe UI" panose="020B0502040204020203" pitchFamily="34" charset="0"/>
              </a:rPr>
              <a:t>require</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 procurement. The amount depends on the field office. </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200.317-25</a:t>
            </a:r>
            <a:endParaRPr lang="en-US">
              <a:solidFill>
                <a:schemeClr val="bg1"/>
              </a:solidFill>
            </a:endParaRPr>
          </a:p>
        </p:txBody>
      </p:sp>
    </p:spTree>
    <p:extLst>
      <p:ext uri="{BB962C8B-B14F-4D97-AF65-F5344CB8AC3E}">
        <p14:creationId xmlns:p14="http://schemas.microsoft.com/office/powerpoint/2010/main" val="3368432275"/>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155448" y="1354455"/>
            <a:ext cx="6702552" cy="3429000"/>
          </a:xfrm>
          <a:prstGeom prst="rect">
            <a:avLst/>
          </a:prstGeom>
        </p:spPr>
        <p:txBody>
          <a:bodyPr spcFirstLastPara="1" wrap="square" lIns="91425" tIns="91425" rIns="91425" bIns="91425" anchor="t" anchorCtr="0">
            <a:noAutofit/>
          </a:bodyPr>
          <a:lstStyle/>
          <a:p>
            <a:pPr marL="0" indent="0">
              <a:buNone/>
            </a:pP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Basic</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Requirements:</a:t>
            </a:r>
          </a:p>
          <a:p>
            <a:pPr marL="742950" lvl="1" indent="-285750">
              <a:spcAft>
                <a:spcPts val="6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Detailed record of history of procurement</a:t>
            </a:r>
          </a:p>
          <a:p>
            <a:pPr marL="1200150" lvl="2" indent="-285750">
              <a:spcAft>
                <a:spcPts val="600"/>
              </a:spcAft>
              <a:buClrTx/>
              <a:buSzPct val="106000"/>
              <a:buFont typeface="Arial" panose="020B0604020202020204" pitchFamily="34" charset="0"/>
              <a:buChar char="•"/>
            </a:pPr>
            <a:r>
              <a:rPr lang="en-US" sz="1400">
                <a:solidFill>
                  <a:schemeClr val="accent6">
                    <a:lumMod val="75000"/>
                  </a:schemeClr>
                </a:solidFill>
                <a:latin typeface="Segoe UI" panose="020B0502040204020203" pitchFamily="34" charset="0"/>
                <a:cs typeface="Segoe UI" panose="020B0502040204020203" pitchFamily="34" charset="0"/>
              </a:rPr>
              <a:t>Rationale for procurement method</a:t>
            </a:r>
          </a:p>
          <a:p>
            <a:pPr marL="1200150" lvl="2" indent="-285750">
              <a:spcAft>
                <a:spcPts val="600"/>
              </a:spcAft>
              <a:buClrTx/>
              <a:buSzPct val="106000"/>
              <a:buFont typeface="Arial" panose="020B0604020202020204" pitchFamily="34" charset="0"/>
              <a:buChar char="•"/>
            </a:pPr>
            <a:r>
              <a:rPr lang="en-US" sz="1400">
                <a:solidFill>
                  <a:schemeClr val="accent6">
                    <a:lumMod val="75000"/>
                  </a:schemeClr>
                </a:solidFill>
                <a:latin typeface="Segoe UI" panose="020B0502040204020203" pitchFamily="34" charset="0"/>
                <a:cs typeface="Segoe UI" panose="020B0502040204020203" pitchFamily="34" charset="0"/>
              </a:rPr>
              <a:t>Contract type selection</a:t>
            </a:r>
          </a:p>
          <a:p>
            <a:pPr marL="1200150" lvl="2" indent="-285750">
              <a:spcAft>
                <a:spcPts val="600"/>
              </a:spcAft>
              <a:buClrTx/>
              <a:buSzPct val="106000"/>
              <a:buFont typeface="Arial" panose="020B0604020202020204" pitchFamily="34" charset="0"/>
              <a:buChar char="•"/>
            </a:pPr>
            <a:r>
              <a:rPr lang="en-US" sz="1400">
                <a:solidFill>
                  <a:schemeClr val="accent6">
                    <a:lumMod val="75000"/>
                  </a:schemeClr>
                </a:solidFill>
                <a:latin typeface="Segoe UI" panose="020B0502040204020203" pitchFamily="34" charset="0"/>
                <a:cs typeface="Segoe UI" panose="020B0502040204020203" pitchFamily="34" charset="0"/>
              </a:rPr>
              <a:t>Contractor selection/rejection </a:t>
            </a:r>
          </a:p>
          <a:p>
            <a:pPr marL="1200150" lvl="2" indent="-285750">
              <a:spcAft>
                <a:spcPts val="600"/>
              </a:spcAft>
              <a:buClrTx/>
              <a:buSzPct val="106000"/>
              <a:buFont typeface="Arial" panose="020B0604020202020204" pitchFamily="34" charset="0"/>
              <a:buChar char="•"/>
            </a:pPr>
            <a:r>
              <a:rPr lang="en-US" sz="1400">
                <a:solidFill>
                  <a:schemeClr val="accent6">
                    <a:lumMod val="75000"/>
                  </a:schemeClr>
                </a:solidFill>
                <a:latin typeface="Segoe UI" panose="020B0502040204020203" pitchFamily="34" charset="0"/>
                <a:cs typeface="Segoe UI" panose="020B0502040204020203" pitchFamily="34" charset="0"/>
              </a:rPr>
              <a:t>Cost and price analysis to determine price </a:t>
            </a:r>
          </a:p>
          <a:p>
            <a:pPr marL="742950" lvl="1" indent="-285750">
              <a:spcAft>
                <a:spcPts val="12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Oversight of contractors to ensure compliance</a:t>
            </a:r>
          </a:p>
          <a:p>
            <a:pPr marL="742950" lvl="1" indent="-285750">
              <a:spcAft>
                <a:spcPts val="12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Avoid unnecessary or duplicative purchases</a:t>
            </a:r>
          </a:p>
          <a:p>
            <a:pPr marL="742950" lvl="1" indent="-285750">
              <a:spcAft>
                <a:spcPts val="12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Written standards of conduct to avoid conflicts of interest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Procurement</a:t>
            </a:r>
            <a:endParaRPr lang="en-US" sz="3600" kern="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200.317-25</a:t>
            </a:r>
            <a:endParaRPr lang="en-US"/>
          </a:p>
        </p:txBody>
      </p:sp>
    </p:spTree>
    <p:extLst>
      <p:ext uri="{BB962C8B-B14F-4D97-AF65-F5344CB8AC3E}">
        <p14:creationId xmlns:p14="http://schemas.microsoft.com/office/powerpoint/2010/main" val="250252538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91440" y="1285875"/>
            <a:ext cx="6521570" cy="35975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Full and open competition without any unfair advantage</a:t>
            </a:r>
          </a:p>
          <a:p>
            <a:pPr>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Written procedures for procurement transactions</a:t>
            </a:r>
          </a:p>
          <a:p>
            <a:pPr>
              <a:spcBef>
                <a:spcPts val="0"/>
              </a:spcBef>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Situations considered to be restrictive of competition:</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Unreasonable requirements on firms to qualify</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Requiring unnecessary experience or bonding</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pricing practices </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contracts to consultants on retainers</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Organizational conflicts of interest</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Specifying only a “brand name” product </a:t>
            </a:r>
          </a:p>
          <a:p>
            <a:pPr lvl="1">
              <a:lnSpc>
                <a:spcPct val="150000"/>
              </a:lnSpc>
              <a:buClrTx/>
              <a:buFont typeface="Lao UI" panose="020B0502040204020203"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Any arbitrary action in the procurement process</a:t>
            </a:r>
          </a:p>
          <a:p>
            <a:pPr marL="0" lvl="0" indent="0" algn="l" rtl="0">
              <a:spcBef>
                <a:spcPts val="600"/>
              </a:spcBef>
              <a:spcAft>
                <a:spcPts val="0"/>
              </a:spcAft>
              <a:buNone/>
            </a:pPr>
            <a:endParaRPr lang="en-US" sz="1400" b="1"/>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200.317-25</a:t>
            </a:r>
            <a:endParaRPr lang="en-US"/>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Competition</a:t>
            </a:r>
            <a:endParaRPr lang="en-US" sz="3600" kern="0">
              <a:solidFill>
                <a:schemeClr val="tx1"/>
              </a:solidFill>
            </a:endParaRPr>
          </a:p>
        </p:txBody>
      </p:sp>
    </p:spTree>
    <p:extLst>
      <p:ext uri="{BB962C8B-B14F-4D97-AF65-F5344CB8AC3E}">
        <p14:creationId xmlns:p14="http://schemas.microsoft.com/office/powerpoint/2010/main" val="97309803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lnSpc>
                <a:spcPct val="200000"/>
              </a:lnSpc>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Micro-purchase threshold </a:t>
            </a:r>
            <a:r>
              <a:rPr lang="en-US" sz="1500">
                <a:solidFill>
                  <a:schemeClr val="accent6">
                    <a:lumMod val="75000"/>
                  </a:schemeClr>
                </a:solidFill>
                <a:latin typeface="Segoe UI" panose="020B0502040204020203" pitchFamily="34" charset="0"/>
                <a:cs typeface="Segoe UI" panose="020B0502040204020203" pitchFamily="34" charset="0"/>
              </a:rPr>
              <a:t>(2 CFR 200.67)</a:t>
            </a:r>
          </a:p>
          <a:p>
            <a:pPr>
              <a:lnSpc>
                <a:spcPct val="200000"/>
              </a:lnSpc>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Small purchase procedures contracts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sym typeface="Wingdings" panose="05000000000000000000" pitchFamily="2" charset="2"/>
              </a:rPr>
              <a:t> </a:t>
            </a:r>
            <a:r>
              <a:rPr lang="en-US" sz="1500">
                <a:solidFill>
                  <a:schemeClr val="accent6">
                    <a:lumMod val="75000"/>
                  </a:schemeClr>
                </a:solidFill>
                <a:latin typeface="Segoe UI" panose="020B0502040204020203" pitchFamily="34" charset="0"/>
                <a:cs typeface="Segoe UI" panose="020B0502040204020203" pitchFamily="34" charset="0"/>
                <a:sym typeface="Wingdings" panose="05000000000000000000" pitchFamily="2" charset="2"/>
              </a:rPr>
              <a:t>(generally 3 bids) </a:t>
            </a:r>
            <a:endParaRPr lang="en-US" sz="1500">
              <a:solidFill>
                <a:schemeClr val="accent6">
                  <a:lumMod val="75000"/>
                </a:schemeClr>
              </a:solidFill>
              <a:latin typeface="Segoe UI" panose="020B0502040204020203" pitchFamily="34" charset="0"/>
              <a:cs typeface="Segoe UI" panose="020B0502040204020203" pitchFamily="34" charset="0"/>
            </a:endParaRPr>
          </a:p>
          <a:p>
            <a:pPr>
              <a:lnSpc>
                <a:spcPct val="200000"/>
              </a:lnSpc>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Sealed Bids </a:t>
            </a:r>
            <a:r>
              <a:rPr lang="en-US" sz="1500">
                <a:solidFill>
                  <a:schemeClr val="accent6">
                    <a:lumMod val="75000"/>
                  </a:schemeClr>
                </a:solidFill>
                <a:latin typeface="Segoe UI" panose="020B0502040204020203" pitchFamily="34" charset="0"/>
                <a:cs typeface="Segoe UI" panose="020B0502040204020203" pitchFamily="34" charset="0"/>
              </a:rPr>
              <a:t>(firm fixed price contract)</a:t>
            </a:r>
          </a:p>
          <a:p>
            <a:pPr>
              <a:lnSpc>
                <a:spcPct val="200000"/>
              </a:lnSpc>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Competitive Proposals </a:t>
            </a:r>
            <a:r>
              <a:rPr lang="en-US" sz="1500">
                <a:solidFill>
                  <a:schemeClr val="accent6">
                    <a:lumMod val="75000"/>
                  </a:schemeClr>
                </a:solidFill>
                <a:latin typeface="Segoe UI" panose="020B0502040204020203" pitchFamily="34" charset="0"/>
                <a:cs typeface="Segoe UI" panose="020B0502040204020203" pitchFamily="34" charset="0"/>
              </a:rPr>
              <a:t>(fixed price or cost-reimbursement)</a:t>
            </a:r>
          </a:p>
          <a:p>
            <a:pPr>
              <a:lnSpc>
                <a:spcPct val="200000"/>
              </a:lnSpc>
              <a:spcBef>
                <a:spcPts val="0"/>
              </a:spcBef>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Non-competitive Proposals </a:t>
            </a:r>
            <a:r>
              <a:rPr lang="en-US" sz="1500">
                <a:solidFill>
                  <a:schemeClr val="accent6">
                    <a:lumMod val="75000"/>
                  </a:schemeClr>
                </a:solidFill>
                <a:latin typeface="Segoe UI" panose="020B0502040204020203" pitchFamily="34" charset="0"/>
                <a:cs typeface="Segoe UI" panose="020B0502040204020203" pitchFamily="34" charset="0"/>
              </a:rPr>
              <a:t>(need to justify no competition)</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Methods of Procurement</a:t>
            </a:r>
            <a:endParaRPr lang="en-US" sz="3600" kern="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200.320</a:t>
            </a:r>
            <a:endParaRPr lang="en-US">
              <a:solidFill>
                <a:schemeClr val="bg1"/>
              </a:solidFill>
            </a:endParaRPr>
          </a:p>
        </p:txBody>
      </p:sp>
    </p:spTree>
    <p:extLst>
      <p:ext uri="{BB962C8B-B14F-4D97-AF65-F5344CB8AC3E}">
        <p14:creationId xmlns:p14="http://schemas.microsoft.com/office/powerpoint/2010/main" val="6440329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Procurement by noncompetitive proposals. Procurement by noncompetitive proposals is procurement through solicitation of a proposal from only one source and may be used only when one or more of the following circumstances apply:</a:t>
            </a:r>
          </a:p>
          <a:p>
            <a:pPr lvl="1">
              <a:spcAft>
                <a:spcPts val="1000"/>
              </a:spcAft>
              <a:buClrTx/>
              <a:buSzPct val="106000"/>
              <a:buFont typeface="Arial" panose="020B0604020202020204"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(1) The item is available only from a single source;</a:t>
            </a:r>
          </a:p>
          <a:p>
            <a:pPr lvl="1">
              <a:spcAft>
                <a:spcPts val="1000"/>
              </a:spcAft>
              <a:buClrTx/>
              <a:buSzPct val="106000"/>
              <a:buFont typeface="Arial" panose="020B0604020202020204"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(2) The public exigency or emergency for the requirement will not permit a delay resulting from competitive solicitation;</a:t>
            </a:r>
          </a:p>
          <a:p>
            <a:pPr lvl="1">
              <a:spcAft>
                <a:spcPts val="1000"/>
              </a:spcAft>
              <a:buClrTx/>
              <a:buSzPct val="106000"/>
              <a:buFont typeface="Arial" panose="020B0604020202020204"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(3) The Federal awarding agency or pass-through entity expressly authorizes noncompetitive proposals in response to a written request from the non-Federal entity; or</a:t>
            </a:r>
          </a:p>
          <a:p>
            <a:pPr lvl="1">
              <a:spcAft>
                <a:spcPts val="1000"/>
              </a:spcAft>
              <a:buClrTx/>
              <a:buSzPct val="106000"/>
              <a:buFont typeface="Arial" panose="020B0604020202020204" pitchFamily="34" charset="0"/>
              <a:buChar char="•"/>
            </a:pPr>
            <a:r>
              <a:rPr lang="en-US" sz="15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(4) After solicitation of a number of sources, competition is determined inadequate.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Sole Source</a:t>
            </a:r>
            <a:endParaRPr lang="en-US" sz="3600" kern="0">
              <a:solidFill>
                <a:schemeClr val="tx1"/>
              </a:solidFill>
            </a:endParaRPr>
          </a:p>
        </p:txBody>
      </p:sp>
      <p:sp>
        <p:nvSpPr>
          <p:cNvPr id="7" name="Rectangle 6"/>
          <p:cNvSpPr/>
          <p:nvPr/>
        </p:nvSpPr>
        <p:spPr>
          <a:xfrm>
            <a:off x="-228600" y="925830"/>
            <a:ext cx="27432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     </a:t>
            </a:r>
            <a:r>
              <a:rPr lang="en-US" sz="1600">
                <a:solidFill>
                  <a:schemeClr val="bg1"/>
                </a:solidFill>
                <a:hlinkClick r:id="rId4">
                  <a:extLst>
                    <a:ext uri="{A12FA001-AC4F-418D-AE19-62706E023703}">
                      <ahyp:hlinkClr xmlns:ahyp="http://schemas.microsoft.com/office/drawing/2018/hyperlinkcolor" val="tx"/>
                    </a:ext>
                  </a:extLst>
                </a:hlinkClick>
              </a:rPr>
              <a:t>2 CFR 200.320(f)</a:t>
            </a:r>
            <a:endParaRPr lang="en-US" sz="1600">
              <a:solidFill>
                <a:schemeClr val="bg1"/>
              </a:solidFill>
            </a:endParaRPr>
          </a:p>
        </p:txBody>
      </p:sp>
    </p:spTree>
    <p:extLst>
      <p:ext uri="{BB962C8B-B14F-4D97-AF65-F5344CB8AC3E}">
        <p14:creationId xmlns:p14="http://schemas.microsoft.com/office/powerpoint/2010/main" val="3085414058"/>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Telecommunications</a:t>
            </a:r>
            <a:endParaRPr sz="360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a:solidFill>
                  <a:schemeClr val="tx1"/>
                </a:solidFill>
                <a:latin typeface="Segoe UI" panose="020B0502040204020203" pitchFamily="34" charset="0"/>
                <a:cs typeface="Segoe UI" panose="020B0502040204020203" pitchFamily="34" charset="0"/>
              </a:rPr>
              <a:t>Telecommunications includes mobile phones, land lines, and internet</a:t>
            </a:r>
          </a:p>
          <a:p>
            <a:pPr marL="285750" indent="-285750">
              <a:spcBef>
                <a:spcPts val="400"/>
              </a:spcBef>
              <a:buClr>
                <a:schemeClr val="dk1"/>
              </a:buClr>
              <a:buSzPts val="1100"/>
              <a:buFont typeface="Arial" panose="020B0604020202020204" pitchFamily="34" charset="0"/>
              <a:buChar char="•"/>
            </a:pPr>
            <a:r>
              <a:rPr lang="en-US" sz="1700">
                <a:solidFill>
                  <a:schemeClr val="tx1"/>
                </a:solidFill>
                <a:latin typeface="Segoe UI" panose="020B0502040204020203" pitchFamily="34" charset="0"/>
                <a:cs typeface="Segoe UI" panose="020B0502040204020203" pitchFamily="34" charset="0"/>
              </a:rPr>
              <a:t>Fairly new regulation (applies to awards issued on or after August  13, 2020) </a:t>
            </a:r>
          </a:p>
          <a:p>
            <a:pPr marL="285750" indent="-285750">
              <a:spcBef>
                <a:spcPts val="400"/>
              </a:spcBef>
              <a:buClr>
                <a:schemeClr val="dk1"/>
              </a:buClr>
              <a:buSzPts val="1100"/>
              <a:buFont typeface="Arial" panose="020B0604020202020204" pitchFamily="34" charset="0"/>
              <a:buChar char="•"/>
            </a:pPr>
            <a:r>
              <a:rPr lang="en-US" sz="1700">
                <a:solidFill>
                  <a:schemeClr val="tx1"/>
                </a:solidFill>
                <a:latin typeface="Segoe UI" panose="020B0502040204020203" pitchFamily="34" charset="0"/>
                <a:cs typeface="Segoe UI" panose="020B0502040204020203" pitchFamily="34" charset="0"/>
              </a:rPr>
              <a:t>Restricts use of federal funds for:</a:t>
            </a:r>
          </a:p>
          <a:p>
            <a:pPr marL="742950" lvl="1" indent="-285750">
              <a:spcBef>
                <a:spcPts val="400"/>
              </a:spcBef>
              <a:buClr>
                <a:schemeClr val="dk1"/>
              </a:buClr>
              <a:buSzPts val="1100"/>
              <a:buFont typeface="Arial" panose="020B0604020202020204" pitchFamily="34" charset="0"/>
              <a:buChar char="•"/>
            </a:pPr>
            <a:r>
              <a:rPr lang="en-US">
                <a:solidFill>
                  <a:schemeClr val="accent2">
                    <a:lumMod val="75000"/>
                  </a:schemeClr>
                </a:solidFill>
                <a:latin typeface="Segoe UI" panose="020B0502040204020203" pitchFamily="34" charset="0"/>
                <a:cs typeface="Segoe UI" panose="020B0502040204020203" pitchFamily="34" charset="0"/>
              </a:rPr>
              <a:t>Telecommunications equipment, services or systems produced by Huawei Technologies or ZTE or their subsidiaries or affiliates</a:t>
            </a:r>
          </a:p>
          <a:p>
            <a:pPr marL="742950" lvl="1" indent="-285750">
              <a:spcBef>
                <a:spcPts val="400"/>
              </a:spcBef>
              <a:buClr>
                <a:schemeClr val="dk1"/>
              </a:buClr>
              <a:buSzPts val="1100"/>
              <a:buFont typeface="Arial" panose="020B0604020202020204" pitchFamily="34" charset="0"/>
              <a:buChar char="•"/>
            </a:pPr>
            <a:r>
              <a:rPr lang="en-US">
                <a:solidFill>
                  <a:schemeClr val="accent2">
                    <a:lumMod val="75000"/>
                  </a:schemeClr>
                </a:solidFill>
                <a:latin typeface="Segoe UI" panose="020B0502040204020203" pitchFamily="34" charset="0"/>
                <a:cs typeface="Segoe UI" panose="020B0502040204020203" pitchFamily="34" charset="0"/>
              </a:rPr>
              <a:t>Video surveillance and telecommunications equipment produced by Hytera Communications, Hangzhou Hikvision Digital Technology, or </a:t>
            </a:r>
            <a:r>
              <a:rPr lang="en-US" err="1">
                <a:solidFill>
                  <a:schemeClr val="accent2">
                    <a:lumMod val="75000"/>
                  </a:schemeClr>
                </a:solidFill>
                <a:latin typeface="Segoe UI" panose="020B0502040204020203" pitchFamily="34" charset="0"/>
                <a:cs typeface="Segoe UI" panose="020B0502040204020203" pitchFamily="34" charset="0"/>
              </a:rPr>
              <a:t>Dahua</a:t>
            </a:r>
            <a:r>
              <a:rPr lang="en-US">
                <a:solidFill>
                  <a:schemeClr val="accent2">
                    <a:lumMod val="75000"/>
                  </a:schemeClr>
                </a:solidFill>
                <a:latin typeface="Segoe UI" panose="020B0502040204020203" pitchFamily="34" charset="0"/>
                <a:cs typeface="Segoe UI" panose="020B0502040204020203" pitchFamily="34" charset="0"/>
              </a:rPr>
              <a:t> Technology, or their subsidiaries or affiliates</a:t>
            </a:r>
            <a:endParaRPr lang="en">
              <a:solidFill>
                <a:schemeClr val="accent2">
                  <a:lumMod val="75000"/>
                </a:schemeClr>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r>
              <a:rPr lang="en-US">
                <a:solidFill>
                  <a:schemeClr val="bg1"/>
                </a:solidFill>
                <a:hlinkClick r:id="rId4">
                  <a:extLst>
                    <a:ext uri="{A12FA001-AC4F-418D-AE19-62706E023703}">
                      <ahyp:hlinkClr xmlns:ahyp="http://schemas.microsoft.com/office/drawing/2018/hyperlinkcolor" val="tx"/>
                    </a:ext>
                  </a:extLst>
                </a:hlinkClick>
              </a:rPr>
              <a:t>2 CFR 200.216</a:t>
            </a:r>
            <a:endParaRPr lang="en-US">
              <a:solidFill>
                <a:schemeClr val="bg1"/>
              </a:solidFill>
            </a:endParaRPr>
          </a:p>
        </p:txBody>
      </p:sp>
    </p:spTree>
    <p:extLst>
      <p:ext uri="{BB962C8B-B14F-4D97-AF65-F5344CB8AC3E}">
        <p14:creationId xmlns:p14="http://schemas.microsoft.com/office/powerpoint/2010/main" val="3696477027"/>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Tangible or intangible assets used in operations having a useful life of more than one year which are capitalized in accordance with Generally Accepted Accounting Principles (GAAP)</a:t>
            </a:r>
          </a:p>
          <a:p>
            <a:pPr>
              <a:buClrTx/>
              <a:buFont typeface="Arial" panose="020B0604020202020204" pitchFamily="34" charset="0"/>
              <a:buChar char="•"/>
            </a:pPr>
            <a:r>
              <a:rPr lang="en-US" sz="1700" b="1" u="sng">
                <a:solidFill>
                  <a:schemeClr val="tx1"/>
                </a:solidFill>
                <a:latin typeface="Segoe UI" panose="020B0502040204020203" pitchFamily="34" charset="0"/>
                <a:ea typeface="Segoe UI" panose="020B0502040204020203" pitchFamily="34" charset="0"/>
                <a:cs typeface="Segoe UI" panose="020B0502040204020203" pitchFamily="34" charset="0"/>
              </a:rPr>
              <a:t>Includes: </a:t>
            </a:r>
          </a:p>
          <a:p>
            <a:pPr marL="742950" lvl="1" indent="-285750">
              <a:buClrTx/>
              <a:buFont typeface="Segoe UI" panose="020B0502040204020203"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Real property:</a:t>
            </a:r>
            <a:r>
              <a:rPr lang="en-US" sz="1500">
                <a:latin typeface="Segoe UI" panose="020B0502040204020203" pitchFamily="34" charset="0"/>
                <a:ea typeface="Segoe UI" panose="020B0502040204020203" pitchFamily="34" charset="0"/>
                <a:cs typeface="Segoe UI" panose="020B0502040204020203" pitchFamily="34" charset="0"/>
              </a:rPr>
              <a:t> </a:t>
            </a:r>
            <a:r>
              <a:rPr lang="en-US" sz="150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land, buildings, structures (not movable machinery or equipment)</a:t>
            </a:r>
          </a:p>
          <a:p>
            <a:pPr marL="742950" lvl="1" indent="-285750">
              <a:buClrTx/>
              <a:buFont typeface="Segoe UI" panose="020B0502040204020203"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Equipment:</a:t>
            </a:r>
            <a:r>
              <a:rPr lang="en-US" sz="1500">
                <a:latin typeface="Segoe UI" panose="020B0502040204020203" pitchFamily="34" charset="0"/>
                <a:ea typeface="Segoe UI" panose="020B0502040204020203" pitchFamily="34" charset="0"/>
                <a:cs typeface="Segoe UI" panose="020B0502040204020203" pitchFamily="34" charset="0"/>
              </a:rPr>
              <a:t> </a:t>
            </a:r>
            <a:r>
              <a:rPr lang="en-US" sz="150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tangible personal property (including IT systems) having a useful life of more than one year &amp; per unit price of $5,000 USD or more</a:t>
            </a:r>
          </a:p>
          <a:p>
            <a:pPr marL="742950" lvl="1" indent="-285750">
              <a:buClrTx/>
              <a:buFont typeface="Segoe UI" panose="020B0502040204020203"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Intangible Property: </a:t>
            </a:r>
            <a:r>
              <a:rPr lang="en-US" sz="150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no physical existence (trademarks, copyrights, patents, etc.)</a:t>
            </a:r>
          </a:p>
          <a:p>
            <a:pPr marL="742950" lvl="1" indent="-285750">
              <a:buClrTx/>
              <a:buFont typeface="Segoe UI" panose="020B0502040204020203" pitchFamily="34" charset="0"/>
              <a:buChar char="−"/>
            </a:pP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Others: </a:t>
            </a:r>
            <a:r>
              <a:rPr lang="en-US" sz="150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construction, leases, and additions, improvements, modifications, and alterations to capital assets that materially increase their useful life</a:t>
            </a:r>
          </a:p>
          <a:p>
            <a:pPr lvl="0" algn="l" rtl="0">
              <a:spcBef>
                <a:spcPts val="1200"/>
              </a:spcBef>
              <a:spcAft>
                <a:spcPts val="0"/>
              </a:spcAft>
              <a:buSzPts val="1800"/>
              <a:buFont typeface="Wingdings" panose="05000000000000000000" pitchFamily="2" charset="2"/>
              <a:buChar char="§"/>
            </a:pPr>
            <a:endParaRPr lang="en-US" sz="140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200.12</a:t>
            </a:r>
            <a:endParaRPr lang="en-US">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Capital Assets</a:t>
            </a:r>
            <a:endParaRPr lang="en-US" sz="3600" kern="0">
              <a:solidFill>
                <a:schemeClr val="tx1"/>
              </a:solidFill>
            </a:endParaRPr>
          </a:p>
        </p:txBody>
      </p:sp>
    </p:spTree>
    <p:extLst>
      <p:ext uri="{BB962C8B-B14F-4D97-AF65-F5344CB8AC3E}">
        <p14:creationId xmlns:p14="http://schemas.microsoft.com/office/powerpoint/2010/main" val="1764266274"/>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A complete list of physical items such as property, goods in stock, or other contents of a building </a:t>
            </a:r>
          </a:p>
          <a:p>
            <a:pPr marL="12700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Inventory is typically done at the end of each year to determine the monetary value threshold for accounting items </a:t>
            </a:r>
            <a:r>
              <a:rPr lang="en-US" sz="1500" i="1">
                <a:solidFill>
                  <a:schemeClr val="accent2">
                    <a:lumMod val="75000"/>
                  </a:schemeClr>
                </a:solidFill>
                <a:latin typeface="Segoe UI" panose="020B0502040204020203" pitchFamily="34" charset="0"/>
                <a:cs typeface="Segoe UI" panose="020B0502040204020203" pitchFamily="34" charset="0"/>
              </a:rPr>
              <a:t>(refer to field manual to determine threshold)</a:t>
            </a:r>
          </a:p>
          <a:p>
            <a:pPr marL="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For property, a physical inventory must be taken and the results reconciled with the property records at least once every two years.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200.313</a:t>
            </a:r>
            <a:endParaRPr lang="en-US">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Inventory</a:t>
            </a:r>
            <a:endParaRPr lang="en-US" sz="3600" kern="0">
              <a:solidFill>
                <a:schemeClr val="tx1"/>
              </a:solidFill>
            </a:endParaRPr>
          </a:p>
        </p:txBody>
      </p:sp>
    </p:spTree>
    <p:extLst>
      <p:ext uri="{BB962C8B-B14F-4D97-AF65-F5344CB8AC3E}">
        <p14:creationId xmlns:p14="http://schemas.microsoft.com/office/powerpoint/2010/main" val="3597516244"/>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Designates the appropriate length of time to maintain official records and accounting records</a:t>
            </a:r>
          </a:p>
          <a:p>
            <a:pPr marL="0" indent="0">
              <a:lnSpc>
                <a:spcPct val="150000"/>
              </a:lnSpc>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Must maintain financial records, supporting documents, and other records for a minimum of 3 years </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in country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after the grant project ends</a:t>
            </a:r>
          </a:p>
          <a:p>
            <a:pPr marL="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Field staff should also follow local record retention law (can be longer)</a:t>
            </a:r>
          </a:p>
          <a:p>
            <a:pPr lvl="1">
              <a:buClrTx/>
              <a:buFont typeface="Arial" panose="020B0604020202020204" pitchFamily="34" charset="0"/>
              <a:buChar char="•"/>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2 CFR 200.333</a:t>
            </a:r>
            <a:endParaRPr lang="en-US">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Record Retention</a:t>
            </a:r>
            <a:endParaRPr lang="en-US" sz="3600" kern="0">
              <a:solidFill>
                <a:schemeClr val="tx1"/>
              </a:solidFill>
            </a:endParaRPr>
          </a:p>
        </p:txBody>
      </p:sp>
    </p:spTree>
    <p:extLst>
      <p:ext uri="{BB962C8B-B14F-4D97-AF65-F5344CB8AC3E}">
        <p14:creationId xmlns:p14="http://schemas.microsoft.com/office/powerpoint/2010/main" val="241458670"/>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blip>
          <a:stretch>
            <a:fillRect/>
          </a:stretch>
        </a:blipFill>
        <a:effectLst/>
      </p:bgPr>
    </p:bg>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spcAft>
                <a:spcPts val="400"/>
              </a:spcAft>
              <a:buClrTx/>
              <a:buFont typeface="Arial" panose="020B0604020202020204" pitchFamily="34" charset="0"/>
              <a:buChar char="•"/>
            </a:pPr>
            <a:r>
              <a:rPr lang="en-US" sz="1700" b="1" u="sng">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the  process  by  which  the  Federal  awarding  agency  or  pass-  through  entity  determines  that  all  applicable  administrative  actions  and  all  required  work  of  the  Federal  award  have been completed:</a:t>
            </a:r>
            <a:endParaRPr lang="en-US" sz="8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spcAft>
                <a:spcPts val="400"/>
              </a:spcAft>
              <a:buClrTx/>
              <a:buFont typeface="Wingdings" panose="05000000000000000000" pitchFamily="2" charset="2"/>
              <a:buChar char="§"/>
            </a:pPr>
            <a:r>
              <a:rPr lang="en-US" sz="1500">
                <a:solidFill>
                  <a:schemeClr val="accent4">
                    <a:lumMod val="75000"/>
                  </a:schemeClr>
                </a:solidFill>
                <a:latin typeface="Segoe UI" panose="020B0502040204020203" pitchFamily="34" charset="0"/>
                <a:cs typeface="Segoe UI" panose="020B0502040204020203" pitchFamily="34" charset="0"/>
              </a:rPr>
              <a:t>Closeout vendor, rental, consultancy, and employee contracts according to local laws </a:t>
            </a:r>
          </a:p>
          <a:p>
            <a:pPr lvl="1">
              <a:buClrTx/>
              <a:buFont typeface="Wingdings" panose="05000000000000000000" pitchFamily="2" charset="2"/>
              <a:buChar char="§"/>
            </a:pPr>
            <a:r>
              <a:rPr lang="en-US" sz="1500">
                <a:solidFill>
                  <a:schemeClr val="accent4">
                    <a:lumMod val="75000"/>
                  </a:schemeClr>
                </a:solidFill>
                <a:latin typeface="Segoe UI" panose="020B0502040204020203" pitchFamily="34" charset="0"/>
                <a:cs typeface="Segoe UI" panose="020B0502040204020203" pitchFamily="34" charset="0"/>
              </a:rPr>
              <a:t>Disposition plan for property and equipment over $5,000 threshold, or useful life of +1yr (i.e. vehicle)</a:t>
            </a:r>
          </a:p>
          <a:p>
            <a:pPr lvl="1">
              <a:buClrTx/>
              <a:buFont typeface="Wingdings" panose="05000000000000000000" pitchFamily="2" charset="2"/>
              <a:buChar char="§"/>
            </a:pPr>
            <a:r>
              <a:rPr lang="en-US" sz="1500">
                <a:solidFill>
                  <a:schemeClr val="accent4">
                    <a:lumMod val="75000"/>
                  </a:schemeClr>
                </a:solidFill>
                <a:latin typeface="Segoe UI" panose="020B0502040204020203" pitchFamily="34" charset="0"/>
                <a:cs typeface="Segoe UI" panose="020B0502040204020203" pitchFamily="34" charset="0"/>
              </a:rPr>
              <a:t>Final programmatic and financial reporting as outlined in award</a:t>
            </a:r>
          </a:p>
          <a:p>
            <a:pPr lvl="1">
              <a:buClrTx/>
              <a:buFont typeface="Wingdings" panose="05000000000000000000" pitchFamily="2" charset="2"/>
              <a:buChar char="§"/>
            </a:pPr>
            <a:r>
              <a:rPr lang="en-US" sz="1500">
                <a:solidFill>
                  <a:schemeClr val="accent4">
                    <a:lumMod val="75000"/>
                  </a:schemeClr>
                </a:solidFill>
                <a:latin typeface="Segoe UI" panose="020B0502040204020203" pitchFamily="34" charset="0"/>
                <a:cs typeface="Segoe UI" panose="020B0502040204020203" pitchFamily="34" charset="0"/>
              </a:rPr>
              <a:t>Submit final inventory list</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chemeClr val="accent4">
              <a:lumMod val="75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5">
                  <a:extLst>
                    <a:ext uri="{A12FA001-AC4F-418D-AE19-62706E023703}">
                      <ahyp:hlinkClr xmlns:ahyp="http://schemas.microsoft.com/office/drawing/2018/hyperlinkcolor" val="tx"/>
                    </a:ext>
                  </a:extLst>
                </a:hlinkClick>
              </a:rPr>
              <a:t>2 CFR 200.343-4</a:t>
            </a:r>
            <a:endParaRPr lang="en-US">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Closeout</a:t>
            </a:r>
            <a:endParaRPr lang="en-US" sz="3600" kern="0">
              <a:solidFill>
                <a:schemeClr val="tx1"/>
              </a:solidFill>
            </a:endParaRPr>
          </a:p>
        </p:txBody>
      </p:sp>
    </p:spTree>
    <p:extLst>
      <p:ext uri="{BB962C8B-B14F-4D97-AF65-F5344CB8AC3E}">
        <p14:creationId xmlns:p14="http://schemas.microsoft.com/office/powerpoint/2010/main" val="1487187997"/>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a:latin typeface="Segoe UI" panose="020B0502040204020203" pitchFamily="34" charset="0"/>
                <a:ea typeface="Segoe UI" panose="020B0502040204020203" pitchFamily="34" charset="0"/>
                <a:cs typeface="Segoe UI" panose="020B0502040204020203" pitchFamily="34" charset="0"/>
              </a:rPr>
              <a:t>Cost Principles</a:t>
            </a:r>
            <a:endParaRPr sz="4000" i="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304801" y="214313"/>
            <a:ext cx="6023113" cy="857400"/>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General Test of </a:t>
            </a:r>
            <a:r>
              <a:rPr lang="en-US" sz="3600" err="1">
                <a:solidFill>
                  <a:schemeClr val="tx1"/>
                </a:solidFill>
                <a:latin typeface="Segoe UI" pitchFamily="34" charset="0"/>
                <a:ea typeface="Segoe UI" pitchFamily="34" charset="0"/>
                <a:cs typeface="Segoe UI" pitchFamily="34" charset="0"/>
              </a:rPr>
              <a:t>Allowability</a:t>
            </a:r>
            <a:endParaRPr sz="3600">
              <a:solidFill>
                <a:schemeClr val="tx1"/>
              </a:solidFill>
            </a:endParaRPr>
          </a:p>
        </p:txBody>
      </p:sp>
      <p:sp>
        <p:nvSpPr>
          <p:cNvPr id="200" name="Google Shape;200;p30"/>
          <p:cNvSpPr txBox="1">
            <a:spLocks noGrp="1"/>
          </p:cNvSpPr>
          <p:nvPr>
            <p:ph type="body" idx="1"/>
          </p:nvPr>
        </p:nvSpPr>
        <p:spPr>
          <a:xfrm>
            <a:off x="228600" y="819150"/>
            <a:ext cx="6031796" cy="3985995"/>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600" b="1">
                <a:solidFill>
                  <a:srgbClr val="000000"/>
                </a:solidFill>
                <a:latin typeface="Segoe UI" panose="020B0502040204020203" pitchFamily="34" charset="0"/>
                <a:ea typeface="Segoe UI" panose="020B0502040204020203" pitchFamily="34" charset="0"/>
                <a:cs typeface="Segoe UI" panose="020B0502040204020203" pitchFamily="34" charset="0"/>
              </a:rPr>
              <a:t>Necessary</a:t>
            </a:r>
          </a:p>
          <a:p>
            <a:pPr>
              <a:lnSpc>
                <a:spcPct val="150000"/>
              </a:lnSpc>
              <a:buClrTx/>
              <a:buSzPct val="106000"/>
              <a:buFont typeface="Arial" pitchFamily="34" charset="0"/>
              <a:buChar char="•"/>
            </a:pPr>
            <a:r>
              <a:rPr lang="en-US" sz="1600" b="1">
                <a:solidFill>
                  <a:srgbClr val="000000"/>
                </a:solidFill>
                <a:latin typeface="Segoe UI" panose="020B0502040204020203" pitchFamily="34" charset="0"/>
                <a:ea typeface="Segoe UI" panose="020B0502040204020203" pitchFamily="34" charset="0"/>
                <a:cs typeface="Segoe UI" panose="020B0502040204020203" pitchFamily="34" charset="0"/>
              </a:rPr>
              <a:t>Reasonable</a:t>
            </a:r>
          </a:p>
          <a:p>
            <a:pPr>
              <a:lnSpc>
                <a:spcPct val="150000"/>
              </a:lnSpc>
              <a:buClrTx/>
              <a:buSzPct val="106000"/>
              <a:buFont typeface="Arial" pitchFamily="34" charset="0"/>
              <a:buChar char="•"/>
            </a:pPr>
            <a:r>
              <a:rPr lang="en-US" sz="1600" b="1">
                <a:solidFill>
                  <a:srgbClr val="000000"/>
                </a:solidFill>
                <a:latin typeface="Segoe UI" panose="020B0502040204020203" pitchFamily="34" charset="0"/>
                <a:ea typeface="Segoe UI" panose="020B0502040204020203" pitchFamily="34" charset="0"/>
                <a:cs typeface="Segoe UI" panose="020B0502040204020203" pitchFamily="34" charset="0"/>
              </a:rPr>
              <a:t>Allocable</a:t>
            </a:r>
          </a:p>
          <a:p>
            <a:pPr>
              <a:lnSpc>
                <a:spcPct val="150000"/>
              </a:lnSpc>
              <a:buClrTx/>
              <a:buSzPct val="106000"/>
              <a:buFont typeface="Arial" pitchFamily="34" charset="0"/>
              <a:buChar char="•"/>
            </a:pPr>
            <a:r>
              <a:rPr lang="en-US" sz="1600" b="1">
                <a:solidFill>
                  <a:srgbClr val="000000"/>
                </a:solidFill>
                <a:latin typeface="Segoe UI" panose="020B0502040204020203" pitchFamily="34" charset="0"/>
                <a:ea typeface="Segoe UI" panose="020B0502040204020203" pitchFamily="34" charset="0"/>
                <a:cs typeface="Segoe UI" panose="020B0502040204020203" pitchFamily="34" charset="0"/>
              </a:rPr>
              <a:t>Consistent</a:t>
            </a:r>
            <a:r>
              <a:rPr lang="en-US" sz="1600">
                <a:solidFill>
                  <a:srgbClr val="000000"/>
                </a:solidFill>
                <a:latin typeface="Segoe UI" panose="020B0502040204020203" pitchFamily="34" charset="0"/>
                <a:ea typeface="Segoe UI" panose="020B0502040204020203" pitchFamily="34" charset="0"/>
                <a:cs typeface="Segoe UI" panose="020B0502040204020203" pitchFamily="34" charset="0"/>
              </a:rPr>
              <a:t> and Uniform across all org. activities</a:t>
            </a:r>
          </a:p>
          <a:p>
            <a:pPr>
              <a:lnSpc>
                <a:spcPct val="150000"/>
              </a:lnSpc>
              <a:buClrTx/>
              <a:buSzPct val="106000"/>
              <a:buFont typeface="Arial" pitchFamily="34" charset="0"/>
              <a:buChar char="•"/>
            </a:pPr>
            <a:r>
              <a:rPr lang="en-US" sz="1600">
                <a:solidFill>
                  <a:srgbClr val="000000"/>
                </a:solidFill>
                <a:latin typeface="Segoe UI" panose="020B0502040204020203" pitchFamily="34" charset="0"/>
                <a:ea typeface="Segoe UI" panose="020B0502040204020203" pitchFamily="34" charset="0"/>
                <a:cs typeface="Segoe UI" panose="020B0502040204020203" pitchFamily="34" charset="0"/>
              </a:rPr>
              <a:t>Conform to Imposed or Accepted Limitations</a:t>
            </a:r>
          </a:p>
          <a:p>
            <a:pPr>
              <a:lnSpc>
                <a:spcPct val="150000"/>
              </a:lnSpc>
              <a:buClrTx/>
              <a:buSzPct val="106000"/>
              <a:buFont typeface="Arial" pitchFamily="34" charset="0"/>
              <a:buChar char="•"/>
            </a:pPr>
            <a:r>
              <a:rPr lang="en-US" sz="1600">
                <a:solidFill>
                  <a:srgbClr val="000000"/>
                </a:solidFill>
                <a:latin typeface="Segoe UI" panose="020B0502040204020203" pitchFamily="34" charset="0"/>
                <a:ea typeface="Segoe UI" panose="020B0502040204020203" pitchFamily="34" charset="0"/>
                <a:cs typeface="Segoe UI" panose="020B0502040204020203" pitchFamily="34" charset="0"/>
              </a:rPr>
              <a:t>Accordance with GAAP</a:t>
            </a:r>
          </a:p>
          <a:p>
            <a:pPr>
              <a:lnSpc>
                <a:spcPct val="150000"/>
              </a:lnSpc>
              <a:buClrTx/>
              <a:buSzPct val="106000"/>
              <a:buFont typeface="Arial" pitchFamily="34" charset="0"/>
              <a:buChar char="•"/>
            </a:pPr>
            <a:r>
              <a:rPr lang="en-US" sz="1600">
                <a:solidFill>
                  <a:srgbClr val="000000"/>
                </a:solidFill>
                <a:latin typeface="Segoe UI" panose="020B0502040204020203" pitchFamily="34" charset="0"/>
                <a:ea typeface="Segoe UI" panose="020B0502040204020203" pitchFamily="34" charset="0"/>
                <a:cs typeface="Segoe UI" panose="020B0502040204020203" pitchFamily="34" charset="0"/>
              </a:rPr>
              <a:t>Consistently treated as </a:t>
            </a:r>
            <a:r>
              <a:rPr lang="en-US" sz="1600" b="1">
                <a:solidFill>
                  <a:srgbClr val="000000"/>
                </a:solidFill>
                <a:latin typeface="Segoe UI" panose="020B0502040204020203" pitchFamily="34" charset="0"/>
                <a:ea typeface="Segoe UI" panose="020B0502040204020203" pitchFamily="34" charset="0"/>
                <a:cs typeface="Segoe UI" panose="020B0502040204020203" pitchFamily="34" charset="0"/>
              </a:rPr>
              <a:t>direct/indirect costs </a:t>
            </a:r>
            <a:r>
              <a:rPr lang="en-US" sz="16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 Double Charging)</a:t>
            </a:r>
          </a:p>
          <a:p>
            <a:pPr>
              <a:lnSpc>
                <a:spcPct val="150000"/>
              </a:lnSpc>
              <a:buClrTx/>
              <a:buSzPct val="106000"/>
              <a:buFont typeface="Arial" pitchFamily="34" charset="0"/>
              <a:buChar char="•"/>
            </a:pPr>
            <a:r>
              <a:rPr lang="en-US" sz="1600" b="1">
                <a:solidFill>
                  <a:srgbClr val="000000"/>
                </a:solidFill>
                <a:latin typeface="Segoe UI" panose="020B0502040204020203" pitchFamily="34" charset="0"/>
                <a:ea typeface="Segoe UI" panose="020B0502040204020203" pitchFamily="34" charset="0"/>
                <a:cs typeface="Segoe UI" panose="020B0502040204020203" pitchFamily="34" charset="0"/>
              </a:rPr>
              <a:t>Adequately Documented</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192465"/>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A Cost is Reasonable if:</a:t>
            </a:r>
          </a:p>
          <a:p>
            <a:pPr lvl="1">
              <a:lnSpc>
                <a:spcPct val="15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Does not exceed what a “prudent” person would do under similar circumstances</a:t>
            </a:r>
          </a:p>
          <a:p>
            <a:pPr lvl="1">
              <a:lnSpc>
                <a:spcPct val="15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Ordinary and necessary for organization’s operations </a:t>
            </a:r>
          </a:p>
          <a:p>
            <a:pPr lvl="1">
              <a:lnSpc>
                <a:spcPct val="15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Follow sound business practices</a:t>
            </a:r>
          </a:p>
          <a:p>
            <a:pPr lvl="1">
              <a:lnSpc>
                <a:spcPct val="15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Comply with federal, state, and local laws</a:t>
            </a:r>
          </a:p>
          <a:p>
            <a:pPr lvl="1">
              <a:lnSpc>
                <a:spcPct val="15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Consistent with org.’s established practices</a:t>
            </a:r>
          </a:p>
          <a:p>
            <a:pPr lvl="0" algn="l" rtl="0">
              <a:spcBef>
                <a:spcPts val="1200"/>
              </a:spcBef>
              <a:spcAft>
                <a:spcPts val="0"/>
              </a:spcAft>
              <a:buSzPts val="1800"/>
              <a:buFont typeface="Wingdings" panose="05000000000000000000" pitchFamily="2" charset="2"/>
              <a:buChar char="§"/>
            </a:pPr>
            <a:endParaRPr lang="en-US" sz="140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Reasonableness</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err="1">
                <a:solidFill>
                  <a:schemeClr val="tx1"/>
                </a:solidFill>
                <a:latin typeface="Segoe UI" pitchFamily="34" charset="0"/>
                <a:ea typeface="Segoe UI" pitchFamily="34" charset="0"/>
                <a:cs typeface="Segoe UI" pitchFamily="34" charset="0"/>
              </a:rPr>
              <a:t>Allocability</a:t>
            </a:r>
            <a:endParaRPr lang="en-US" sz="3600" kern="0">
              <a:solidFill>
                <a:schemeClr val="tx1"/>
              </a:solidFill>
            </a:endParaRPr>
          </a:p>
        </p:txBody>
      </p:sp>
      <p:sp>
        <p:nvSpPr>
          <p:cNvPr id="6"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Test for Allocability:</a:t>
            </a:r>
          </a:p>
          <a:p>
            <a:pPr lvl="1">
              <a:lnSpc>
                <a:spcPct val="15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Cost incurred solely for a specific grant </a:t>
            </a:r>
          </a:p>
          <a:p>
            <a:pPr lvl="1">
              <a:lnSpc>
                <a:spcPct val="150000"/>
              </a:lnSpc>
              <a:buClrTx/>
              <a:buFont typeface="Arial" panose="020B0604020202020204" pitchFamily="34" charset="0"/>
              <a:buChar char="•"/>
            </a:pPr>
            <a:endParaRPr lang="en-US" sz="6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Assignable to more than one cost objective—in reasonable proportion to the benefit provided</a:t>
            </a:r>
          </a:p>
          <a:p>
            <a:pPr lvl="1">
              <a:buClrTx/>
              <a:buFont typeface="Arial" panose="020B0604020202020204" pitchFamily="34" charset="0"/>
              <a:buChar char="•"/>
            </a:pPr>
            <a:endParaRPr lang="en-US" sz="6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Necessary for the organization’s overall operations</a:t>
            </a:r>
          </a:p>
          <a:p>
            <a:pPr lvl="1">
              <a:buClrTx/>
              <a:buFont typeface="Arial" panose="020B0604020202020204" pitchFamily="34" charset="0"/>
              <a:buChar char="•"/>
            </a:pPr>
            <a:endParaRPr lang="en-US" sz="6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There is no shifting of costs from one fund to another to cover cost overruns, avoid restrictions on agreement, or for reasons of convenience</a:t>
            </a:r>
          </a:p>
        </p:txBody>
      </p:sp>
    </p:spTree>
    <p:extLst>
      <p:ext uri="{BB962C8B-B14F-4D97-AF65-F5344CB8AC3E}">
        <p14:creationId xmlns:p14="http://schemas.microsoft.com/office/powerpoint/2010/main" val="4164642956"/>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Indirect vs Direct Costs</a:t>
            </a:r>
          </a:p>
        </p:txBody>
      </p:sp>
      <p:sp>
        <p:nvSpPr>
          <p:cNvPr id="6" name="Google Shape;95;p18"/>
          <p:cNvSpPr txBox="1">
            <a:spLocks noGrp="1"/>
          </p:cNvSpPr>
          <p:nvPr>
            <p:ph type="body" idx="1"/>
          </p:nvPr>
        </p:nvSpPr>
        <p:spPr>
          <a:xfrm>
            <a:off x="274321" y="1008482"/>
            <a:ext cx="5870713" cy="3392068"/>
          </a:xfrm>
          <a:prstGeom prst="rect">
            <a:avLst/>
          </a:prstGeom>
        </p:spPr>
        <p:txBody>
          <a:bodyPr spcFirstLastPara="1" wrap="square" lIns="91425" tIns="91425" rIns="91425" bIns="91425" anchor="t" anchorCtr="0">
            <a:noAutofit/>
          </a:bodyPr>
          <a:lstStyle/>
          <a:p>
            <a:pPr marL="457200" lvl="1" indent="0">
              <a:buClrTx/>
              <a:buSzTx/>
              <a:buNone/>
            </a:pPr>
            <a:r>
              <a:rPr lang="en-US" b="1" kern="1200">
                <a:solidFill>
                  <a:srgbClr val="000000"/>
                </a:solidFill>
                <a:latin typeface="Segoe UI" panose="020B0502040204020203" pitchFamily="34" charset="0"/>
                <a:ea typeface="+mn-ea"/>
                <a:cs typeface="Segoe UI" panose="020B0502040204020203" pitchFamily="34" charset="0"/>
              </a:rPr>
              <a:t>Total Costs = Direct Costs + Indirect Costs – Credits*</a:t>
            </a:r>
          </a:p>
          <a:p>
            <a:pPr marL="457200" lvl="1" indent="0">
              <a:buClrTx/>
              <a:buSzTx/>
              <a:buNone/>
            </a:pPr>
            <a:endParaRPr lang="en-US" sz="1100" b="1" kern="120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a:solidFill>
                  <a:srgbClr val="000000"/>
                </a:solidFill>
                <a:latin typeface="Segoe UI" panose="020B0502040204020203" pitchFamily="34" charset="0"/>
                <a:ea typeface="+mn-ea"/>
                <a:cs typeface="Segoe UI" panose="020B0502040204020203" pitchFamily="34" charset="0"/>
              </a:rPr>
              <a:t>Direct Costs: </a:t>
            </a:r>
            <a:r>
              <a:rPr lang="en-US" sz="1400" kern="1200">
                <a:solidFill>
                  <a:srgbClr val="000000"/>
                </a:solidFill>
                <a:latin typeface="Segoe UI" panose="020B0502040204020203" pitchFamily="34" charset="0"/>
                <a:ea typeface="+mn-ea"/>
                <a:cs typeface="Segoe UI" panose="020B0502040204020203" pitchFamily="34" charset="0"/>
              </a:rPr>
              <a:t>that can be identified specifically with a particular final cost objective (function) or that can be directly assigned to an activity relatively easily with a high degree of accuracy </a:t>
            </a:r>
          </a:p>
          <a:p>
            <a:pPr marL="457200" lvl="1" indent="0">
              <a:buClrTx/>
              <a:buSzTx/>
              <a:buNone/>
            </a:pPr>
            <a:endParaRPr lang="en-US" sz="1100" kern="120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a:solidFill>
                  <a:srgbClr val="000000"/>
                </a:solidFill>
                <a:latin typeface="Segoe UI" panose="020B0502040204020203" pitchFamily="34" charset="0"/>
                <a:ea typeface="+mn-ea"/>
                <a:cs typeface="Segoe UI" panose="020B0502040204020203" pitchFamily="34" charset="0"/>
              </a:rPr>
              <a:t>Indirect Costs: </a:t>
            </a:r>
            <a:r>
              <a:rPr lang="en-US" sz="1400" kern="1200">
                <a:solidFill>
                  <a:srgbClr val="000000"/>
                </a:solidFill>
                <a:latin typeface="Segoe UI" panose="020B0502040204020203" pitchFamily="34" charset="0"/>
                <a:ea typeface="+mn-ea"/>
                <a:cs typeface="Segoe UI" panose="020B0502040204020203" pitchFamily="34" charset="0"/>
              </a:rPr>
              <a:t>incurred for a common or joint purpose benefitting more than one cost objective, and not readily assignable to the cost objectives specifically benefitted, without effort disproportionate to the results achieved</a:t>
            </a:r>
          </a:p>
          <a:p>
            <a:pPr marL="1200150" lvl="2" indent="-285750">
              <a:buClrTx/>
              <a:buSzTx/>
              <a:buFont typeface="Arial" panose="020B0604020202020204" pitchFamily="34" charset="0"/>
              <a:buChar char="•"/>
            </a:pPr>
            <a:endParaRPr lang="en-US" sz="1100" kern="1200">
              <a:solidFill>
                <a:srgbClr val="FF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a:solidFill>
                  <a:srgbClr val="000000"/>
                </a:solidFill>
                <a:latin typeface="Segoe UI" panose="020B0502040204020203" pitchFamily="34" charset="0"/>
                <a:ea typeface="+mn-ea"/>
                <a:cs typeface="Segoe UI" panose="020B0502040204020203" pitchFamily="34" charset="0"/>
              </a:rPr>
              <a:t>No universal rule for classifying costs as direct or indirect</a:t>
            </a:r>
          </a:p>
          <a:p>
            <a:pPr marL="628650" lvl="1" indent="-171450">
              <a:buClrTx/>
              <a:buSzTx/>
              <a:buFont typeface="Wingdings" panose="05000000000000000000" pitchFamily="2" charset="2"/>
              <a:buChar char="Ø"/>
            </a:pPr>
            <a:endParaRPr lang="en-US" sz="1050" kern="1200">
              <a:solidFill>
                <a:srgbClr val="00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a:solidFill>
                  <a:srgbClr val="000000"/>
                </a:solidFill>
                <a:latin typeface="Segoe UI" panose="020B0502040204020203" pitchFamily="34" charset="0"/>
                <a:ea typeface="+mn-ea"/>
                <a:cs typeface="Segoe UI" panose="020B0502040204020203" pitchFamily="34" charset="0"/>
              </a:rPr>
              <a:t>Cost of item incurred for same purpose needs to be consistency treated in similar circumstances as direct or indirect</a:t>
            </a:r>
          </a:p>
          <a:p>
            <a:pPr>
              <a:lnSpc>
                <a:spcPct val="150000"/>
              </a:lnSpc>
              <a:buClrTx/>
              <a:buSzPct val="106000"/>
              <a:buFont typeface="Arial" pitchFamily="34" charset="0"/>
              <a:buChar char="•"/>
            </a:pPr>
            <a:endParaRPr lang="en-US" sz="14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000500"/>
          </a:xfrm>
          <a:prstGeom prst="rect">
            <a:avLst/>
          </a:prstGeom>
        </p:spPr>
        <p:txBody>
          <a:bodyPr spcFirstLastPara="1" wrap="square" lIns="91425" tIns="91425" rIns="91425" bIns="91425" anchor="t" anchorCtr="0">
            <a:noAutofit/>
          </a:bodyPr>
          <a:lstStyle/>
          <a:p>
            <a:pPr marL="0" indent="0">
              <a:lnSpc>
                <a:spcPct val="150000"/>
              </a:lnSpc>
              <a:buNone/>
            </a:pPr>
            <a:r>
              <a:rPr lang="en-US" sz="1700" b="1">
                <a:solidFill>
                  <a:srgbClr val="000000"/>
                </a:solidFill>
                <a:latin typeface="Segoe UI" panose="020B0502040204020203" pitchFamily="34" charset="0"/>
                <a:ea typeface="Segoe UI" panose="020B0502040204020203" pitchFamily="34" charset="0"/>
                <a:cs typeface="Segoe UI" panose="020B0502040204020203" pitchFamily="34" charset="0"/>
              </a:rPr>
              <a:t>All conditions for allowability need to be met:</a:t>
            </a:r>
          </a:p>
          <a:p>
            <a:pPr>
              <a:lnSpc>
                <a:spcPct val="150000"/>
              </a:lnSpc>
              <a:spcBef>
                <a:spcPts val="0"/>
              </a:spcBef>
              <a:buClrTx/>
              <a:buSzPct val="106000"/>
              <a:buFont typeface="Arial" panose="020B0604020202020204" pitchFamily="34" charset="0"/>
              <a:buChar char="•"/>
            </a:pPr>
            <a:r>
              <a:rPr lang="en-US" sz="1700">
                <a:solidFill>
                  <a:srgbClr val="000000"/>
                </a:solidFill>
                <a:latin typeface="Segoe UI" panose="020B0502040204020203" pitchFamily="34" charset="0"/>
                <a:ea typeface="Segoe UI" panose="020B0502040204020203" pitchFamily="34" charset="0"/>
                <a:cs typeface="Segoe UI" panose="020B0502040204020203" pitchFamily="34" charset="0"/>
              </a:rPr>
              <a:t>A cost can be allocable to grant but not necessarily reasonable:</a:t>
            </a:r>
          </a:p>
          <a:p>
            <a:pPr lvl="1">
              <a:lnSpc>
                <a:spcPct val="150000"/>
              </a:lnSpc>
              <a:buClrTx/>
              <a:buSzPct val="106000"/>
              <a:buFont typeface="Wingdings" panose="05000000000000000000" pitchFamily="2" charset="2"/>
              <a:buChar char="v"/>
            </a:pPr>
            <a:r>
              <a:rPr lang="en-US" sz="150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an airplane to fly F2F volunteers to assignments</a:t>
            </a:r>
            <a:endParaRPr lang="en-US" sz="80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sz="1700">
                <a:solidFill>
                  <a:srgbClr val="000000"/>
                </a:solidFill>
                <a:latin typeface="Segoe UI" panose="020B0502040204020203" pitchFamily="34" charset="0"/>
                <a:ea typeface="Segoe UI" panose="020B0502040204020203" pitchFamily="34" charset="0"/>
                <a:cs typeface="Segoe UI" panose="020B0502040204020203" pitchFamily="34" charset="0"/>
              </a:rPr>
              <a:t>Reasonable but not allocable to specific award:</a:t>
            </a:r>
          </a:p>
          <a:p>
            <a:pPr lvl="1">
              <a:lnSpc>
                <a:spcPct val="150000"/>
              </a:lnSpc>
              <a:buClrTx/>
              <a:buSzPct val="106000"/>
              <a:buFont typeface="Wingdings" panose="05000000000000000000" pitchFamily="2" charset="2"/>
              <a:buChar char="v"/>
            </a:pPr>
            <a:r>
              <a:rPr lang="en-US" sz="150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 copier (that everyone in the office uses)</a:t>
            </a:r>
            <a:endParaRPr lang="en-US" sz="80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sz="1700">
                <a:solidFill>
                  <a:srgbClr val="000000"/>
                </a:solidFill>
                <a:latin typeface="Segoe UI" panose="020B0502040204020203" pitchFamily="34" charset="0"/>
                <a:ea typeface="Segoe UI" panose="020B0502040204020203" pitchFamily="34" charset="0"/>
                <a:cs typeface="Segoe UI" panose="020B0502040204020203" pitchFamily="34" charset="0"/>
              </a:rPr>
              <a:t>Reasonable and allocable but does not conform to terms and conditions</a:t>
            </a:r>
          </a:p>
          <a:p>
            <a:pPr lvl="1">
              <a:lnSpc>
                <a:spcPct val="150000"/>
              </a:lnSpc>
              <a:buClrTx/>
              <a:buSzPct val="106000"/>
              <a:buFont typeface="Wingdings" panose="05000000000000000000" pitchFamily="2" charset="2"/>
              <a:buChar char="v"/>
            </a:pPr>
            <a:r>
              <a:rPr lang="en-US" sz="150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Lobbying costs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ea typeface="Segoe UI" pitchFamily="34" charset="0"/>
                <a:cs typeface="Segoe UI" pitchFamily="34" charset="0"/>
              </a:rPr>
              <a:t>Test for Allowability</a:t>
            </a:r>
            <a:endParaRPr lang="en-US" sz="3600" kern="0">
              <a:solidFill>
                <a:schemeClr val="tx1"/>
              </a:solidFill>
            </a:endParaRPr>
          </a:p>
        </p:txBody>
      </p:sp>
    </p:spTree>
    <p:extLst>
      <p:ext uri="{BB962C8B-B14F-4D97-AF65-F5344CB8AC3E}">
        <p14:creationId xmlns:p14="http://schemas.microsoft.com/office/powerpoint/2010/main" val="2934135243"/>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65;p14"/>
          <p:cNvSpPr txBox="1">
            <a:spLocks noGrp="1"/>
          </p:cNvSpPr>
          <p:nvPr>
            <p:ph type="title"/>
          </p:nvPr>
        </p:nvSpPr>
        <p:spPr>
          <a:xfrm>
            <a:off x="457200" y="210312"/>
            <a:ext cx="55113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a:solidFill>
                  <a:schemeClr val="tx1"/>
                </a:solidFill>
                <a:latin typeface="Segoe UI" pitchFamily="34" charset="0"/>
                <a:cs typeface="Segoe UI" pitchFamily="34" charset="0"/>
              </a:rPr>
              <a:t>When in Doubt…</a:t>
            </a:r>
            <a:endParaRPr sz="3600">
              <a:solidFill>
                <a:schemeClr val="tx1"/>
              </a:solidFill>
              <a:latin typeface="Segoe UI" pitchFamily="34" charset="0"/>
              <a:cs typeface="Segoe UI" pitchFamily="34" charset="0"/>
            </a:endParaRPr>
          </a:p>
        </p:txBody>
      </p:sp>
      <p:sp>
        <p:nvSpPr>
          <p:cNvPr id="7" name="Google Shape;200;p30"/>
          <p:cNvSpPr txBox="1">
            <a:spLocks noGrp="1"/>
          </p:cNvSpPr>
          <p:nvPr>
            <p:ph type="body" idx="1"/>
          </p:nvPr>
        </p:nvSpPr>
        <p:spPr>
          <a:xfrm>
            <a:off x="384048" y="1051560"/>
            <a:ext cx="5711952" cy="3530090"/>
          </a:xfrm>
          <a:prstGeom prst="rect">
            <a:avLst/>
          </a:prstGeom>
        </p:spPr>
        <p:txBody>
          <a:bodyPr spcFirstLastPara="1" wrap="square" lIns="91425" tIns="91425" rIns="91425" bIns="91425" anchor="t" anchorCtr="0">
            <a:noAutofit/>
          </a:bodyPr>
          <a:lstStyle/>
          <a:p>
            <a:pPr>
              <a:lnSpc>
                <a:spcPct val="20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Review the Field Office Supplemental Manual (Field staff) </a:t>
            </a:r>
          </a:p>
          <a:p>
            <a:pPr>
              <a:lnSpc>
                <a:spcPct val="20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Read the F2F Award Document (HQ staff)</a:t>
            </a:r>
          </a:p>
          <a:p>
            <a:pPr>
              <a:lnSpc>
                <a:spcPct val="200000"/>
              </a:lnSpc>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Refer to the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hlinkClick r:id="rId4"/>
              </a:rPr>
              <a:t>2 CFR 200 </a:t>
            </a: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200000"/>
              </a:lnSpc>
              <a:buClrTx/>
              <a:buFont typeface="Arial" panose="020B0604020202020204" pitchFamily="34" charset="0"/>
              <a:buChar char="•"/>
            </a:pPr>
            <a:r>
              <a:rPr lang="en-US" b="1" i="1">
                <a:solidFill>
                  <a:schemeClr val="tx1"/>
                </a:solidFill>
                <a:latin typeface="Segoe UI" panose="020B0502040204020203" pitchFamily="34" charset="0"/>
                <a:ea typeface="Segoe UI" panose="020B0502040204020203" pitchFamily="34" charset="0"/>
                <a:cs typeface="Segoe UI" panose="020B0502040204020203" pitchFamily="34" charset="0"/>
              </a:rPr>
              <a:t>Ask yourself what a prudent person would do!</a:t>
            </a:r>
          </a:p>
        </p:txBody>
      </p:sp>
    </p:spTree>
    <p:extLst>
      <p:ext uri="{BB962C8B-B14F-4D97-AF65-F5344CB8AC3E}">
        <p14:creationId xmlns:p14="http://schemas.microsoft.com/office/powerpoint/2010/main" val="2540148509"/>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Mandatory as Applicable</a:t>
            </a:r>
            <a:endParaRPr sz="400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Protection from SEA</a:t>
            </a:r>
            <a:endParaRPr lang="en-US" sz="3600" kern="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 M14</a:t>
            </a:r>
            <a:endParaRPr lang="en-US">
              <a:solidFill>
                <a:schemeClr val="bg1"/>
              </a:solidFill>
            </a:endParaRPr>
          </a:p>
        </p:txBody>
      </p:sp>
      <p:sp>
        <p:nvSpPr>
          <p:cNvPr id="8" name="Google Shape;65;p14">
            <a:extLst>
              <a:ext uri="{FF2B5EF4-FFF2-40B4-BE49-F238E27FC236}">
                <a16:creationId xmlns:a16="http://schemas.microsoft.com/office/drawing/2014/main" id="{6DE1FA37-C451-4D7A-923C-DE79E70C2821}"/>
              </a:ext>
            </a:extLst>
          </p:cNvPr>
          <p:cNvSpPr txBox="1">
            <a:spLocks noGrp="1"/>
          </p:cNvSpPr>
          <p:nvPr>
            <p:ph type="title"/>
          </p:nvPr>
        </p:nvSpPr>
        <p:spPr>
          <a:xfrm>
            <a:off x="1391254" y="1422992"/>
            <a:ext cx="4114800" cy="720475"/>
          </a:xfrm>
          <a:prstGeom prst="rect">
            <a:avLst/>
          </a:prstGeom>
        </p:spPr>
        <p:txBody>
          <a:bodyPr spcFirstLastPara="1" wrap="square" lIns="91425" tIns="91425" rIns="91425" bIns="91425" anchor="b" anchorCtr="0">
            <a:noAutofit/>
          </a:bodyPr>
          <a:lstStyle/>
          <a:p>
            <a:pPr lvl="0"/>
            <a:r>
              <a:rPr lang="en-US" sz="3600">
                <a:solidFill>
                  <a:schemeClr val="tx1"/>
                </a:solidFill>
                <a:latin typeface="Segoe UI" pitchFamily="34" charset="0"/>
                <a:ea typeface="Segoe UI" pitchFamily="34" charset="0"/>
                <a:cs typeface="Segoe UI" pitchFamily="34" charset="0"/>
              </a:rPr>
              <a:t>Sexual Exploitation</a:t>
            </a:r>
            <a:endParaRPr sz="3600">
              <a:solidFill>
                <a:schemeClr val="tx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70641" y="1959386"/>
            <a:ext cx="6172200" cy="1296193"/>
          </a:xfrm>
          <a:prstGeom prst="rect">
            <a:avLst/>
          </a:prstGeom>
        </p:spPr>
        <p:txBody>
          <a:bodyPr spcFirstLastPara="1" wrap="square" lIns="91425" tIns="91425" rIns="91425" bIns="91425" anchor="t" anchorCtr="0">
            <a:noAutofit/>
          </a:bodyPr>
          <a:lstStyle/>
          <a:p>
            <a:pPr marL="127000" indent="0" algn="ctr">
              <a:buNone/>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Any actual or attempted abuse of a position of vulnerability, differential power or trust for sexual purposes, including, but not limited to, profiting monetarily, socially, or politically from the sexual exploitation of another </a:t>
            </a:r>
          </a:p>
        </p:txBody>
      </p:sp>
      <p:sp>
        <p:nvSpPr>
          <p:cNvPr id="10" name="Google Shape;65;p14">
            <a:extLst>
              <a:ext uri="{FF2B5EF4-FFF2-40B4-BE49-F238E27FC236}">
                <a16:creationId xmlns:a16="http://schemas.microsoft.com/office/drawing/2014/main" id="{8BF99220-8DB3-4821-93EB-01466DC68747}"/>
              </a:ext>
            </a:extLst>
          </p:cNvPr>
          <p:cNvSpPr txBox="1">
            <a:spLocks/>
          </p:cNvSpPr>
          <p:nvPr/>
        </p:nvSpPr>
        <p:spPr>
          <a:xfrm>
            <a:off x="1299341" y="3255579"/>
            <a:ext cx="4114800" cy="720475"/>
          </a:xfrm>
          <a:prstGeom prst="rect">
            <a:avLst/>
          </a:prstGeom>
        </p:spPr>
        <p:txBody>
          <a:bodyPr spcFirstLastPara="1" vert="horz" wrap="square" lIns="91425" tIns="91425" rIns="91425" bIns="91425" rtlCol="0" anchor="b" anchorCtr="0">
            <a:noAutofit/>
          </a:bodyPr>
          <a:lstStyle>
            <a:lvl1pPr lvl="0" algn="ctr" defTabSz="914400" rtl="0" eaLnBrk="1" latinLnBrk="0" hangingPunct="1">
              <a:spcBef>
                <a:spcPts val="0"/>
              </a:spcBef>
              <a:spcAft>
                <a:spcPts val="0"/>
              </a:spcAft>
              <a:buSzPts val="4800"/>
              <a:buNone/>
              <a:defRPr sz="4400" kern="1200">
                <a:solidFill>
                  <a:schemeClr val="tx1"/>
                </a:solidFill>
                <a:latin typeface="+mj-lt"/>
                <a:ea typeface="+mj-ea"/>
                <a:cs typeface="+mj-cs"/>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sz="3600">
                <a:latin typeface="Segoe UI" pitchFamily="34" charset="0"/>
                <a:ea typeface="Segoe UI" pitchFamily="34" charset="0"/>
                <a:cs typeface="Segoe UI" pitchFamily="34" charset="0"/>
              </a:rPr>
              <a:t>Sexual Abuse</a:t>
            </a:r>
            <a:endParaRPr lang="en-US" sz="3600"/>
          </a:p>
        </p:txBody>
      </p:sp>
      <p:sp>
        <p:nvSpPr>
          <p:cNvPr id="11" name="Google Shape;67;p14">
            <a:extLst>
              <a:ext uri="{FF2B5EF4-FFF2-40B4-BE49-F238E27FC236}">
                <a16:creationId xmlns:a16="http://schemas.microsoft.com/office/drawing/2014/main" id="{052B5B67-DF82-4C33-B79C-8BDB4B40A9BE}"/>
              </a:ext>
            </a:extLst>
          </p:cNvPr>
          <p:cNvSpPr txBox="1">
            <a:spLocks/>
          </p:cNvSpPr>
          <p:nvPr/>
        </p:nvSpPr>
        <p:spPr>
          <a:xfrm>
            <a:off x="270641" y="3953669"/>
            <a:ext cx="6172200" cy="1026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127000" lvl="1" indent="0" algn="ctr">
              <a:spcBef>
                <a:spcPts val="600"/>
              </a:spcBef>
              <a:buFont typeface="Lato Light"/>
              <a:buNone/>
            </a:pPr>
            <a:r>
              <a:rPr lang="en-US" sz="1700" kern="0">
                <a:solidFill>
                  <a:schemeClr val="tx1"/>
                </a:solidFill>
                <a:latin typeface="Segoe UI" panose="020B0502040204020203" pitchFamily="34" charset="0"/>
                <a:ea typeface="Segoe UI" panose="020B0502040204020203" pitchFamily="34" charset="0"/>
                <a:cs typeface="Segoe UI" panose="020B0502040204020203" pitchFamily="34" charset="0"/>
              </a:rPr>
              <a:t>The </a:t>
            </a:r>
            <a:r>
              <a:rPr lang="en-US" sz="1700" b="1" kern="0">
                <a:solidFill>
                  <a:schemeClr val="tx1"/>
                </a:solidFill>
                <a:latin typeface="Segoe UI" panose="020B0502040204020203" pitchFamily="34" charset="0"/>
                <a:ea typeface="Segoe UI" panose="020B0502040204020203" pitchFamily="34" charset="0"/>
                <a:cs typeface="Segoe UI" panose="020B0502040204020203" pitchFamily="34" charset="0"/>
              </a:rPr>
              <a:t>actual</a:t>
            </a:r>
            <a:r>
              <a:rPr lang="en-US" sz="1700" kern="0">
                <a:solidFill>
                  <a:schemeClr val="tx1"/>
                </a:solidFill>
                <a:latin typeface="Segoe UI" panose="020B0502040204020203" pitchFamily="34" charset="0"/>
                <a:ea typeface="Segoe UI" panose="020B0502040204020203" pitchFamily="34" charset="0"/>
                <a:cs typeface="Segoe UI" panose="020B0502040204020203" pitchFamily="34" charset="0"/>
              </a:rPr>
              <a:t> or </a:t>
            </a:r>
            <a:r>
              <a:rPr lang="en-US" sz="1700" b="1" kern="0">
                <a:solidFill>
                  <a:schemeClr val="tx1"/>
                </a:solidFill>
                <a:latin typeface="Segoe UI" panose="020B0502040204020203" pitchFamily="34" charset="0"/>
                <a:ea typeface="Segoe UI" panose="020B0502040204020203" pitchFamily="34" charset="0"/>
                <a:cs typeface="Segoe UI" panose="020B0502040204020203" pitchFamily="34" charset="0"/>
              </a:rPr>
              <a:t>threatened</a:t>
            </a:r>
            <a:r>
              <a:rPr lang="en-US" sz="1700" kern="0">
                <a:solidFill>
                  <a:schemeClr val="tx1"/>
                </a:solidFill>
                <a:latin typeface="Segoe UI" panose="020B0502040204020203" pitchFamily="34" charset="0"/>
                <a:ea typeface="Segoe UI" panose="020B0502040204020203" pitchFamily="34" charset="0"/>
                <a:cs typeface="Segoe UI" panose="020B0502040204020203" pitchFamily="34" charset="0"/>
              </a:rPr>
              <a:t> physical intrusion of a sexual nature, whether by force or under equal or coercive conditions</a:t>
            </a:r>
          </a:p>
          <a:p>
            <a:pPr marL="127000" indent="0" algn="ctr">
              <a:buFont typeface="Lato Light"/>
              <a:buNone/>
            </a:pPr>
            <a:endParaRPr lang="en-US" sz="1700" kern="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43023188"/>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In accordance with the internal control requirements in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2 CFR 200.303</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 which require the recipient to establish standards of conduct for its employees, the recipient must ensure that all its employees adhere to these standards of conduct in a manner consistent with the standards for United Nations (UN) employees in Section 3 of the UN Secretary-General’s Bulletin </a:t>
            </a:r>
            <a:r>
              <a:rPr lang="en-US" sz="1700">
                <a:solidFill>
                  <a:schemeClr val="tx1"/>
                </a:solidFill>
                <a:latin typeface="Segoe UI" panose="020B0502040204020203" pitchFamily="34" charset="0"/>
                <a:cs typeface="Segoe UI" panose="020B0502040204020203" pitchFamily="34" charset="0"/>
              </a:rPr>
              <a:t>(</a:t>
            </a:r>
            <a:r>
              <a:rPr lang="en-US" sz="1700" u="sng">
                <a:solidFill>
                  <a:schemeClr val="tx1"/>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ST/SGB/2003/13</a:t>
            </a:r>
            <a:r>
              <a:rPr lang="en-US" sz="1700">
                <a:solidFill>
                  <a:schemeClr val="tx1"/>
                </a:solidFill>
                <a:latin typeface="Segoe UI" panose="020B0502040204020203" pitchFamily="34" charset="0"/>
                <a:cs typeface="Segoe UI" panose="020B0502040204020203" pitchFamily="34" charset="0"/>
              </a:rPr>
              <a:t>)</a:t>
            </a: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Protection from SEA</a:t>
            </a:r>
            <a:endParaRPr lang="en-US" sz="3600" kern="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6">
                  <a:extLst>
                    <a:ext uri="{A12FA001-AC4F-418D-AE19-62706E023703}">
                      <ahyp:hlinkClr xmlns:ahyp="http://schemas.microsoft.com/office/drawing/2018/hyperlinkcolor" val="tx"/>
                    </a:ext>
                  </a:extLst>
                </a:hlinkClick>
              </a:rPr>
              <a:t>USAID - M14</a:t>
            </a:r>
            <a:endParaRPr lang="en-US">
              <a:solidFill>
                <a:schemeClr val="bg1"/>
              </a:solidFill>
            </a:endParaRPr>
          </a:p>
        </p:txBody>
      </p:sp>
    </p:spTree>
    <p:extLst>
      <p:ext uri="{BB962C8B-B14F-4D97-AF65-F5344CB8AC3E}">
        <p14:creationId xmlns:p14="http://schemas.microsoft.com/office/powerpoint/2010/main" val="1208532956"/>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exploitation and sexual abuse constitute acts of serious misconduct and are therefore grounds for disciplinary measures, including summary dismissal;</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activity with  children (persons  under  the  age  of  18) is prohibited regardless of the age of majority or age of consent locally. Mistaken belief in the age of a child is not a defense;</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Exchange of money, employment, goods or services for  sex, including sexual favors or other forms of humiliating, degrading or exploitative behavior, is prohibited. This includes any exchange of assistance that is due to beneficiaries of assistance;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Protection from SEA</a:t>
            </a:r>
            <a:endParaRPr lang="en-US" sz="3600" kern="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 M14</a:t>
            </a:r>
            <a:endParaRPr lang="en-US">
              <a:solidFill>
                <a:schemeClr val="bg1"/>
              </a:solidFill>
            </a:endParaRPr>
          </a:p>
        </p:txBody>
      </p:sp>
    </p:spTree>
    <p:extLst>
      <p:ext uri="{BB962C8B-B14F-4D97-AF65-F5344CB8AC3E}">
        <p14:creationId xmlns:p14="http://schemas.microsoft.com/office/powerpoint/2010/main" val="2472928703"/>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startAt="4"/>
            </a:pPr>
            <a:r>
              <a:rPr lang="en-US" sz="1600">
                <a:solidFill>
                  <a:schemeClr val="tx1"/>
                </a:solidFill>
                <a:latin typeface="Segoe UI" panose="020B0502040204020203" pitchFamily="34" charset="0"/>
                <a:ea typeface="Segoe UI" panose="020B0502040204020203" pitchFamily="34" charset="0"/>
                <a:cs typeface="Segoe UI" panose="020B0502040204020203" pitchFamily="34" charset="0"/>
              </a:rPr>
              <a:t>Sexual relationships between staff and  beneficiaries of assistance, since they are based on  inherently unequal power dynamics. Such relationships undermine the credibility and integrity of humanitarian aid work. </a:t>
            </a:r>
          </a:p>
          <a:p>
            <a:pPr marL="495300" indent="-342900">
              <a:spcBef>
                <a:spcPts val="0"/>
              </a:spcBef>
              <a:spcAft>
                <a:spcPts val="1000"/>
              </a:spcAft>
              <a:buClrTx/>
              <a:buSzPct val="106000"/>
              <a:buFont typeface="+mj-lt"/>
              <a:buAutoNum type="alphaLcParenR" startAt="4"/>
            </a:pPr>
            <a:r>
              <a:rPr lang="en-US" sz="1600">
                <a:solidFill>
                  <a:schemeClr val="tx1"/>
                </a:solidFill>
                <a:latin typeface="Segoe UI" panose="020B0502040204020203" pitchFamily="34" charset="0"/>
                <a:ea typeface="Segoe UI" panose="020B0502040204020203" pitchFamily="34" charset="0"/>
                <a:cs typeface="Segoe UI" panose="020B0502040204020203" pitchFamily="34" charset="0"/>
              </a:rPr>
              <a:t>Where a staff member develops  concerns  or suspicions regarding sexual exploitation or sexual abuse by a fellow worker, he or she must report such concerns via established reporting mechanisms;</a:t>
            </a:r>
          </a:p>
          <a:p>
            <a:pPr marL="495300" indent="-342900">
              <a:spcBef>
                <a:spcPts val="0"/>
              </a:spcBef>
              <a:spcAft>
                <a:spcPts val="1000"/>
              </a:spcAft>
              <a:buClrTx/>
              <a:buSzPct val="106000"/>
              <a:buFont typeface="+mj-lt"/>
              <a:buAutoNum type="alphaLcParenR" startAt="4"/>
            </a:pPr>
            <a:r>
              <a:rPr lang="en-US" sz="1600">
                <a:solidFill>
                  <a:schemeClr val="tx1"/>
                </a:solidFill>
                <a:latin typeface="Segoe UI" panose="020B0502040204020203" pitchFamily="34" charset="0"/>
                <a:ea typeface="Segoe UI" panose="020B0502040204020203" pitchFamily="34" charset="0"/>
                <a:cs typeface="Segoe UI" panose="020B0502040204020203" pitchFamily="34" charset="0"/>
              </a:rPr>
              <a:t>Staff are obliged to create and maintain  an environment that prevents sexual exploitation and  sexual  abuse. Managers at all levels have a particular   responsibility to support and develop systems that   maintain this environment.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a:solidFill>
                  <a:schemeClr val="tx1"/>
                </a:solidFill>
                <a:latin typeface="Segoe UI" pitchFamily="34" charset="0"/>
                <a:cs typeface="Segoe UI" pitchFamily="34" charset="0"/>
              </a:rPr>
              <a:t>Protection from SEA</a:t>
            </a:r>
            <a:endParaRPr lang="en-US" sz="3600" kern="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 M14</a:t>
            </a:r>
            <a:endParaRPr lang="en-US">
              <a:solidFill>
                <a:schemeClr val="bg1"/>
              </a:solidFill>
            </a:endParaRPr>
          </a:p>
        </p:txBody>
      </p:sp>
    </p:spTree>
    <p:extLst>
      <p:ext uri="{BB962C8B-B14F-4D97-AF65-F5344CB8AC3E}">
        <p14:creationId xmlns:p14="http://schemas.microsoft.com/office/powerpoint/2010/main" val="789832549"/>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500">
                <a:solidFill>
                  <a:schemeClr val="tx1"/>
                </a:solidFill>
                <a:latin typeface="Segoe UI" panose="020B0502040204020203" pitchFamily="34" charset="0"/>
                <a:ea typeface="Segoe UI" panose="020B0502040204020203" pitchFamily="34" charset="0"/>
                <a:cs typeface="Segoe UI" panose="020B0502040204020203" pitchFamily="34" charset="0"/>
              </a:rPr>
              <a:t>Anyone under the age of 18. According to F2F, youth is anyone 15-29</a:t>
            </a: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Ensure compliance with host country and local child welfare and protection legislation or international standards, whichever gives greater protection, and with U.S. law where applicable</a:t>
            </a: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Prohibit all personnel from engaging in </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child abuse</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exploitation</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 or </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neglect</a:t>
            </a: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Consider child safeguarding in project planning and implementation to determine potential risks to children associated with project activities and operations</a:t>
            </a:r>
          </a:p>
          <a:p>
            <a:pPr lvl="0" algn="l" rtl="0">
              <a:spcBef>
                <a:spcPts val="1200"/>
              </a:spcBef>
              <a:spcAft>
                <a:spcPts val="0"/>
              </a:spcAft>
              <a:buSzPts val="1800"/>
              <a:buFont typeface="Wingdings" panose="05000000000000000000" pitchFamily="2" charset="2"/>
              <a:buChar char="§"/>
            </a:pPr>
            <a:endParaRPr lang="en-US" sz="140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 M27</a:t>
            </a:r>
            <a:endParaRPr lang="en-US">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Child Safeguarding</a:t>
            </a:r>
            <a:endParaRPr lang="en-US" sz="3600" kern="0">
              <a:solidFill>
                <a:schemeClr val="tx1"/>
              </a:solidFill>
            </a:endParaRPr>
          </a:p>
        </p:txBody>
      </p:sp>
    </p:spTree>
    <p:extLst>
      <p:ext uri="{BB962C8B-B14F-4D97-AF65-F5344CB8AC3E}">
        <p14:creationId xmlns:p14="http://schemas.microsoft.com/office/powerpoint/2010/main" val="3381497375"/>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Apply measures to </a:t>
            </a:r>
            <a:r>
              <a:rPr lang="en-US" sz="1700" b="1">
                <a:solidFill>
                  <a:schemeClr val="tx1"/>
                </a:solidFill>
                <a:latin typeface="Segoe UI" panose="020B0502040204020203" pitchFamily="34" charset="0"/>
                <a:ea typeface="Segoe UI" panose="020B0502040204020203" pitchFamily="34" charset="0"/>
                <a:cs typeface="Segoe UI" panose="020B0502040204020203" pitchFamily="34" charset="0"/>
              </a:rPr>
              <a:t>reduce risk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of child abuse, exploitation, or neglect** </a:t>
            </a: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Promote child-safe screening procedures for personnel, particularly personnel whose work brings them in direct contact with children;</a:t>
            </a: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Have a procedure for ensuring that personnel and others recognize child abuse, exploitation, or neglect; mandating that personnel and others report allegations; investigating and managing allegations; and taking appropriate action in response to such allegations, including, but not limited to, dismissal of personnel</a:t>
            </a:r>
            <a:endParaRPr lang="en-US" sz="140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 M27</a:t>
            </a:r>
            <a:endParaRPr lang="en-US">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Child Safeguarding</a:t>
            </a:r>
            <a:endParaRPr lang="en-US" sz="3600" kern="0">
              <a:solidFill>
                <a:schemeClr val="tx1"/>
              </a:solidFill>
            </a:endParaRPr>
          </a:p>
        </p:txBody>
      </p:sp>
    </p:spTree>
    <p:extLst>
      <p:ext uri="{BB962C8B-B14F-4D97-AF65-F5344CB8AC3E}">
        <p14:creationId xmlns:p14="http://schemas.microsoft.com/office/powerpoint/2010/main" val="394311324"/>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the recruitment, harboring, transportation, provision, or obtaining of a person for labor or services, through the use of force, fraud, or coercion for the purpose of subjection to involuntary servitude, peonage, debt bondage, or slavery</a:t>
            </a:r>
          </a:p>
          <a:p>
            <a:pPr marL="127000" indent="0">
              <a:buClrTx/>
              <a:buNone/>
            </a:pPr>
            <a:endParaRPr lang="en-US" sz="3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TIP involves exploitation of all types.  TIP can include elements of recruiting, harboring, transporting, providing, or obtaining a person for the purpose of exploitation.</a:t>
            </a:r>
          </a:p>
          <a:p>
            <a:pPr marL="127000" indent="0">
              <a:buClrTx/>
              <a:buNone/>
            </a:pPr>
            <a:endParaRPr lang="en-US" sz="3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The three most common forms of trafficking are:</a:t>
            </a:r>
          </a:p>
          <a:p>
            <a:pPr lvl="1">
              <a:buClrTx/>
              <a:buFont typeface="Arial" panose="020B0604020202020204" pitchFamily="34" charset="0"/>
              <a:buChar char="•"/>
            </a:pPr>
            <a:r>
              <a:rPr lang="en-US" sz="1500">
                <a:solidFill>
                  <a:schemeClr val="accent2">
                    <a:lumMod val="75000"/>
                  </a:schemeClr>
                </a:solidFill>
                <a:latin typeface="Segoe UI" panose="020B0502040204020203" pitchFamily="34" charset="0"/>
                <a:cs typeface="Segoe UI" panose="020B0502040204020203" pitchFamily="34" charset="0"/>
              </a:rPr>
              <a:t>Labor Trafficking</a:t>
            </a:r>
          </a:p>
          <a:p>
            <a:pPr lvl="1">
              <a:buClrTx/>
              <a:buFont typeface="Arial" panose="020B0604020202020204" pitchFamily="34" charset="0"/>
              <a:buChar char="•"/>
            </a:pPr>
            <a:r>
              <a:rPr lang="en-US" sz="1500">
                <a:solidFill>
                  <a:schemeClr val="accent2">
                    <a:lumMod val="75000"/>
                  </a:schemeClr>
                </a:solidFill>
                <a:latin typeface="Segoe UI" panose="020B0502040204020203" pitchFamily="34" charset="0"/>
                <a:cs typeface="Segoe UI" panose="020B0502040204020203" pitchFamily="34" charset="0"/>
              </a:rPr>
              <a:t>Sex Trafficking</a:t>
            </a:r>
          </a:p>
          <a:p>
            <a:pPr lvl="1">
              <a:buClrTx/>
              <a:buFont typeface="Arial" panose="020B0604020202020204" pitchFamily="34" charset="0"/>
              <a:buChar char="•"/>
            </a:pPr>
            <a:r>
              <a:rPr lang="en-US" sz="1500">
                <a:solidFill>
                  <a:schemeClr val="accent2">
                    <a:lumMod val="75000"/>
                  </a:schemeClr>
                </a:solidFill>
                <a:latin typeface="Segoe UI" panose="020B0502040204020203" pitchFamily="34" charset="0"/>
                <a:cs typeface="Segoe UI" panose="020B0502040204020203" pitchFamily="34" charset="0"/>
              </a:rPr>
              <a:t>Child Soldiering</a:t>
            </a:r>
          </a:p>
          <a:p>
            <a:pPr>
              <a:buClrTx/>
              <a:buFont typeface="Arial" panose="020B0604020202020204" pitchFamily="34" charset="0"/>
              <a:buChar char="•"/>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303.3.32</a:t>
            </a:r>
            <a:endParaRPr lang="en-US">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Trafficking in Persons</a:t>
            </a:r>
            <a:endParaRPr lang="en-US" sz="3600" kern="0">
              <a:solidFill>
                <a:schemeClr val="tx1"/>
              </a:solidFill>
            </a:endParaRPr>
          </a:p>
        </p:txBody>
      </p:sp>
    </p:spTree>
    <p:extLst>
      <p:ext uri="{BB962C8B-B14F-4D97-AF65-F5344CB8AC3E}">
        <p14:creationId xmlns:p14="http://schemas.microsoft.com/office/powerpoint/2010/main" val="1512586690"/>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The recipient, </a:t>
            </a:r>
            <a:r>
              <a:rPr lang="en-US" sz="1700" err="1">
                <a:solidFill>
                  <a:schemeClr val="tx1"/>
                </a:solidFill>
                <a:latin typeface="Segoe UI" panose="020B0502040204020203" pitchFamily="34" charset="0"/>
                <a:ea typeface="Segoe UI" panose="020B0502040204020203" pitchFamily="34" charset="0"/>
                <a:cs typeface="Segoe UI" panose="020B0502040204020203" pitchFamily="34" charset="0"/>
              </a:rPr>
              <a:t>subawardee</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Trafficking in persons</a:t>
            </a:r>
          </a:p>
          <a:p>
            <a:pPr lvl="1">
              <a:spcAft>
                <a:spcPts val="6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Procurement of a commercial sex act during the period of this award</a:t>
            </a:r>
          </a:p>
          <a:p>
            <a:pPr lvl="1">
              <a:spcAft>
                <a:spcPts val="6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Use of forced labor in the performance of this award</a:t>
            </a:r>
          </a:p>
          <a:p>
            <a:pPr lvl="1">
              <a:spcAft>
                <a:spcPts val="6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Acts that directly support or advance trafficking in persons, including: </a:t>
            </a:r>
          </a:p>
          <a:p>
            <a:pPr lvl="2">
              <a:spcAft>
                <a:spcPts val="600"/>
              </a:spcAft>
              <a:buClrTx/>
              <a:buFont typeface="Wingdings" panose="05000000000000000000" pitchFamily="2" charset="2"/>
              <a:buChar char="Ø"/>
            </a:pPr>
            <a:r>
              <a:rPr lang="en-US" sz="1500">
                <a:solidFill>
                  <a:schemeClr val="accent2">
                    <a:lumMod val="75000"/>
                  </a:schemeClr>
                </a:solidFill>
                <a:latin typeface="Segoe UI" panose="020B0502040204020203" pitchFamily="34" charset="0"/>
                <a:cs typeface="Segoe UI" panose="020B0502040204020203" pitchFamily="34" charset="0"/>
              </a:rPr>
              <a:t>Destroying, concealing, confiscating, or otherwise denying an employee access to that employee's identity or immigration documents</a:t>
            </a:r>
          </a:p>
          <a:p>
            <a:pPr marL="12700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303.3.32</a:t>
            </a:r>
            <a:endParaRPr lang="en-US">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Trafficking in Persons</a:t>
            </a:r>
            <a:endParaRPr lang="en-US" sz="3600" kern="0">
              <a:solidFill>
                <a:schemeClr val="tx1"/>
              </a:solidFill>
            </a:endParaRPr>
          </a:p>
        </p:txBody>
      </p:sp>
    </p:spTree>
    <p:extLst>
      <p:ext uri="{BB962C8B-B14F-4D97-AF65-F5344CB8AC3E}">
        <p14:creationId xmlns:p14="http://schemas.microsoft.com/office/powerpoint/2010/main" val="1841640217"/>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The recipient, </a:t>
            </a:r>
            <a:r>
              <a:rPr lang="en-US" sz="1700" err="1">
                <a:solidFill>
                  <a:schemeClr val="tx1"/>
                </a:solidFill>
                <a:latin typeface="Segoe UI" panose="020B0502040204020203" pitchFamily="34" charset="0"/>
                <a:ea typeface="Segoe UI" panose="020B0502040204020203" pitchFamily="34" charset="0"/>
                <a:cs typeface="Segoe UI" panose="020B0502040204020203" pitchFamily="34" charset="0"/>
              </a:rPr>
              <a:t>subawardee</a:t>
            </a:r>
            <a:r>
              <a:rPr lang="en-US" sz="1700">
                <a:solidFill>
                  <a:schemeClr val="tx1"/>
                </a:solidFill>
                <a:latin typeface="Segoe UI" panose="020B0502040204020203" pitchFamily="34" charset="0"/>
                <a:ea typeface="Segoe UI" panose="020B0502040204020203" pitchFamily="34" charset="0"/>
                <a:cs typeface="Segoe UI" panose="020B0502040204020203" pitchFamily="34" charset="0"/>
              </a:rPr>
              <a:t>,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Failing to provide return transportation to an employee to the country they were recruited from at end of employment*</a:t>
            </a:r>
          </a:p>
          <a:p>
            <a:pPr lvl="1">
              <a:spcAft>
                <a:spcPts val="6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Using misleading or fraudulent recruiting practices</a:t>
            </a:r>
          </a:p>
          <a:p>
            <a:pPr lvl="1">
              <a:spcAft>
                <a:spcPts val="6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Charging employees recruitment fees</a:t>
            </a:r>
          </a:p>
          <a:p>
            <a:pPr lvl="1">
              <a:spcAft>
                <a:spcPts val="600"/>
              </a:spcAft>
              <a:buClrTx/>
              <a:buFont typeface="Arial" panose="020B0604020202020204" pitchFamily="34" charset="0"/>
              <a:buChar char="•"/>
            </a:pPr>
            <a:r>
              <a:rPr lang="en-US" sz="1500">
                <a:solidFill>
                  <a:schemeClr val="tx1"/>
                </a:solidFill>
                <a:latin typeface="Segoe UI" panose="020B0502040204020203" pitchFamily="34" charset="0"/>
                <a:cs typeface="Segoe UI" panose="020B0502040204020203" pitchFamily="34" charset="0"/>
              </a:rPr>
              <a:t>Providing or arranging housing that fails to meet the host country housing and safety standards</a:t>
            </a:r>
          </a:p>
          <a:p>
            <a:pPr lvl="1">
              <a:spcAft>
                <a:spcPts val="600"/>
              </a:spcAft>
              <a:buClrTx/>
              <a:buFont typeface="Arial" panose="020B0604020202020204" pitchFamily="34" charset="0"/>
              <a:buChar char="•"/>
            </a:pPr>
            <a:endParaRPr lang="en-US" sz="1500">
              <a:solidFill>
                <a:schemeClr val="tx1"/>
              </a:solidFill>
              <a:latin typeface="Segoe UI" panose="020B0502040204020203" pitchFamily="34" charset="0"/>
              <a:cs typeface="Segoe UI" panose="020B0502040204020203" pitchFamily="34" charset="0"/>
            </a:endParaRPr>
          </a:p>
          <a:p>
            <a:pPr marL="12700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a:solidFill>
                  <a:schemeClr val="bg1"/>
                </a:solidFill>
                <a:hlinkClick r:id="rId4">
                  <a:extLst>
                    <a:ext uri="{A12FA001-AC4F-418D-AE19-62706E023703}">
                      <ahyp:hlinkClr xmlns:ahyp="http://schemas.microsoft.com/office/drawing/2018/hyperlinkcolor" val="tx"/>
                    </a:ext>
                  </a:extLst>
                </a:hlinkClick>
              </a:rPr>
              <a:t>USAID 303.3.32</a:t>
            </a:r>
            <a:endParaRPr lang="en-US">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a:solidFill>
                  <a:schemeClr val="tx1"/>
                </a:solidFill>
                <a:latin typeface="Segoe UI" pitchFamily="34" charset="0"/>
                <a:ea typeface="Segoe UI" pitchFamily="34" charset="0"/>
                <a:cs typeface="Segoe UI" pitchFamily="34" charset="0"/>
              </a:rPr>
              <a:t>Trafficking in Persons</a:t>
            </a:r>
            <a:endParaRPr lang="en-US" sz="3600" kern="0">
              <a:solidFill>
                <a:schemeClr val="tx1"/>
              </a:solidFill>
            </a:endParaRPr>
          </a:p>
        </p:txBody>
      </p:sp>
    </p:spTree>
    <p:extLst>
      <p:ext uri="{BB962C8B-B14F-4D97-AF65-F5344CB8AC3E}">
        <p14:creationId xmlns:p14="http://schemas.microsoft.com/office/powerpoint/2010/main" val="1068241505"/>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a:solidFill>
                  <a:schemeClr val="bg1"/>
                </a:solidFill>
                <a:latin typeface="Segoe UI" pitchFamily="34" charset="0"/>
                <a:ea typeface="Segoe UI" pitchFamily="34" charset="0"/>
                <a:cs typeface="Segoe UI" pitchFamily="34" charset="0"/>
              </a:rPr>
              <a:t>Q&amp;A</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6CE710-A902-4782-88C8-87AB82C50BFF}">
  <ds:schemaRefs>
    <ds:schemaRef ds:uri="http://schemas.microsoft.com/office/2006/metadata/properties"/>
    <ds:schemaRef ds:uri="http://purl.org/dc/elements/1.1/"/>
    <ds:schemaRef ds:uri="http://purl.org/dc/dcmitype/"/>
    <ds:schemaRef ds:uri="dc808d36-874f-4b27-aec2-2fd649817929"/>
    <ds:schemaRef ds:uri="http://schemas.microsoft.com/office/infopath/2007/PartnerControls"/>
    <ds:schemaRef ds:uri="http://schemas.microsoft.com/office/2006/documentManagement/types"/>
    <ds:schemaRef ds:uri="ba2e8617-29ee-40b9-b822-c9e0f853d80d"/>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EB2CA712-DB8D-4621-B2A5-2B37108E0470}">
  <ds:schemaRefs>
    <ds:schemaRef ds:uri="http://schemas.microsoft.com/sharepoint/v3/contenttype/forms"/>
  </ds:schemaRefs>
</ds:datastoreItem>
</file>

<file path=customXml/itemProps3.xml><?xml version="1.0" encoding="utf-8"?>
<ds:datastoreItem xmlns:ds="http://schemas.openxmlformats.org/officeDocument/2006/customXml" ds:itemID="{74B0C43C-8E7E-4F29-A9A1-BE60693EB8AB}"/>
</file>

<file path=docProps/app.xml><?xml version="1.0" encoding="utf-8"?>
<Properties xmlns="http://schemas.openxmlformats.org/officeDocument/2006/extended-properties" xmlns:vt="http://schemas.openxmlformats.org/officeDocument/2006/docPropsVTypes">
  <TotalTime>401</TotalTime>
  <Words>4282</Words>
  <Application>Microsoft Office PowerPoint</Application>
  <PresentationFormat>On-screen Show (16:9)</PresentationFormat>
  <Paragraphs>333</Paragraphs>
  <Slides>35</Slides>
  <Notes>35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35</vt:i4>
      </vt:variant>
    </vt:vector>
  </HeadingPairs>
  <TitlesOfParts>
    <vt:vector size="46" baseType="lpstr">
      <vt:lpstr>Arial</vt:lpstr>
      <vt:lpstr>Calibri</vt:lpstr>
      <vt:lpstr>Lao UI</vt:lpstr>
      <vt:lpstr>Lato Hairline</vt:lpstr>
      <vt:lpstr>Lato Light</vt:lpstr>
      <vt:lpstr>Segoe UI</vt:lpstr>
      <vt:lpstr>Trade Gothic</vt:lpstr>
      <vt:lpstr>Wingdings</vt:lpstr>
      <vt:lpstr>Office Theme</vt:lpstr>
      <vt:lpstr>Eglamour template</vt:lpstr>
      <vt:lpstr>1_Eglamour template</vt:lpstr>
      <vt:lpstr>Federal Rules and Regulations: </vt:lpstr>
      <vt:lpstr>OMB Uniform Guidance 2 CFR 200</vt:lpstr>
      <vt:lpstr>UG Contents</vt:lpstr>
      <vt:lpstr>Administrative Requirements</vt:lpstr>
      <vt:lpstr>Grantee System Standards</vt:lpstr>
      <vt:lpstr>Financial Management System</vt:lpstr>
      <vt:lpstr>Suspension &amp; Debarment </vt:lpstr>
      <vt:lpstr>Procurement</vt:lpstr>
      <vt:lpstr>PowerPoint Presentation</vt:lpstr>
      <vt:lpstr>PowerPoint Presentation</vt:lpstr>
      <vt:lpstr>PowerPoint Presentation</vt:lpstr>
      <vt:lpstr>PowerPoint Presentation</vt:lpstr>
      <vt:lpstr>Telecommunications</vt:lpstr>
      <vt:lpstr>PowerPoint Presentation</vt:lpstr>
      <vt:lpstr>PowerPoint Presentation</vt:lpstr>
      <vt:lpstr>PowerPoint Presentation</vt:lpstr>
      <vt:lpstr>PowerPoint Presentation</vt:lpstr>
      <vt:lpstr>PowerPoint Presentation</vt:lpstr>
      <vt:lpstr>General Test of Allowability</vt:lpstr>
      <vt:lpstr>PowerPoint Presentation</vt:lpstr>
      <vt:lpstr>PowerPoint Presentation</vt:lpstr>
      <vt:lpstr>PowerPoint Presentation</vt:lpstr>
      <vt:lpstr>PowerPoint Presentation</vt:lpstr>
      <vt:lpstr>When in Doubt…</vt:lpstr>
      <vt:lpstr>Mandatory as Applicable</vt:lpstr>
      <vt:lpstr>Sexual Exploitation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Andi Thomas</cp:lastModifiedBy>
  <cp:revision>2</cp:revision>
  <dcterms:created xsi:type="dcterms:W3CDTF">2019-06-24T13:16:26Z</dcterms:created>
  <dcterms:modified xsi:type="dcterms:W3CDTF">2021-11-29T22:37:21Z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