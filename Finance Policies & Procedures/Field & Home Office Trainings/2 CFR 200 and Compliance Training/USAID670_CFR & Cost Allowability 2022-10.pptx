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48"/>
  </p:notesMasterIdLst>
  <p:sldIdLst>
    <p:sldId id="257" r:id="rId7"/>
    <p:sldId id="289" r:id="rId8"/>
    <p:sldId id="259" r:id="rId9"/>
    <p:sldId id="263" r:id="rId10"/>
    <p:sldId id="264" r:id="rId11"/>
    <p:sldId id="265" r:id="rId12"/>
    <p:sldId id="287" r:id="rId13"/>
    <p:sldId id="266" r:id="rId14"/>
    <p:sldId id="267" r:id="rId15"/>
    <p:sldId id="268" r:id="rId16"/>
    <p:sldId id="269" r:id="rId17"/>
    <p:sldId id="307" r:id="rId18"/>
    <p:sldId id="306" r:id="rId19"/>
    <p:sldId id="308" r:id="rId20"/>
    <p:sldId id="309" r:id="rId21"/>
    <p:sldId id="310" r:id="rId22"/>
    <p:sldId id="270" r:id="rId23"/>
    <p:sldId id="272" r:id="rId24"/>
    <p:sldId id="293" r:id="rId25"/>
    <p:sldId id="290" r:id="rId26"/>
    <p:sldId id="273" r:id="rId27"/>
    <p:sldId id="274" r:id="rId28"/>
    <p:sldId id="275" r:id="rId29"/>
    <p:sldId id="284" r:id="rId30"/>
    <p:sldId id="285" r:id="rId31"/>
    <p:sldId id="276" r:id="rId32"/>
    <p:sldId id="279" r:id="rId33"/>
    <p:sldId id="317" r:id="rId34"/>
    <p:sldId id="311" r:id="rId35"/>
    <p:sldId id="297" r:id="rId36"/>
    <p:sldId id="319" r:id="rId37"/>
    <p:sldId id="320" r:id="rId38"/>
    <p:sldId id="321" r:id="rId39"/>
    <p:sldId id="322" r:id="rId40"/>
    <p:sldId id="323" r:id="rId41"/>
    <p:sldId id="324" r:id="rId42"/>
    <p:sldId id="325" r:id="rId43"/>
    <p:sldId id="326" r:id="rId44"/>
    <p:sldId id="328" r:id="rId45"/>
    <p:sldId id="329" r:id="rId46"/>
    <p:sldId id="283" r:id="rId4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C07"/>
    <a:srgbClr val="FDB300"/>
    <a:srgbClr val="DFB76F"/>
    <a:srgbClr val="DEAE58"/>
    <a:srgbClr val="5FACB9"/>
    <a:srgbClr val="F8A15A"/>
    <a:srgbClr val="FCCFAA"/>
    <a:srgbClr val="00B2D0"/>
    <a:srgbClr val="00C9DA"/>
    <a:srgbClr val="8BCB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493A9B-B64C-4B39-8122-137BDDD5D03F}" v="16" dt="2022-10-12T01:13:18.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542" autoAdjust="0"/>
  </p:normalViewPr>
  <p:slideViewPr>
    <p:cSldViewPr snapToGrid="0">
      <p:cViewPr varScale="1">
        <p:scale>
          <a:sx n="97" d="100"/>
          <a:sy n="97" d="100"/>
        </p:scale>
        <p:origin x="1046" y="36"/>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Martin" userId="04f63225-1d27-46ab-9c7c-1c8b513bed32" providerId="ADAL" clId="{16493A9B-B64C-4B39-8122-137BDDD5D03F}"/>
    <pc:docChg chg="undo redo custSel addSld delSld modSld sldOrd">
      <pc:chgData name="Danielle Martin" userId="04f63225-1d27-46ab-9c7c-1c8b513bed32" providerId="ADAL" clId="{16493A9B-B64C-4B39-8122-137BDDD5D03F}" dt="2022-10-12T11:14:48.753" v="3600" actId="20577"/>
      <pc:docMkLst>
        <pc:docMk/>
      </pc:docMkLst>
      <pc:sldChg chg="modSp mod">
        <pc:chgData name="Danielle Martin" userId="04f63225-1d27-46ab-9c7c-1c8b513bed32" providerId="ADAL" clId="{16493A9B-B64C-4B39-8122-137BDDD5D03F}" dt="2022-10-12T01:13:33.281" v="3573" actId="6549"/>
        <pc:sldMkLst>
          <pc:docMk/>
          <pc:sldMk cId="3963571660" sldId="257"/>
        </pc:sldMkLst>
        <pc:spChg chg="mod">
          <ac:chgData name="Danielle Martin" userId="04f63225-1d27-46ab-9c7c-1c8b513bed32" providerId="ADAL" clId="{16493A9B-B64C-4B39-8122-137BDDD5D03F}" dt="2022-10-12T01:13:33.281" v="3573" actId="6549"/>
          <ac:spMkLst>
            <pc:docMk/>
            <pc:sldMk cId="3963571660" sldId="257"/>
            <ac:spMk id="2" creationId="{00000000-0000-0000-0000-000000000000}"/>
          </ac:spMkLst>
        </pc:spChg>
      </pc:sldChg>
      <pc:sldChg chg="modSp mod modNotesTx">
        <pc:chgData name="Danielle Martin" userId="04f63225-1d27-46ab-9c7c-1c8b513bed32" providerId="ADAL" clId="{16493A9B-B64C-4B39-8122-137BDDD5D03F}" dt="2022-10-11T23:20:31.585" v="202"/>
        <pc:sldMkLst>
          <pc:docMk/>
          <pc:sldMk cId="3368432275" sldId="266"/>
        </pc:sldMkLst>
        <pc:spChg chg="mod">
          <ac:chgData name="Danielle Martin" userId="04f63225-1d27-46ab-9c7c-1c8b513bed32" providerId="ADAL" clId="{16493A9B-B64C-4B39-8122-137BDDD5D03F}" dt="2022-10-11T23:20:31.585" v="202"/>
          <ac:spMkLst>
            <pc:docMk/>
            <pc:sldMk cId="3368432275" sldId="266"/>
            <ac:spMk id="200" creationId="{00000000-0000-0000-0000-000000000000}"/>
          </ac:spMkLst>
        </pc:spChg>
      </pc:sldChg>
      <pc:sldChg chg="modNotesTx">
        <pc:chgData name="Danielle Martin" userId="04f63225-1d27-46ab-9c7c-1c8b513bed32" providerId="ADAL" clId="{16493A9B-B64C-4B39-8122-137BDDD5D03F}" dt="2022-10-12T08:24:50.775" v="3574" actId="20577"/>
        <pc:sldMkLst>
          <pc:docMk/>
          <pc:sldMk cId="2502525383" sldId="267"/>
        </pc:sldMkLst>
      </pc:sldChg>
      <pc:sldChg chg="modSp mod modNotesTx">
        <pc:chgData name="Danielle Martin" userId="04f63225-1d27-46ab-9c7c-1c8b513bed32" providerId="ADAL" clId="{16493A9B-B64C-4B39-8122-137BDDD5D03F}" dt="2022-10-12T08:59:57.082" v="3578" actId="20577"/>
        <pc:sldMkLst>
          <pc:docMk/>
          <pc:sldMk cId="3597516244" sldId="272"/>
        </pc:sldMkLst>
        <pc:spChg chg="mod">
          <ac:chgData name="Danielle Martin" userId="04f63225-1d27-46ab-9c7c-1c8b513bed32" providerId="ADAL" clId="{16493A9B-B64C-4B39-8122-137BDDD5D03F}" dt="2022-10-12T08:59:43.745" v="3577" actId="20577"/>
          <ac:spMkLst>
            <pc:docMk/>
            <pc:sldMk cId="3597516244" sldId="272"/>
            <ac:spMk id="67" creationId="{00000000-0000-0000-0000-000000000000}"/>
          </ac:spMkLst>
        </pc:spChg>
      </pc:sldChg>
      <pc:sldChg chg="modSp mod">
        <pc:chgData name="Danielle Martin" userId="04f63225-1d27-46ab-9c7c-1c8b513bed32" providerId="ADAL" clId="{16493A9B-B64C-4B39-8122-137BDDD5D03F}" dt="2022-10-12T00:06:33.634" v="1348" actId="20577"/>
        <pc:sldMkLst>
          <pc:docMk/>
          <pc:sldMk cId="2934135243" sldId="276"/>
        </pc:sldMkLst>
        <pc:spChg chg="mod">
          <ac:chgData name="Danielle Martin" userId="04f63225-1d27-46ab-9c7c-1c8b513bed32" providerId="ADAL" clId="{16493A9B-B64C-4B39-8122-137BDDD5D03F}" dt="2022-10-12T00:06:00.196" v="1344" actId="1076"/>
          <ac:spMkLst>
            <pc:docMk/>
            <pc:sldMk cId="2934135243" sldId="276"/>
            <ac:spMk id="5" creationId="{00000000-0000-0000-0000-000000000000}"/>
          </ac:spMkLst>
        </pc:spChg>
        <pc:spChg chg="mod">
          <ac:chgData name="Danielle Martin" userId="04f63225-1d27-46ab-9c7c-1c8b513bed32" providerId="ADAL" clId="{16493A9B-B64C-4B39-8122-137BDDD5D03F}" dt="2022-10-12T00:06:33.634" v="1348" actId="20577"/>
          <ac:spMkLst>
            <pc:docMk/>
            <pc:sldMk cId="2934135243" sldId="276"/>
            <ac:spMk id="67" creationId="{00000000-0000-0000-0000-000000000000}"/>
          </ac:spMkLst>
        </pc:spChg>
      </pc:sldChg>
      <pc:sldChg chg="modSp mod">
        <pc:chgData name="Danielle Martin" userId="04f63225-1d27-46ab-9c7c-1c8b513bed32" providerId="ADAL" clId="{16493A9B-B64C-4B39-8122-137BDDD5D03F}" dt="2022-10-11T23:53:20.305" v="895" actId="313"/>
        <pc:sldMkLst>
          <pc:docMk/>
          <pc:sldMk cId="910019463" sldId="279"/>
        </pc:sldMkLst>
        <pc:spChg chg="mod">
          <ac:chgData name="Danielle Martin" userId="04f63225-1d27-46ab-9c7c-1c8b513bed32" providerId="ADAL" clId="{16493A9B-B64C-4B39-8122-137BDDD5D03F}" dt="2022-10-11T23:53:20.305" v="895" actId="313"/>
          <ac:spMkLst>
            <pc:docMk/>
            <pc:sldMk cId="910019463" sldId="279"/>
            <ac:spMk id="101" creationId="{00000000-0000-0000-0000-000000000000}"/>
          </ac:spMkLst>
        </pc:spChg>
      </pc:sldChg>
      <pc:sldChg chg="modNotesTx">
        <pc:chgData name="Danielle Martin" userId="04f63225-1d27-46ab-9c7c-1c8b513bed32" providerId="ADAL" clId="{16493A9B-B64C-4B39-8122-137BDDD5D03F}" dt="2022-10-12T09:01:49.660" v="3591" actId="20577"/>
        <pc:sldMkLst>
          <pc:docMk/>
          <pc:sldMk cId="798250953" sldId="285"/>
        </pc:sldMkLst>
      </pc:sldChg>
      <pc:sldChg chg="modNotesTx">
        <pc:chgData name="Danielle Martin" userId="04f63225-1d27-46ab-9c7c-1c8b513bed32" providerId="ADAL" clId="{16493A9B-B64C-4B39-8122-137BDDD5D03F}" dt="2022-10-12T11:14:48.753" v="3600" actId="20577"/>
        <pc:sldMkLst>
          <pc:docMk/>
          <pc:sldMk cId="1922730267" sldId="287"/>
        </pc:sldMkLst>
      </pc:sldChg>
      <pc:sldChg chg="del">
        <pc:chgData name="Danielle Martin" userId="04f63225-1d27-46ab-9c7c-1c8b513bed32" providerId="ADAL" clId="{16493A9B-B64C-4B39-8122-137BDDD5D03F}" dt="2022-10-12T00:29:15.980" v="1801" actId="47"/>
        <pc:sldMkLst>
          <pc:docMk/>
          <pc:sldMk cId="3085414058" sldId="288"/>
        </pc:sldMkLst>
      </pc:sldChg>
      <pc:sldChg chg="modSp del mod ord">
        <pc:chgData name="Danielle Martin" userId="04f63225-1d27-46ab-9c7c-1c8b513bed32" providerId="ADAL" clId="{16493A9B-B64C-4B39-8122-137BDDD5D03F}" dt="2022-10-12T01:10:39.334" v="3563" actId="47"/>
        <pc:sldMkLst>
          <pc:docMk/>
          <pc:sldMk cId="2540148509" sldId="292"/>
        </pc:sldMkLst>
        <pc:spChg chg="mod">
          <ac:chgData name="Danielle Martin" userId="04f63225-1d27-46ab-9c7c-1c8b513bed32" providerId="ADAL" clId="{16493A9B-B64C-4B39-8122-137BDDD5D03F}" dt="2022-10-12T00:31:15.345" v="1819" actId="6549"/>
          <ac:spMkLst>
            <pc:docMk/>
            <pc:sldMk cId="2540148509" sldId="292"/>
            <ac:spMk id="7" creationId="{00000000-0000-0000-0000-000000000000}"/>
          </ac:spMkLst>
        </pc:spChg>
      </pc:sldChg>
      <pc:sldChg chg="modSp mod">
        <pc:chgData name="Danielle Martin" userId="04f63225-1d27-46ab-9c7c-1c8b513bed32" providerId="ADAL" clId="{16493A9B-B64C-4B39-8122-137BDDD5D03F}" dt="2022-10-12T09:00:10.947" v="3590" actId="6549"/>
        <pc:sldMkLst>
          <pc:docMk/>
          <pc:sldMk cId="241458670" sldId="293"/>
        </pc:sldMkLst>
        <pc:spChg chg="mod">
          <ac:chgData name="Danielle Martin" userId="04f63225-1d27-46ab-9c7c-1c8b513bed32" providerId="ADAL" clId="{16493A9B-B64C-4B39-8122-137BDDD5D03F}" dt="2022-10-12T09:00:10.947" v="3590" actId="6549"/>
          <ac:spMkLst>
            <pc:docMk/>
            <pc:sldMk cId="241458670" sldId="293"/>
            <ac:spMk id="67" creationId="{00000000-0000-0000-0000-000000000000}"/>
          </ac:spMkLst>
        </pc:spChg>
      </pc:sldChg>
      <pc:sldChg chg="del">
        <pc:chgData name="Danielle Martin" userId="04f63225-1d27-46ab-9c7c-1c8b513bed32" providerId="ADAL" clId="{16493A9B-B64C-4B39-8122-137BDDD5D03F}" dt="2022-10-11T22:51:37.634" v="4" actId="47"/>
        <pc:sldMkLst>
          <pc:docMk/>
          <pc:sldMk cId="3381497375" sldId="295"/>
        </pc:sldMkLst>
      </pc:sldChg>
      <pc:sldChg chg="del">
        <pc:chgData name="Danielle Martin" userId="04f63225-1d27-46ab-9c7c-1c8b513bed32" providerId="ADAL" clId="{16493A9B-B64C-4B39-8122-137BDDD5D03F}" dt="2022-10-11T22:51:36.935" v="3" actId="47"/>
        <pc:sldMkLst>
          <pc:docMk/>
          <pc:sldMk cId="394311324" sldId="296"/>
        </pc:sldMkLst>
      </pc:sldChg>
      <pc:sldChg chg="addSp delSp modSp add del mod ord modNotesTx">
        <pc:chgData name="Danielle Martin" userId="04f63225-1d27-46ab-9c7c-1c8b513bed32" providerId="ADAL" clId="{16493A9B-B64C-4B39-8122-137BDDD5D03F}" dt="2022-10-12T00:31:57.762" v="1822"/>
        <pc:sldMkLst>
          <pc:docMk/>
          <pc:sldMk cId="2743023188" sldId="297"/>
        </pc:sldMkLst>
        <pc:spChg chg="add del mod">
          <ac:chgData name="Danielle Martin" userId="04f63225-1d27-46ab-9c7c-1c8b513bed32" providerId="ADAL" clId="{16493A9B-B64C-4B39-8122-137BDDD5D03F}" dt="2022-10-11T23:27:48.914" v="220" actId="478"/>
          <ac:spMkLst>
            <pc:docMk/>
            <pc:sldMk cId="2743023188" sldId="297"/>
            <ac:spMk id="3" creationId="{7FC0ED51-7CEB-04A4-ACD3-3BEEB2BBDB6A}"/>
          </ac:spMkLst>
        </pc:spChg>
        <pc:spChg chg="add del mod">
          <ac:chgData name="Danielle Martin" userId="04f63225-1d27-46ab-9c7c-1c8b513bed32" providerId="ADAL" clId="{16493A9B-B64C-4B39-8122-137BDDD5D03F}" dt="2022-10-11T23:27:55.939" v="222" actId="478"/>
          <ac:spMkLst>
            <pc:docMk/>
            <pc:sldMk cId="2743023188" sldId="297"/>
            <ac:spMk id="5" creationId="{2E036B86-948C-A6A1-F9DD-ED7B594713C0}"/>
          </ac:spMkLst>
        </pc:spChg>
        <pc:spChg chg="mod">
          <ac:chgData name="Danielle Martin" userId="04f63225-1d27-46ab-9c7c-1c8b513bed32" providerId="ADAL" clId="{16493A9B-B64C-4B39-8122-137BDDD5D03F}" dt="2022-10-12T00:07:08.047" v="1354"/>
          <ac:spMkLst>
            <pc:docMk/>
            <pc:sldMk cId="2743023188" sldId="297"/>
            <ac:spMk id="6" creationId="{00000000-0000-0000-0000-000000000000}"/>
          </ac:spMkLst>
        </pc:spChg>
        <pc:spChg chg="mod">
          <ac:chgData name="Danielle Martin" userId="04f63225-1d27-46ab-9c7c-1c8b513bed32" providerId="ADAL" clId="{16493A9B-B64C-4B39-8122-137BDDD5D03F}" dt="2022-10-12T00:30:37.597" v="1811" actId="207"/>
          <ac:spMkLst>
            <pc:docMk/>
            <pc:sldMk cId="2743023188" sldId="297"/>
            <ac:spMk id="7" creationId="{00000000-0000-0000-0000-000000000000}"/>
          </ac:spMkLst>
        </pc:spChg>
        <pc:spChg chg="del">
          <ac:chgData name="Danielle Martin" userId="04f63225-1d27-46ab-9c7c-1c8b513bed32" providerId="ADAL" clId="{16493A9B-B64C-4B39-8122-137BDDD5D03F}" dt="2022-10-11T23:27:44.574" v="219" actId="478"/>
          <ac:spMkLst>
            <pc:docMk/>
            <pc:sldMk cId="2743023188" sldId="297"/>
            <ac:spMk id="8" creationId="{6DE1FA37-C451-4D7A-923C-DE79E70C2821}"/>
          </ac:spMkLst>
        </pc:spChg>
        <pc:spChg chg="del">
          <ac:chgData name="Danielle Martin" userId="04f63225-1d27-46ab-9c7c-1c8b513bed32" providerId="ADAL" clId="{16493A9B-B64C-4B39-8122-137BDDD5D03F}" dt="2022-10-11T23:27:51.642" v="221" actId="478"/>
          <ac:spMkLst>
            <pc:docMk/>
            <pc:sldMk cId="2743023188" sldId="297"/>
            <ac:spMk id="9" creationId="{E68B9885-F7AA-4B4B-B4FF-A2D9076CC8EF}"/>
          </ac:spMkLst>
        </pc:spChg>
        <pc:spChg chg="del">
          <ac:chgData name="Danielle Martin" userId="04f63225-1d27-46ab-9c7c-1c8b513bed32" providerId="ADAL" clId="{16493A9B-B64C-4B39-8122-137BDDD5D03F}" dt="2022-10-11T23:27:35.059" v="217" actId="478"/>
          <ac:spMkLst>
            <pc:docMk/>
            <pc:sldMk cId="2743023188" sldId="297"/>
            <ac:spMk id="10" creationId="{8BF99220-8DB3-4821-93EB-01466DC68747}"/>
          </ac:spMkLst>
        </pc:spChg>
        <pc:spChg chg="del">
          <ac:chgData name="Danielle Martin" userId="04f63225-1d27-46ab-9c7c-1c8b513bed32" providerId="ADAL" clId="{16493A9B-B64C-4B39-8122-137BDDD5D03F}" dt="2022-10-11T23:27:24.218" v="215" actId="478"/>
          <ac:spMkLst>
            <pc:docMk/>
            <pc:sldMk cId="2743023188" sldId="297"/>
            <ac:spMk id="11" creationId="{052B5B67-DF82-4C33-B79C-8BDB4B40A9BE}"/>
          </ac:spMkLst>
        </pc:spChg>
        <pc:spChg chg="add mod">
          <ac:chgData name="Danielle Martin" userId="04f63225-1d27-46ab-9c7c-1c8b513bed32" providerId="ADAL" clId="{16493A9B-B64C-4B39-8122-137BDDD5D03F}" dt="2022-10-11T23:42:30.924" v="487" actId="20577"/>
          <ac:spMkLst>
            <pc:docMk/>
            <pc:sldMk cId="2743023188" sldId="297"/>
            <ac:spMk id="12" creationId="{BB5BEF00-8BA9-4959-8E2C-6C0CCFD01D00}"/>
          </ac:spMkLst>
        </pc:spChg>
      </pc:sldChg>
      <pc:sldChg chg="add del">
        <pc:chgData name="Danielle Martin" userId="04f63225-1d27-46ab-9c7c-1c8b513bed32" providerId="ADAL" clId="{16493A9B-B64C-4B39-8122-137BDDD5D03F}" dt="2022-10-11T23:28:08.387" v="225" actId="47"/>
        <pc:sldMkLst>
          <pc:docMk/>
          <pc:sldMk cId="1208532956" sldId="299"/>
        </pc:sldMkLst>
      </pc:sldChg>
      <pc:sldChg chg="add del">
        <pc:chgData name="Danielle Martin" userId="04f63225-1d27-46ab-9c7c-1c8b513bed32" providerId="ADAL" clId="{16493A9B-B64C-4B39-8122-137BDDD5D03F}" dt="2022-10-11T23:28:09.044" v="226" actId="47"/>
        <pc:sldMkLst>
          <pc:docMk/>
          <pc:sldMk cId="2472928703" sldId="300"/>
        </pc:sldMkLst>
      </pc:sldChg>
      <pc:sldChg chg="add del">
        <pc:chgData name="Danielle Martin" userId="04f63225-1d27-46ab-9c7c-1c8b513bed32" providerId="ADAL" clId="{16493A9B-B64C-4B39-8122-137BDDD5D03F}" dt="2022-10-11T23:28:09.676" v="227" actId="47"/>
        <pc:sldMkLst>
          <pc:docMk/>
          <pc:sldMk cId="789832549" sldId="302"/>
        </pc:sldMkLst>
      </pc:sldChg>
      <pc:sldChg chg="del">
        <pc:chgData name="Danielle Martin" userId="04f63225-1d27-46ab-9c7c-1c8b513bed32" providerId="ADAL" clId="{16493A9B-B64C-4B39-8122-137BDDD5D03F}" dt="2022-10-11T22:51:35.766" v="2" actId="47"/>
        <pc:sldMkLst>
          <pc:docMk/>
          <pc:sldMk cId="1512586690" sldId="303"/>
        </pc:sldMkLst>
      </pc:sldChg>
      <pc:sldChg chg="del">
        <pc:chgData name="Danielle Martin" userId="04f63225-1d27-46ab-9c7c-1c8b513bed32" providerId="ADAL" clId="{16493A9B-B64C-4B39-8122-137BDDD5D03F}" dt="2022-10-11T22:51:35.129" v="1" actId="47"/>
        <pc:sldMkLst>
          <pc:docMk/>
          <pc:sldMk cId="1841640217" sldId="304"/>
        </pc:sldMkLst>
      </pc:sldChg>
      <pc:sldChg chg="del">
        <pc:chgData name="Danielle Martin" userId="04f63225-1d27-46ab-9c7c-1c8b513bed32" providerId="ADAL" clId="{16493A9B-B64C-4B39-8122-137BDDD5D03F}" dt="2022-10-11T22:51:34.222" v="0" actId="47"/>
        <pc:sldMkLst>
          <pc:docMk/>
          <pc:sldMk cId="1068241505" sldId="305"/>
        </pc:sldMkLst>
      </pc:sldChg>
      <pc:sldChg chg="modSp mod">
        <pc:chgData name="Danielle Martin" userId="04f63225-1d27-46ab-9c7c-1c8b513bed32" providerId="ADAL" clId="{16493A9B-B64C-4B39-8122-137BDDD5D03F}" dt="2022-10-11T22:55:46.434" v="50" actId="20577"/>
        <pc:sldMkLst>
          <pc:docMk/>
          <pc:sldMk cId="3696477027" sldId="306"/>
        </pc:sldMkLst>
        <pc:spChg chg="mod">
          <ac:chgData name="Danielle Martin" userId="04f63225-1d27-46ab-9c7c-1c8b513bed32" providerId="ADAL" clId="{16493A9B-B64C-4B39-8122-137BDDD5D03F}" dt="2022-10-11T22:55:46.434" v="50" actId="20577"/>
          <ac:spMkLst>
            <pc:docMk/>
            <pc:sldMk cId="3696477027" sldId="306"/>
            <ac:spMk id="67" creationId="{00000000-0000-0000-0000-000000000000}"/>
          </ac:spMkLst>
        </pc:spChg>
      </pc:sldChg>
      <pc:sldChg chg="add">
        <pc:chgData name="Danielle Martin" userId="04f63225-1d27-46ab-9c7c-1c8b513bed32" providerId="ADAL" clId="{16493A9B-B64C-4B39-8122-137BDDD5D03F}" dt="2022-10-11T22:58:55.999" v="51" actId="2890"/>
        <pc:sldMkLst>
          <pc:docMk/>
          <pc:sldMk cId="3559867105" sldId="307"/>
        </pc:sldMkLst>
      </pc:sldChg>
      <pc:sldChg chg="modSp add mod">
        <pc:chgData name="Danielle Martin" userId="04f63225-1d27-46ab-9c7c-1c8b513bed32" providerId="ADAL" clId="{16493A9B-B64C-4B39-8122-137BDDD5D03F}" dt="2022-10-12T00:29:29.216" v="1802" actId="207"/>
        <pc:sldMkLst>
          <pc:docMk/>
          <pc:sldMk cId="3488990735" sldId="308"/>
        </pc:sldMkLst>
        <pc:spChg chg="mod">
          <ac:chgData name="Danielle Martin" userId="04f63225-1d27-46ab-9c7c-1c8b513bed32" providerId="ADAL" clId="{16493A9B-B64C-4B39-8122-137BDDD5D03F}" dt="2022-10-12T00:29:29.216" v="1802" actId="207"/>
          <ac:spMkLst>
            <pc:docMk/>
            <pc:sldMk cId="3488990735" sldId="308"/>
            <ac:spMk id="5" creationId="{00000000-0000-0000-0000-000000000000}"/>
          </ac:spMkLst>
        </pc:spChg>
        <pc:spChg chg="mod">
          <ac:chgData name="Danielle Martin" userId="04f63225-1d27-46ab-9c7c-1c8b513bed32" providerId="ADAL" clId="{16493A9B-B64C-4B39-8122-137BDDD5D03F}" dt="2022-10-11T23:07:03.863" v="118" actId="20577"/>
          <ac:spMkLst>
            <pc:docMk/>
            <pc:sldMk cId="3488990735" sldId="308"/>
            <ac:spMk id="65" creationId="{00000000-0000-0000-0000-000000000000}"/>
          </ac:spMkLst>
        </pc:spChg>
        <pc:spChg chg="mod">
          <ac:chgData name="Danielle Martin" userId="04f63225-1d27-46ab-9c7c-1c8b513bed32" providerId="ADAL" clId="{16493A9B-B64C-4B39-8122-137BDDD5D03F}" dt="2022-10-11T23:06:47.922" v="114" actId="6549"/>
          <ac:spMkLst>
            <pc:docMk/>
            <pc:sldMk cId="3488990735" sldId="308"/>
            <ac:spMk id="67" creationId="{00000000-0000-0000-0000-000000000000}"/>
          </ac:spMkLst>
        </pc:spChg>
      </pc:sldChg>
      <pc:sldChg chg="modSp add mod">
        <pc:chgData name="Danielle Martin" userId="04f63225-1d27-46ab-9c7c-1c8b513bed32" providerId="ADAL" clId="{16493A9B-B64C-4B39-8122-137BDDD5D03F}" dt="2022-10-12T00:30:00.990" v="1808" actId="207"/>
        <pc:sldMkLst>
          <pc:docMk/>
          <pc:sldMk cId="1505485396" sldId="309"/>
        </pc:sldMkLst>
        <pc:spChg chg="mod">
          <ac:chgData name="Danielle Martin" userId="04f63225-1d27-46ab-9c7c-1c8b513bed32" providerId="ADAL" clId="{16493A9B-B64C-4B39-8122-137BDDD5D03F}" dt="2022-10-12T00:30:00.990" v="1808" actId="207"/>
          <ac:spMkLst>
            <pc:docMk/>
            <pc:sldMk cId="1505485396" sldId="309"/>
            <ac:spMk id="5" creationId="{00000000-0000-0000-0000-000000000000}"/>
          </ac:spMkLst>
        </pc:spChg>
        <pc:spChg chg="mod">
          <ac:chgData name="Danielle Martin" userId="04f63225-1d27-46ab-9c7c-1c8b513bed32" providerId="ADAL" clId="{16493A9B-B64C-4B39-8122-137BDDD5D03F}" dt="2022-10-11T23:07:39.150" v="122"/>
          <ac:spMkLst>
            <pc:docMk/>
            <pc:sldMk cId="1505485396" sldId="309"/>
            <ac:spMk id="65" creationId="{00000000-0000-0000-0000-000000000000}"/>
          </ac:spMkLst>
        </pc:spChg>
        <pc:spChg chg="mod">
          <ac:chgData name="Danielle Martin" userId="04f63225-1d27-46ab-9c7c-1c8b513bed32" providerId="ADAL" clId="{16493A9B-B64C-4B39-8122-137BDDD5D03F}" dt="2022-10-11T23:12:00.489" v="142" actId="255"/>
          <ac:spMkLst>
            <pc:docMk/>
            <pc:sldMk cId="1505485396" sldId="309"/>
            <ac:spMk id="67" creationId="{00000000-0000-0000-0000-000000000000}"/>
          </ac:spMkLst>
        </pc:spChg>
      </pc:sldChg>
      <pc:sldChg chg="modSp add mod">
        <pc:chgData name="Danielle Martin" userId="04f63225-1d27-46ab-9c7c-1c8b513bed32" providerId="ADAL" clId="{16493A9B-B64C-4B39-8122-137BDDD5D03F}" dt="2022-10-12T00:29:52.169" v="1807" actId="207"/>
        <pc:sldMkLst>
          <pc:docMk/>
          <pc:sldMk cId="1849950853" sldId="310"/>
        </pc:sldMkLst>
        <pc:spChg chg="mod">
          <ac:chgData name="Danielle Martin" userId="04f63225-1d27-46ab-9c7c-1c8b513bed32" providerId="ADAL" clId="{16493A9B-B64C-4B39-8122-137BDDD5D03F}" dt="2022-10-12T00:29:52.169" v="1807" actId="207"/>
          <ac:spMkLst>
            <pc:docMk/>
            <pc:sldMk cId="1849950853" sldId="310"/>
            <ac:spMk id="5" creationId="{00000000-0000-0000-0000-000000000000}"/>
          </ac:spMkLst>
        </pc:spChg>
        <pc:spChg chg="mod">
          <ac:chgData name="Danielle Martin" userId="04f63225-1d27-46ab-9c7c-1c8b513bed32" providerId="ADAL" clId="{16493A9B-B64C-4B39-8122-137BDDD5D03F}" dt="2022-10-11T23:13:00.893" v="170" actId="6549"/>
          <ac:spMkLst>
            <pc:docMk/>
            <pc:sldMk cId="1849950853" sldId="310"/>
            <ac:spMk id="65" creationId="{00000000-0000-0000-0000-000000000000}"/>
          </ac:spMkLst>
        </pc:spChg>
        <pc:spChg chg="mod">
          <ac:chgData name="Danielle Martin" userId="04f63225-1d27-46ab-9c7c-1c8b513bed32" providerId="ADAL" clId="{16493A9B-B64C-4B39-8122-137BDDD5D03F}" dt="2022-10-11T23:14:02.046" v="180" actId="255"/>
          <ac:spMkLst>
            <pc:docMk/>
            <pc:sldMk cId="1849950853" sldId="310"/>
            <ac:spMk id="67" creationId="{00000000-0000-0000-0000-000000000000}"/>
          </ac:spMkLst>
        </pc:spChg>
      </pc:sldChg>
      <pc:sldChg chg="modSp add mod ord modNotesTx">
        <pc:chgData name="Danielle Martin" userId="04f63225-1d27-46ab-9c7c-1c8b513bed32" providerId="ADAL" clId="{16493A9B-B64C-4B39-8122-137BDDD5D03F}" dt="2022-10-12T00:30:33.048" v="1810" actId="207"/>
        <pc:sldMkLst>
          <pc:docMk/>
          <pc:sldMk cId="627832522" sldId="311"/>
        </pc:sldMkLst>
        <pc:spChg chg="mod">
          <ac:chgData name="Danielle Martin" userId="04f63225-1d27-46ab-9c7c-1c8b513bed32" providerId="ADAL" clId="{16493A9B-B64C-4B39-8122-137BDDD5D03F}" dt="2022-10-12T00:30:33.048" v="1810" actId="207"/>
          <ac:spMkLst>
            <pc:docMk/>
            <pc:sldMk cId="627832522" sldId="311"/>
            <ac:spMk id="7" creationId="{00000000-0000-0000-0000-000000000000}"/>
          </ac:spMkLst>
        </pc:spChg>
        <pc:spChg chg="mod">
          <ac:chgData name="Danielle Martin" userId="04f63225-1d27-46ab-9c7c-1c8b513bed32" providerId="ADAL" clId="{16493A9B-B64C-4B39-8122-137BDDD5D03F}" dt="2022-10-11T23:58:09.360" v="977" actId="20577"/>
          <ac:spMkLst>
            <pc:docMk/>
            <pc:sldMk cId="627832522" sldId="311"/>
            <ac:spMk id="12" creationId="{BB5BEF00-8BA9-4959-8E2C-6C0CCFD01D00}"/>
          </ac:spMkLst>
        </pc:spChg>
      </pc:sldChg>
      <pc:sldChg chg="modSp add del mod">
        <pc:chgData name="Danielle Martin" userId="04f63225-1d27-46ab-9c7c-1c8b513bed32" providerId="ADAL" clId="{16493A9B-B64C-4B39-8122-137BDDD5D03F}" dt="2022-10-12T00:19:21.996" v="1778" actId="47"/>
        <pc:sldMkLst>
          <pc:docMk/>
          <pc:sldMk cId="872495890" sldId="312"/>
        </pc:sldMkLst>
        <pc:spChg chg="mod">
          <ac:chgData name="Danielle Martin" userId="04f63225-1d27-46ab-9c7c-1c8b513bed32" providerId="ADAL" clId="{16493A9B-B64C-4B39-8122-137BDDD5D03F}" dt="2022-10-11T23:43:55.439" v="632" actId="20577"/>
          <ac:spMkLst>
            <pc:docMk/>
            <pc:sldMk cId="872495890" sldId="312"/>
            <ac:spMk id="6" creationId="{00000000-0000-0000-0000-000000000000}"/>
          </ac:spMkLst>
        </pc:spChg>
        <pc:spChg chg="mod">
          <ac:chgData name="Danielle Martin" userId="04f63225-1d27-46ab-9c7c-1c8b513bed32" providerId="ADAL" clId="{16493A9B-B64C-4B39-8122-137BDDD5D03F}" dt="2022-10-11T23:52:37.059" v="874" actId="20577"/>
          <ac:spMkLst>
            <pc:docMk/>
            <pc:sldMk cId="872495890" sldId="312"/>
            <ac:spMk id="7" creationId="{00000000-0000-0000-0000-000000000000}"/>
          </ac:spMkLst>
        </pc:spChg>
        <pc:spChg chg="mod">
          <ac:chgData name="Danielle Martin" userId="04f63225-1d27-46ab-9c7c-1c8b513bed32" providerId="ADAL" clId="{16493A9B-B64C-4B39-8122-137BDDD5D03F}" dt="2022-10-11T23:59:29.108" v="1034" actId="20577"/>
          <ac:spMkLst>
            <pc:docMk/>
            <pc:sldMk cId="872495890" sldId="312"/>
            <ac:spMk id="12" creationId="{BB5BEF00-8BA9-4959-8E2C-6C0CCFD01D00}"/>
          </ac:spMkLst>
        </pc:spChg>
      </pc:sldChg>
      <pc:sldChg chg="addSp delSp modSp add del mod">
        <pc:chgData name="Danielle Martin" userId="04f63225-1d27-46ab-9c7c-1c8b513bed32" providerId="ADAL" clId="{16493A9B-B64C-4B39-8122-137BDDD5D03F}" dt="2022-10-12T00:19:39.123" v="1785" actId="47"/>
        <pc:sldMkLst>
          <pc:docMk/>
          <pc:sldMk cId="3209209223" sldId="313"/>
        </pc:sldMkLst>
        <pc:spChg chg="add del">
          <ac:chgData name="Danielle Martin" userId="04f63225-1d27-46ab-9c7c-1c8b513bed32" providerId="ADAL" clId="{16493A9B-B64C-4B39-8122-137BDDD5D03F}" dt="2022-10-12T00:01:12.282" v="1037" actId="22"/>
          <ac:spMkLst>
            <pc:docMk/>
            <pc:sldMk cId="3209209223" sldId="313"/>
            <ac:spMk id="8" creationId="{2CB6EE23-A2A8-6E46-198A-E8D8EB984599}"/>
          </ac:spMkLst>
        </pc:spChg>
        <pc:spChg chg="mod">
          <ac:chgData name="Danielle Martin" userId="04f63225-1d27-46ab-9c7c-1c8b513bed32" providerId="ADAL" clId="{16493A9B-B64C-4B39-8122-137BDDD5D03F}" dt="2022-10-12T00:07:18.102" v="1355" actId="15"/>
          <ac:spMkLst>
            <pc:docMk/>
            <pc:sldMk cId="3209209223" sldId="313"/>
            <ac:spMk id="12" creationId="{BB5BEF00-8BA9-4959-8E2C-6C0CCFD01D00}"/>
          </ac:spMkLst>
        </pc:spChg>
      </pc:sldChg>
      <pc:sldChg chg="add del">
        <pc:chgData name="Danielle Martin" userId="04f63225-1d27-46ab-9c7c-1c8b513bed32" providerId="ADAL" clId="{16493A9B-B64C-4B39-8122-137BDDD5D03F}" dt="2022-10-12T00:06:44.254" v="1352" actId="47"/>
        <pc:sldMkLst>
          <pc:docMk/>
          <pc:sldMk cId="3927466581" sldId="314"/>
        </pc:sldMkLst>
      </pc:sldChg>
      <pc:sldChg chg="modSp add del mod ord">
        <pc:chgData name="Danielle Martin" userId="04f63225-1d27-46ab-9c7c-1c8b513bed32" providerId="ADAL" clId="{16493A9B-B64C-4B39-8122-137BDDD5D03F}" dt="2022-10-12T00:20:23.311" v="1795" actId="47"/>
        <pc:sldMkLst>
          <pc:docMk/>
          <pc:sldMk cId="1159784725" sldId="315"/>
        </pc:sldMkLst>
        <pc:spChg chg="mod">
          <ac:chgData name="Danielle Martin" userId="04f63225-1d27-46ab-9c7c-1c8b513bed32" providerId="ADAL" clId="{16493A9B-B64C-4B39-8122-137BDDD5D03F}" dt="2022-10-12T00:14:05.018" v="1676" actId="20577"/>
          <ac:spMkLst>
            <pc:docMk/>
            <pc:sldMk cId="1159784725" sldId="315"/>
            <ac:spMk id="12" creationId="{BB5BEF00-8BA9-4959-8E2C-6C0CCFD01D00}"/>
          </ac:spMkLst>
        </pc:spChg>
      </pc:sldChg>
      <pc:sldChg chg="modSp add del mod">
        <pc:chgData name="Danielle Martin" userId="04f63225-1d27-46ab-9c7c-1c8b513bed32" providerId="ADAL" clId="{16493A9B-B64C-4B39-8122-137BDDD5D03F}" dt="2022-10-12T00:20:39.179" v="1800" actId="47"/>
        <pc:sldMkLst>
          <pc:docMk/>
          <pc:sldMk cId="1048264648" sldId="316"/>
        </pc:sldMkLst>
        <pc:spChg chg="mod">
          <ac:chgData name="Danielle Martin" userId="04f63225-1d27-46ab-9c7c-1c8b513bed32" providerId="ADAL" clId="{16493A9B-B64C-4B39-8122-137BDDD5D03F}" dt="2022-10-12T00:20:33.041" v="1798" actId="20577"/>
          <ac:spMkLst>
            <pc:docMk/>
            <pc:sldMk cId="1048264648" sldId="316"/>
            <ac:spMk id="12" creationId="{BB5BEF00-8BA9-4959-8E2C-6C0CCFD01D00}"/>
          </ac:spMkLst>
        </pc:spChg>
      </pc:sldChg>
      <pc:sldChg chg="modSp add mod ord">
        <pc:chgData name="Danielle Martin" userId="04f63225-1d27-46ab-9c7c-1c8b513bed32" providerId="ADAL" clId="{16493A9B-B64C-4B39-8122-137BDDD5D03F}" dt="2022-10-12T00:18:09.252" v="1762" actId="20577"/>
        <pc:sldMkLst>
          <pc:docMk/>
          <pc:sldMk cId="601752032" sldId="317"/>
        </pc:sldMkLst>
        <pc:spChg chg="mod">
          <ac:chgData name="Danielle Martin" userId="04f63225-1d27-46ab-9c7c-1c8b513bed32" providerId="ADAL" clId="{16493A9B-B64C-4B39-8122-137BDDD5D03F}" dt="2022-10-12T00:18:09.252" v="1762" actId="20577"/>
          <ac:spMkLst>
            <pc:docMk/>
            <pc:sldMk cId="601752032" sldId="317"/>
            <ac:spMk id="5" creationId="{00000000-0000-0000-0000-000000000000}"/>
          </ac:spMkLst>
        </pc:spChg>
        <pc:spChg chg="mod">
          <ac:chgData name="Danielle Martin" userId="04f63225-1d27-46ab-9c7c-1c8b513bed32" providerId="ADAL" clId="{16493A9B-B64C-4B39-8122-137BDDD5D03F}" dt="2022-10-12T00:17:51.537" v="1745" actId="14100"/>
          <ac:spMkLst>
            <pc:docMk/>
            <pc:sldMk cId="601752032" sldId="317"/>
            <ac:spMk id="67" creationId="{00000000-0000-0000-0000-000000000000}"/>
          </ac:spMkLst>
        </pc:spChg>
      </pc:sldChg>
      <pc:sldChg chg="add del ord">
        <pc:chgData name="Danielle Martin" userId="04f63225-1d27-46ab-9c7c-1c8b513bed32" providerId="ADAL" clId="{16493A9B-B64C-4B39-8122-137BDDD5D03F}" dt="2022-10-12T00:18:30.175" v="1768" actId="47"/>
        <pc:sldMkLst>
          <pc:docMk/>
          <pc:sldMk cId="2963880777" sldId="318"/>
        </pc:sldMkLst>
      </pc:sldChg>
      <pc:sldChg chg="addSp delSp modSp add mod ord modNotesTx">
        <pc:chgData name="Danielle Martin" userId="04f63225-1d27-46ab-9c7c-1c8b513bed32" providerId="ADAL" clId="{16493A9B-B64C-4B39-8122-137BDDD5D03F}" dt="2022-10-12T00:30:45.120" v="1812" actId="207"/>
        <pc:sldMkLst>
          <pc:docMk/>
          <pc:sldMk cId="740060266" sldId="319"/>
        </pc:sldMkLst>
        <pc:spChg chg="add del mod">
          <ac:chgData name="Danielle Martin" userId="04f63225-1d27-46ab-9c7c-1c8b513bed32" providerId="ADAL" clId="{16493A9B-B64C-4B39-8122-137BDDD5D03F}" dt="2022-10-12T00:19:13.093" v="1775" actId="478"/>
          <ac:spMkLst>
            <pc:docMk/>
            <pc:sldMk cId="740060266" sldId="319"/>
            <ac:spMk id="3" creationId="{81E5BDE7-2B02-F7C9-FF2A-F2C196F0C7FD}"/>
          </ac:spMkLst>
        </pc:spChg>
        <pc:spChg chg="mod">
          <ac:chgData name="Danielle Martin" userId="04f63225-1d27-46ab-9c7c-1c8b513bed32" providerId="ADAL" clId="{16493A9B-B64C-4B39-8122-137BDDD5D03F}" dt="2022-10-12T00:30:45.120" v="1812" actId="207"/>
          <ac:spMkLst>
            <pc:docMk/>
            <pc:sldMk cId="740060266" sldId="319"/>
            <ac:spMk id="5" creationId="{00000000-0000-0000-0000-000000000000}"/>
          </ac:spMkLst>
        </pc:spChg>
        <pc:spChg chg="mod">
          <ac:chgData name="Danielle Martin" userId="04f63225-1d27-46ab-9c7c-1c8b513bed32" providerId="ADAL" clId="{16493A9B-B64C-4B39-8122-137BDDD5D03F}" dt="2022-10-12T00:18:38.246" v="1769"/>
          <ac:spMkLst>
            <pc:docMk/>
            <pc:sldMk cId="740060266" sldId="319"/>
            <ac:spMk id="7" creationId="{00000000-0000-0000-0000-000000000000}"/>
          </ac:spMkLst>
        </pc:spChg>
        <pc:spChg chg="add mod">
          <ac:chgData name="Danielle Martin" userId="04f63225-1d27-46ab-9c7c-1c8b513bed32" providerId="ADAL" clId="{16493A9B-B64C-4B39-8122-137BDDD5D03F}" dt="2022-10-12T00:19:16.010" v="1776" actId="14100"/>
          <ac:spMkLst>
            <pc:docMk/>
            <pc:sldMk cId="740060266" sldId="319"/>
            <ac:spMk id="8" creationId="{1EE03827-AE42-729E-8A4D-F7C8C84A4AD1}"/>
          </ac:spMkLst>
        </pc:spChg>
        <pc:spChg chg="del">
          <ac:chgData name="Danielle Martin" userId="04f63225-1d27-46ab-9c7c-1c8b513bed32" providerId="ADAL" clId="{16493A9B-B64C-4B39-8122-137BDDD5D03F}" dt="2022-10-12T00:19:03.931" v="1772" actId="478"/>
          <ac:spMkLst>
            <pc:docMk/>
            <pc:sldMk cId="740060266" sldId="319"/>
            <ac:spMk id="95" creationId="{00000000-0000-0000-0000-000000000000}"/>
          </ac:spMkLst>
        </pc:spChg>
      </pc:sldChg>
      <pc:sldChg chg="modSp add mod">
        <pc:chgData name="Danielle Martin" userId="04f63225-1d27-46ab-9c7c-1c8b513bed32" providerId="ADAL" clId="{16493A9B-B64C-4B39-8122-137BDDD5D03F}" dt="2022-10-12T00:30:51.573" v="1813" actId="207"/>
        <pc:sldMkLst>
          <pc:docMk/>
          <pc:sldMk cId="1984307697" sldId="320"/>
        </pc:sldMkLst>
        <pc:spChg chg="mod">
          <ac:chgData name="Danielle Martin" userId="04f63225-1d27-46ab-9c7c-1c8b513bed32" providerId="ADAL" clId="{16493A9B-B64C-4B39-8122-137BDDD5D03F}" dt="2022-10-12T00:30:51.573" v="1813" actId="207"/>
          <ac:spMkLst>
            <pc:docMk/>
            <pc:sldMk cId="1984307697" sldId="320"/>
            <ac:spMk id="5" creationId="{00000000-0000-0000-0000-000000000000}"/>
          </ac:spMkLst>
        </pc:spChg>
        <pc:spChg chg="mod">
          <ac:chgData name="Danielle Martin" userId="04f63225-1d27-46ab-9c7c-1c8b513bed32" providerId="ADAL" clId="{16493A9B-B64C-4B39-8122-137BDDD5D03F}" dt="2022-10-12T00:19:36.476" v="1784" actId="20577"/>
          <ac:spMkLst>
            <pc:docMk/>
            <pc:sldMk cId="1984307697" sldId="320"/>
            <ac:spMk id="8" creationId="{1EE03827-AE42-729E-8A4D-F7C8C84A4AD1}"/>
          </ac:spMkLst>
        </pc:spChg>
      </pc:sldChg>
      <pc:sldChg chg="addSp delSp modSp add mod ord">
        <pc:chgData name="Danielle Martin" userId="04f63225-1d27-46ab-9c7c-1c8b513bed32" providerId="ADAL" clId="{16493A9B-B64C-4B39-8122-137BDDD5D03F}" dt="2022-10-12T00:30:57.825" v="1814" actId="207"/>
        <pc:sldMkLst>
          <pc:docMk/>
          <pc:sldMk cId="2174062724" sldId="321"/>
        </pc:sldMkLst>
        <pc:spChg chg="add del mod">
          <ac:chgData name="Danielle Martin" userId="04f63225-1d27-46ab-9c7c-1c8b513bed32" providerId="ADAL" clId="{16493A9B-B64C-4B39-8122-137BDDD5D03F}" dt="2022-10-12T00:20:18.117" v="1793" actId="478"/>
          <ac:spMkLst>
            <pc:docMk/>
            <pc:sldMk cId="2174062724" sldId="321"/>
            <ac:spMk id="3" creationId="{0ACEF6D1-4A83-E700-A0C6-421E6D4934DE}"/>
          </ac:spMkLst>
        </pc:spChg>
        <pc:spChg chg="mod">
          <ac:chgData name="Danielle Martin" userId="04f63225-1d27-46ab-9c7c-1c8b513bed32" providerId="ADAL" clId="{16493A9B-B64C-4B39-8122-137BDDD5D03F}" dt="2022-10-12T00:30:57.825" v="1814" actId="207"/>
          <ac:spMkLst>
            <pc:docMk/>
            <pc:sldMk cId="2174062724" sldId="321"/>
            <ac:spMk id="5" creationId="{00000000-0000-0000-0000-000000000000}"/>
          </ac:spMkLst>
        </pc:spChg>
        <pc:spChg chg="mod">
          <ac:chgData name="Danielle Martin" userId="04f63225-1d27-46ab-9c7c-1c8b513bed32" providerId="ADAL" clId="{16493A9B-B64C-4B39-8122-137BDDD5D03F}" dt="2022-10-12T00:19:55.672" v="1789"/>
          <ac:spMkLst>
            <pc:docMk/>
            <pc:sldMk cId="2174062724" sldId="321"/>
            <ac:spMk id="6" creationId="{00000000-0000-0000-0000-000000000000}"/>
          </ac:spMkLst>
        </pc:spChg>
        <pc:spChg chg="add mod">
          <ac:chgData name="Danielle Martin" userId="04f63225-1d27-46ab-9c7c-1c8b513bed32" providerId="ADAL" clId="{16493A9B-B64C-4B39-8122-137BDDD5D03F}" dt="2022-10-12T00:20:18.691" v="1794"/>
          <ac:spMkLst>
            <pc:docMk/>
            <pc:sldMk cId="2174062724" sldId="321"/>
            <ac:spMk id="8" creationId="{94182FBD-7F69-455D-1663-192FC1E01C66}"/>
          </ac:spMkLst>
        </pc:spChg>
        <pc:spChg chg="del">
          <ac:chgData name="Danielle Martin" userId="04f63225-1d27-46ab-9c7c-1c8b513bed32" providerId="ADAL" clId="{16493A9B-B64C-4B39-8122-137BDDD5D03F}" dt="2022-10-12T00:20:16.138" v="1792" actId="478"/>
          <ac:spMkLst>
            <pc:docMk/>
            <pc:sldMk cId="2174062724" sldId="321"/>
            <ac:spMk id="67" creationId="{00000000-0000-0000-0000-000000000000}"/>
          </ac:spMkLst>
        </pc:spChg>
      </pc:sldChg>
      <pc:sldChg chg="modSp add mod">
        <pc:chgData name="Danielle Martin" userId="04f63225-1d27-46ab-9c7c-1c8b513bed32" providerId="ADAL" clId="{16493A9B-B64C-4B39-8122-137BDDD5D03F}" dt="2022-10-12T00:31:02.414" v="1815" actId="207"/>
        <pc:sldMkLst>
          <pc:docMk/>
          <pc:sldMk cId="1204755035" sldId="322"/>
        </pc:sldMkLst>
        <pc:spChg chg="mod">
          <ac:chgData name="Danielle Martin" userId="04f63225-1d27-46ab-9c7c-1c8b513bed32" providerId="ADAL" clId="{16493A9B-B64C-4B39-8122-137BDDD5D03F}" dt="2022-10-12T00:31:02.414" v="1815" actId="207"/>
          <ac:spMkLst>
            <pc:docMk/>
            <pc:sldMk cId="1204755035" sldId="322"/>
            <ac:spMk id="5" creationId="{00000000-0000-0000-0000-000000000000}"/>
          </ac:spMkLst>
        </pc:spChg>
        <pc:spChg chg="mod">
          <ac:chgData name="Danielle Martin" userId="04f63225-1d27-46ab-9c7c-1c8b513bed32" providerId="ADAL" clId="{16493A9B-B64C-4B39-8122-137BDDD5D03F}" dt="2022-10-12T00:20:36.404" v="1799"/>
          <ac:spMkLst>
            <pc:docMk/>
            <pc:sldMk cId="1204755035" sldId="322"/>
            <ac:spMk id="8" creationId="{94182FBD-7F69-455D-1663-192FC1E01C66}"/>
          </ac:spMkLst>
        </pc:spChg>
      </pc:sldChg>
      <pc:sldChg chg="modSp add mod ord modNotesTx">
        <pc:chgData name="Danielle Martin" userId="04f63225-1d27-46ab-9c7c-1c8b513bed32" providerId="ADAL" clId="{16493A9B-B64C-4B39-8122-137BDDD5D03F}" dt="2022-10-12T00:41:05.684" v="2337" actId="20577"/>
        <pc:sldMkLst>
          <pc:docMk/>
          <pc:sldMk cId="867416878" sldId="323"/>
        </pc:sldMkLst>
        <pc:spChg chg="mod">
          <ac:chgData name="Danielle Martin" userId="04f63225-1d27-46ab-9c7c-1c8b513bed32" providerId="ADAL" clId="{16493A9B-B64C-4B39-8122-137BDDD5D03F}" dt="2022-10-12T00:32:08.813" v="1832" actId="20577"/>
          <ac:spMkLst>
            <pc:docMk/>
            <pc:sldMk cId="867416878" sldId="323"/>
            <ac:spMk id="6" creationId="{00000000-0000-0000-0000-000000000000}"/>
          </ac:spMkLst>
        </pc:spChg>
        <pc:spChg chg="mod">
          <ac:chgData name="Danielle Martin" userId="04f63225-1d27-46ab-9c7c-1c8b513bed32" providerId="ADAL" clId="{16493A9B-B64C-4B39-8122-137BDDD5D03F}" dt="2022-10-12T00:32:56.671" v="1837" actId="207"/>
          <ac:spMkLst>
            <pc:docMk/>
            <pc:sldMk cId="867416878" sldId="323"/>
            <ac:spMk id="7" creationId="{00000000-0000-0000-0000-000000000000}"/>
          </ac:spMkLst>
        </pc:spChg>
        <pc:spChg chg="mod">
          <ac:chgData name="Danielle Martin" userId="04f63225-1d27-46ab-9c7c-1c8b513bed32" providerId="ADAL" clId="{16493A9B-B64C-4B39-8122-137BDDD5D03F}" dt="2022-10-12T00:41:05.684" v="2337" actId="20577"/>
          <ac:spMkLst>
            <pc:docMk/>
            <pc:sldMk cId="867416878" sldId="323"/>
            <ac:spMk id="12" creationId="{BB5BEF00-8BA9-4959-8E2C-6C0CCFD01D00}"/>
          </ac:spMkLst>
        </pc:spChg>
      </pc:sldChg>
      <pc:sldChg chg="modSp add mod">
        <pc:chgData name="Danielle Martin" userId="04f63225-1d27-46ab-9c7c-1c8b513bed32" providerId="ADAL" clId="{16493A9B-B64C-4B39-8122-137BDDD5D03F}" dt="2022-10-12T01:04:37.545" v="3393" actId="255"/>
        <pc:sldMkLst>
          <pc:docMk/>
          <pc:sldMk cId="667598516" sldId="324"/>
        </pc:sldMkLst>
        <pc:spChg chg="mod">
          <ac:chgData name="Danielle Martin" userId="04f63225-1d27-46ab-9c7c-1c8b513bed32" providerId="ADAL" clId="{16493A9B-B64C-4B39-8122-137BDDD5D03F}" dt="2022-10-12T01:00:51.340" v="3235" actId="1076"/>
          <ac:spMkLst>
            <pc:docMk/>
            <pc:sldMk cId="667598516" sldId="324"/>
            <ac:spMk id="6" creationId="{00000000-0000-0000-0000-000000000000}"/>
          </ac:spMkLst>
        </pc:spChg>
        <pc:spChg chg="mod">
          <ac:chgData name="Danielle Martin" userId="04f63225-1d27-46ab-9c7c-1c8b513bed32" providerId="ADAL" clId="{16493A9B-B64C-4B39-8122-137BDDD5D03F}" dt="2022-10-12T01:00:55.437" v="3236" actId="1076"/>
          <ac:spMkLst>
            <pc:docMk/>
            <pc:sldMk cId="667598516" sldId="324"/>
            <ac:spMk id="7" creationId="{00000000-0000-0000-0000-000000000000}"/>
          </ac:spMkLst>
        </pc:spChg>
        <pc:spChg chg="mod">
          <ac:chgData name="Danielle Martin" userId="04f63225-1d27-46ab-9c7c-1c8b513bed32" providerId="ADAL" clId="{16493A9B-B64C-4B39-8122-137BDDD5D03F}" dt="2022-10-12T01:04:37.545" v="3393" actId="255"/>
          <ac:spMkLst>
            <pc:docMk/>
            <pc:sldMk cId="667598516" sldId="324"/>
            <ac:spMk id="12" creationId="{BB5BEF00-8BA9-4959-8E2C-6C0CCFD01D00}"/>
          </ac:spMkLst>
        </pc:spChg>
      </pc:sldChg>
      <pc:sldChg chg="modSp add mod modNotesTx">
        <pc:chgData name="Danielle Martin" userId="04f63225-1d27-46ab-9c7c-1c8b513bed32" providerId="ADAL" clId="{16493A9B-B64C-4B39-8122-137BDDD5D03F}" dt="2022-10-12T01:00:35.232" v="3234" actId="14100"/>
        <pc:sldMkLst>
          <pc:docMk/>
          <pc:sldMk cId="2590252942" sldId="325"/>
        </pc:sldMkLst>
        <pc:spChg chg="mod">
          <ac:chgData name="Danielle Martin" userId="04f63225-1d27-46ab-9c7c-1c8b513bed32" providerId="ADAL" clId="{16493A9B-B64C-4B39-8122-137BDDD5D03F}" dt="2022-10-12T00:58:58.842" v="3108" actId="1076"/>
          <ac:spMkLst>
            <pc:docMk/>
            <pc:sldMk cId="2590252942" sldId="325"/>
            <ac:spMk id="6" creationId="{00000000-0000-0000-0000-000000000000}"/>
          </ac:spMkLst>
        </pc:spChg>
        <pc:spChg chg="mod">
          <ac:chgData name="Danielle Martin" userId="04f63225-1d27-46ab-9c7c-1c8b513bed32" providerId="ADAL" clId="{16493A9B-B64C-4B39-8122-137BDDD5D03F}" dt="2022-10-12T00:59:01.804" v="3109" actId="1076"/>
          <ac:spMkLst>
            <pc:docMk/>
            <pc:sldMk cId="2590252942" sldId="325"/>
            <ac:spMk id="7" creationId="{00000000-0000-0000-0000-000000000000}"/>
          </ac:spMkLst>
        </pc:spChg>
        <pc:spChg chg="mod">
          <ac:chgData name="Danielle Martin" userId="04f63225-1d27-46ab-9c7c-1c8b513bed32" providerId="ADAL" clId="{16493A9B-B64C-4B39-8122-137BDDD5D03F}" dt="2022-10-12T01:00:35.232" v="3234" actId="14100"/>
          <ac:spMkLst>
            <pc:docMk/>
            <pc:sldMk cId="2590252942" sldId="325"/>
            <ac:spMk id="12" creationId="{BB5BEF00-8BA9-4959-8E2C-6C0CCFD01D00}"/>
          </ac:spMkLst>
        </pc:spChg>
      </pc:sldChg>
      <pc:sldChg chg="modSp add mod ord">
        <pc:chgData name="Danielle Martin" userId="04f63225-1d27-46ab-9c7c-1c8b513bed32" providerId="ADAL" clId="{16493A9B-B64C-4B39-8122-137BDDD5D03F}" dt="2022-10-12T01:09:47.971" v="3549" actId="207"/>
        <pc:sldMkLst>
          <pc:docMk/>
          <pc:sldMk cId="1736178703" sldId="326"/>
        </pc:sldMkLst>
        <pc:spChg chg="mod">
          <ac:chgData name="Danielle Martin" userId="04f63225-1d27-46ab-9c7c-1c8b513bed32" providerId="ADAL" clId="{16493A9B-B64C-4B39-8122-137BDDD5D03F}" dt="2022-10-12T01:09:47.971" v="3549" actId="207"/>
          <ac:spMkLst>
            <pc:docMk/>
            <pc:sldMk cId="1736178703" sldId="326"/>
            <ac:spMk id="5" creationId="{00000000-0000-0000-0000-000000000000}"/>
          </ac:spMkLst>
        </pc:spChg>
        <pc:spChg chg="mod">
          <ac:chgData name="Danielle Martin" userId="04f63225-1d27-46ab-9c7c-1c8b513bed32" providerId="ADAL" clId="{16493A9B-B64C-4B39-8122-137BDDD5D03F}" dt="2022-10-12T01:09:27.155" v="3545" actId="14100"/>
          <ac:spMkLst>
            <pc:docMk/>
            <pc:sldMk cId="1736178703" sldId="326"/>
            <ac:spMk id="7" creationId="{00000000-0000-0000-0000-000000000000}"/>
          </ac:spMkLst>
        </pc:spChg>
        <pc:spChg chg="mod">
          <ac:chgData name="Danielle Martin" userId="04f63225-1d27-46ab-9c7c-1c8b513bed32" providerId="ADAL" clId="{16493A9B-B64C-4B39-8122-137BDDD5D03F}" dt="2022-10-12T01:08:37.947" v="3499"/>
          <ac:spMkLst>
            <pc:docMk/>
            <pc:sldMk cId="1736178703" sldId="326"/>
            <ac:spMk id="8" creationId="{1EE03827-AE42-729E-8A4D-F7C8C84A4AD1}"/>
          </ac:spMkLst>
        </pc:spChg>
      </pc:sldChg>
      <pc:sldChg chg="modSp add del mod">
        <pc:chgData name="Danielle Martin" userId="04f63225-1d27-46ab-9c7c-1c8b513bed32" providerId="ADAL" clId="{16493A9B-B64C-4B39-8122-137BDDD5D03F}" dt="2022-10-12T01:10:08.668" v="3555" actId="47"/>
        <pc:sldMkLst>
          <pc:docMk/>
          <pc:sldMk cId="3866860247" sldId="327"/>
        </pc:sldMkLst>
        <pc:spChg chg="mod">
          <ac:chgData name="Danielle Martin" userId="04f63225-1d27-46ab-9c7c-1c8b513bed32" providerId="ADAL" clId="{16493A9B-B64C-4B39-8122-137BDDD5D03F}" dt="2022-10-12T01:08:48.966" v="3501" actId="20577"/>
          <ac:spMkLst>
            <pc:docMk/>
            <pc:sldMk cId="3866860247" sldId="327"/>
            <ac:spMk id="8" creationId="{1EE03827-AE42-729E-8A4D-F7C8C84A4AD1}"/>
          </ac:spMkLst>
        </pc:spChg>
      </pc:sldChg>
      <pc:sldChg chg="modSp add mod">
        <pc:chgData name="Danielle Martin" userId="04f63225-1d27-46ab-9c7c-1c8b513bed32" providerId="ADAL" clId="{16493A9B-B64C-4B39-8122-137BDDD5D03F}" dt="2022-10-12T01:11:13.168" v="3565" actId="6549"/>
        <pc:sldMkLst>
          <pc:docMk/>
          <pc:sldMk cId="1582750754" sldId="328"/>
        </pc:sldMkLst>
        <pc:spChg chg="mod">
          <ac:chgData name="Danielle Martin" userId="04f63225-1d27-46ab-9c7c-1c8b513bed32" providerId="ADAL" clId="{16493A9B-B64C-4B39-8122-137BDDD5D03F}" dt="2022-10-12T01:11:13.168" v="3565" actId="6549"/>
          <ac:spMkLst>
            <pc:docMk/>
            <pc:sldMk cId="1582750754" sldId="328"/>
            <ac:spMk id="8" creationId="{1EE03827-AE42-729E-8A4D-F7C8C84A4AD1}"/>
          </ac:spMkLst>
        </pc:spChg>
      </pc:sldChg>
      <pc:sldChg chg="addSp delSp modSp add mod ord">
        <pc:chgData name="Danielle Martin" userId="04f63225-1d27-46ab-9c7c-1c8b513bed32" providerId="ADAL" clId="{16493A9B-B64C-4B39-8122-137BDDD5D03F}" dt="2022-10-12T01:10:35.623" v="3562"/>
        <pc:sldMkLst>
          <pc:docMk/>
          <pc:sldMk cId="4290795984" sldId="329"/>
        </pc:sldMkLst>
        <pc:spChg chg="del">
          <ac:chgData name="Danielle Martin" userId="04f63225-1d27-46ab-9c7c-1c8b513bed32" providerId="ADAL" clId="{16493A9B-B64C-4B39-8122-137BDDD5D03F}" dt="2022-10-12T01:10:24.287" v="3560" actId="478"/>
          <ac:spMkLst>
            <pc:docMk/>
            <pc:sldMk cId="4290795984" sldId="329"/>
            <ac:spMk id="5" creationId="{00000000-0000-0000-0000-000000000000}"/>
          </ac:spMkLst>
        </pc:spChg>
        <pc:spChg chg="mod">
          <ac:chgData name="Danielle Martin" userId="04f63225-1d27-46ab-9c7c-1c8b513bed32" providerId="ADAL" clId="{16493A9B-B64C-4B39-8122-137BDDD5D03F}" dt="2022-10-12T01:10:22.249" v="3559"/>
          <ac:spMkLst>
            <pc:docMk/>
            <pc:sldMk cId="4290795984" sldId="329"/>
            <ac:spMk id="6" creationId="{00000000-0000-0000-0000-000000000000}"/>
          </ac:spMkLst>
        </pc:spChg>
        <pc:spChg chg="add mod">
          <ac:chgData name="Danielle Martin" userId="04f63225-1d27-46ab-9c7c-1c8b513bed32" providerId="ADAL" clId="{16493A9B-B64C-4B39-8122-137BDDD5D03F}" dt="2022-10-12T01:10:35.623" v="3562"/>
          <ac:spMkLst>
            <pc:docMk/>
            <pc:sldMk cId="4290795984" sldId="329"/>
            <ac:spMk id="7" creationId="{5DE7FE78-D9AD-2F07-AEC5-CCBEA2D2F5DB}"/>
          </ac:spMkLst>
        </pc:spChg>
        <pc:spChg chg="del">
          <ac:chgData name="Danielle Martin" userId="04f63225-1d27-46ab-9c7c-1c8b513bed32" providerId="ADAL" clId="{16493A9B-B64C-4B39-8122-137BDDD5D03F}" dt="2022-10-12T01:10:34.987" v="3561" actId="478"/>
          <ac:spMkLst>
            <pc:docMk/>
            <pc:sldMk cId="4290795984" sldId="329"/>
            <ac:spMk id="8" creationId="{94182FBD-7F69-455D-1663-192FC1E01C66}"/>
          </ac:spMkLst>
        </pc:spChg>
      </pc:sldChg>
    </pc:docChg>
  </pc:docChgLst>
  <pc:docChgLst>
    <pc:chgData name="Michael Moscarelli" userId="3c45dc76-26ad-4bf2-abee-57b769522a52" providerId="ADAL" clId="{417FC2BC-48C4-4FB5-AEE5-99336420C554}"/>
    <pc:docChg chg="modSld">
      <pc:chgData name="Michael Moscarelli" userId="3c45dc76-26ad-4bf2-abee-57b769522a52" providerId="ADAL" clId="{417FC2BC-48C4-4FB5-AEE5-99336420C554}" dt="2021-08-27T20:11:14.185" v="2"/>
      <pc:docMkLst>
        <pc:docMk/>
      </pc:docMkLst>
      <pc:sldChg chg="modTransition">
        <pc:chgData name="Michael Moscarelli" userId="3c45dc76-26ad-4bf2-abee-57b769522a52" providerId="ADAL" clId="{417FC2BC-48C4-4FB5-AEE5-99336420C554}" dt="2021-08-27T20:11:14.185" v="2"/>
        <pc:sldMkLst>
          <pc:docMk/>
          <pc:sldMk cId="3963571660" sldId="257"/>
        </pc:sldMkLst>
      </pc:sldChg>
      <pc:sldChg chg="modTransition">
        <pc:chgData name="Michael Moscarelli" userId="3c45dc76-26ad-4bf2-abee-57b769522a52" providerId="ADAL" clId="{417FC2BC-48C4-4FB5-AEE5-99336420C554}" dt="2021-08-27T20:11:14.185" v="2"/>
        <pc:sldMkLst>
          <pc:docMk/>
          <pc:sldMk cId="1637460772" sldId="259"/>
        </pc:sldMkLst>
      </pc:sldChg>
      <pc:sldChg chg="modTransition">
        <pc:chgData name="Michael Moscarelli" userId="3c45dc76-26ad-4bf2-abee-57b769522a52" providerId="ADAL" clId="{417FC2BC-48C4-4FB5-AEE5-99336420C554}" dt="2021-08-27T20:11:14.185" v="2"/>
        <pc:sldMkLst>
          <pc:docMk/>
          <pc:sldMk cId="1244445394" sldId="263"/>
        </pc:sldMkLst>
      </pc:sldChg>
      <pc:sldChg chg="modTransition">
        <pc:chgData name="Michael Moscarelli" userId="3c45dc76-26ad-4bf2-abee-57b769522a52" providerId="ADAL" clId="{417FC2BC-48C4-4FB5-AEE5-99336420C554}" dt="2021-08-27T20:11:14.185" v="2"/>
        <pc:sldMkLst>
          <pc:docMk/>
          <pc:sldMk cId="4292549403" sldId="264"/>
        </pc:sldMkLst>
      </pc:sldChg>
      <pc:sldChg chg="modTransition">
        <pc:chgData name="Michael Moscarelli" userId="3c45dc76-26ad-4bf2-abee-57b769522a52" providerId="ADAL" clId="{417FC2BC-48C4-4FB5-AEE5-99336420C554}" dt="2021-08-27T20:11:14.185" v="2"/>
        <pc:sldMkLst>
          <pc:docMk/>
          <pc:sldMk cId="2429378618" sldId="265"/>
        </pc:sldMkLst>
      </pc:sldChg>
      <pc:sldChg chg="modTransition">
        <pc:chgData name="Michael Moscarelli" userId="3c45dc76-26ad-4bf2-abee-57b769522a52" providerId="ADAL" clId="{417FC2BC-48C4-4FB5-AEE5-99336420C554}" dt="2021-08-27T20:11:14.185" v="2"/>
        <pc:sldMkLst>
          <pc:docMk/>
          <pc:sldMk cId="3368432275" sldId="266"/>
        </pc:sldMkLst>
      </pc:sldChg>
      <pc:sldChg chg="modTransition">
        <pc:chgData name="Michael Moscarelli" userId="3c45dc76-26ad-4bf2-abee-57b769522a52" providerId="ADAL" clId="{417FC2BC-48C4-4FB5-AEE5-99336420C554}" dt="2021-08-27T20:11:14.185" v="2"/>
        <pc:sldMkLst>
          <pc:docMk/>
          <pc:sldMk cId="2502525383" sldId="267"/>
        </pc:sldMkLst>
      </pc:sldChg>
      <pc:sldChg chg="modTransition">
        <pc:chgData name="Michael Moscarelli" userId="3c45dc76-26ad-4bf2-abee-57b769522a52" providerId="ADAL" clId="{417FC2BC-48C4-4FB5-AEE5-99336420C554}" dt="2021-08-27T20:11:14.185" v="2"/>
        <pc:sldMkLst>
          <pc:docMk/>
          <pc:sldMk cId="973098032" sldId="268"/>
        </pc:sldMkLst>
      </pc:sldChg>
      <pc:sldChg chg="modTransition">
        <pc:chgData name="Michael Moscarelli" userId="3c45dc76-26ad-4bf2-abee-57b769522a52" providerId="ADAL" clId="{417FC2BC-48C4-4FB5-AEE5-99336420C554}" dt="2021-08-27T20:11:14.185" v="2"/>
        <pc:sldMkLst>
          <pc:docMk/>
          <pc:sldMk cId="64403297" sldId="269"/>
        </pc:sldMkLst>
      </pc:sldChg>
      <pc:sldChg chg="modTransition">
        <pc:chgData name="Michael Moscarelli" userId="3c45dc76-26ad-4bf2-abee-57b769522a52" providerId="ADAL" clId="{417FC2BC-48C4-4FB5-AEE5-99336420C554}" dt="2021-08-27T20:11:14.185" v="2"/>
        <pc:sldMkLst>
          <pc:docMk/>
          <pc:sldMk cId="1764266274" sldId="270"/>
        </pc:sldMkLst>
      </pc:sldChg>
      <pc:sldChg chg="modTransition">
        <pc:chgData name="Michael Moscarelli" userId="3c45dc76-26ad-4bf2-abee-57b769522a52" providerId="ADAL" clId="{417FC2BC-48C4-4FB5-AEE5-99336420C554}" dt="2021-08-27T20:11:14.185" v="2"/>
        <pc:sldMkLst>
          <pc:docMk/>
          <pc:sldMk cId="3597516244" sldId="272"/>
        </pc:sldMkLst>
      </pc:sldChg>
      <pc:sldChg chg="modTransition">
        <pc:chgData name="Michael Moscarelli" userId="3c45dc76-26ad-4bf2-abee-57b769522a52" providerId="ADAL" clId="{417FC2BC-48C4-4FB5-AEE5-99336420C554}" dt="2021-08-27T20:11:14.185" v="2"/>
        <pc:sldMkLst>
          <pc:docMk/>
          <pc:sldMk cId="1771842136" sldId="273"/>
        </pc:sldMkLst>
      </pc:sldChg>
      <pc:sldChg chg="modTransition">
        <pc:chgData name="Michael Moscarelli" userId="3c45dc76-26ad-4bf2-abee-57b769522a52" providerId="ADAL" clId="{417FC2BC-48C4-4FB5-AEE5-99336420C554}" dt="2021-08-27T20:11:14.185" v="2"/>
        <pc:sldMkLst>
          <pc:docMk/>
          <pc:sldMk cId="4150192465" sldId="274"/>
        </pc:sldMkLst>
      </pc:sldChg>
      <pc:sldChg chg="modTransition">
        <pc:chgData name="Michael Moscarelli" userId="3c45dc76-26ad-4bf2-abee-57b769522a52" providerId="ADAL" clId="{417FC2BC-48C4-4FB5-AEE5-99336420C554}" dt="2021-08-27T20:11:14.185" v="2"/>
        <pc:sldMkLst>
          <pc:docMk/>
          <pc:sldMk cId="2858251979" sldId="275"/>
        </pc:sldMkLst>
      </pc:sldChg>
      <pc:sldChg chg="modTransition">
        <pc:chgData name="Michael Moscarelli" userId="3c45dc76-26ad-4bf2-abee-57b769522a52" providerId="ADAL" clId="{417FC2BC-48C4-4FB5-AEE5-99336420C554}" dt="2021-08-27T20:11:14.185" v="2"/>
        <pc:sldMkLst>
          <pc:docMk/>
          <pc:sldMk cId="2934135243" sldId="276"/>
        </pc:sldMkLst>
      </pc:sldChg>
      <pc:sldChg chg="modTransition">
        <pc:chgData name="Michael Moscarelli" userId="3c45dc76-26ad-4bf2-abee-57b769522a52" providerId="ADAL" clId="{417FC2BC-48C4-4FB5-AEE5-99336420C554}" dt="2021-08-27T20:11:14.185" v="2"/>
        <pc:sldMkLst>
          <pc:docMk/>
          <pc:sldMk cId="910019463" sldId="279"/>
        </pc:sldMkLst>
      </pc:sldChg>
      <pc:sldChg chg="modTransition">
        <pc:chgData name="Michael Moscarelli" userId="3c45dc76-26ad-4bf2-abee-57b769522a52" providerId="ADAL" clId="{417FC2BC-48C4-4FB5-AEE5-99336420C554}" dt="2021-08-27T20:11:14.185" v="2"/>
        <pc:sldMkLst>
          <pc:docMk/>
          <pc:sldMk cId="2645672660" sldId="283"/>
        </pc:sldMkLst>
      </pc:sldChg>
      <pc:sldChg chg="modTransition">
        <pc:chgData name="Michael Moscarelli" userId="3c45dc76-26ad-4bf2-abee-57b769522a52" providerId="ADAL" clId="{417FC2BC-48C4-4FB5-AEE5-99336420C554}" dt="2021-08-27T20:11:14.185" v="2"/>
        <pc:sldMkLst>
          <pc:docMk/>
          <pc:sldMk cId="4164642956" sldId="284"/>
        </pc:sldMkLst>
      </pc:sldChg>
      <pc:sldChg chg="modTransition">
        <pc:chgData name="Michael Moscarelli" userId="3c45dc76-26ad-4bf2-abee-57b769522a52" providerId="ADAL" clId="{417FC2BC-48C4-4FB5-AEE5-99336420C554}" dt="2021-08-27T20:11:14.185" v="2"/>
        <pc:sldMkLst>
          <pc:docMk/>
          <pc:sldMk cId="798250953" sldId="285"/>
        </pc:sldMkLst>
      </pc:sldChg>
      <pc:sldChg chg="modTransition">
        <pc:chgData name="Michael Moscarelli" userId="3c45dc76-26ad-4bf2-abee-57b769522a52" providerId="ADAL" clId="{417FC2BC-48C4-4FB5-AEE5-99336420C554}" dt="2021-08-27T20:11:14.185" v="2"/>
        <pc:sldMkLst>
          <pc:docMk/>
          <pc:sldMk cId="1922730267" sldId="287"/>
        </pc:sldMkLst>
      </pc:sldChg>
      <pc:sldChg chg="modTransition">
        <pc:chgData name="Michael Moscarelli" userId="3c45dc76-26ad-4bf2-abee-57b769522a52" providerId="ADAL" clId="{417FC2BC-48C4-4FB5-AEE5-99336420C554}" dt="2021-08-27T20:11:14.185" v="2"/>
        <pc:sldMkLst>
          <pc:docMk/>
          <pc:sldMk cId="3085414058" sldId="288"/>
        </pc:sldMkLst>
      </pc:sldChg>
      <pc:sldChg chg="modTransition">
        <pc:chgData name="Michael Moscarelli" userId="3c45dc76-26ad-4bf2-abee-57b769522a52" providerId="ADAL" clId="{417FC2BC-48C4-4FB5-AEE5-99336420C554}" dt="2021-08-27T20:11:14.185" v="2"/>
        <pc:sldMkLst>
          <pc:docMk/>
          <pc:sldMk cId="637105166" sldId="289"/>
        </pc:sldMkLst>
      </pc:sldChg>
      <pc:sldChg chg="modTransition">
        <pc:chgData name="Michael Moscarelli" userId="3c45dc76-26ad-4bf2-abee-57b769522a52" providerId="ADAL" clId="{417FC2BC-48C4-4FB5-AEE5-99336420C554}" dt="2021-08-27T20:11:14.185" v="2"/>
        <pc:sldMkLst>
          <pc:docMk/>
          <pc:sldMk cId="1487187997" sldId="290"/>
        </pc:sldMkLst>
      </pc:sldChg>
      <pc:sldChg chg="modTransition">
        <pc:chgData name="Michael Moscarelli" userId="3c45dc76-26ad-4bf2-abee-57b769522a52" providerId="ADAL" clId="{417FC2BC-48C4-4FB5-AEE5-99336420C554}" dt="2021-08-27T20:11:14.185" v="2"/>
        <pc:sldMkLst>
          <pc:docMk/>
          <pc:sldMk cId="2540148509" sldId="292"/>
        </pc:sldMkLst>
      </pc:sldChg>
      <pc:sldChg chg="modTransition">
        <pc:chgData name="Michael Moscarelli" userId="3c45dc76-26ad-4bf2-abee-57b769522a52" providerId="ADAL" clId="{417FC2BC-48C4-4FB5-AEE5-99336420C554}" dt="2021-08-27T20:11:14.185" v="2"/>
        <pc:sldMkLst>
          <pc:docMk/>
          <pc:sldMk cId="241458670" sldId="293"/>
        </pc:sldMkLst>
      </pc:sldChg>
      <pc:sldChg chg="modTransition">
        <pc:chgData name="Michael Moscarelli" userId="3c45dc76-26ad-4bf2-abee-57b769522a52" providerId="ADAL" clId="{417FC2BC-48C4-4FB5-AEE5-99336420C554}" dt="2021-08-27T20:11:14.185" v="2"/>
        <pc:sldMkLst>
          <pc:docMk/>
          <pc:sldMk cId="3381497375" sldId="295"/>
        </pc:sldMkLst>
      </pc:sldChg>
      <pc:sldChg chg="modTransition">
        <pc:chgData name="Michael Moscarelli" userId="3c45dc76-26ad-4bf2-abee-57b769522a52" providerId="ADAL" clId="{417FC2BC-48C4-4FB5-AEE5-99336420C554}" dt="2021-08-27T20:11:14.185" v="2"/>
        <pc:sldMkLst>
          <pc:docMk/>
          <pc:sldMk cId="394311324" sldId="296"/>
        </pc:sldMkLst>
      </pc:sldChg>
      <pc:sldChg chg="modTransition">
        <pc:chgData name="Michael Moscarelli" userId="3c45dc76-26ad-4bf2-abee-57b769522a52" providerId="ADAL" clId="{417FC2BC-48C4-4FB5-AEE5-99336420C554}" dt="2021-08-27T20:11:14.185" v="2"/>
        <pc:sldMkLst>
          <pc:docMk/>
          <pc:sldMk cId="2743023188" sldId="297"/>
        </pc:sldMkLst>
      </pc:sldChg>
      <pc:sldChg chg="modTransition">
        <pc:chgData name="Michael Moscarelli" userId="3c45dc76-26ad-4bf2-abee-57b769522a52" providerId="ADAL" clId="{417FC2BC-48C4-4FB5-AEE5-99336420C554}" dt="2021-08-27T20:11:14.185" v="2"/>
        <pc:sldMkLst>
          <pc:docMk/>
          <pc:sldMk cId="1208532956" sldId="299"/>
        </pc:sldMkLst>
      </pc:sldChg>
      <pc:sldChg chg="modTransition">
        <pc:chgData name="Michael Moscarelli" userId="3c45dc76-26ad-4bf2-abee-57b769522a52" providerId="ADAL" clId="{417FC2BC-48C4-4FB5-AEE5-99336420C554}" dt="2021-08-27T20:11:14.185" v="2"/>
        <pc:sldMkLst>
          <pc:docMk/>
          <pc:sldMk cId="2472928703" sldId="300"/>
        </pc:sldMkLst>
      </pc:sldChg>
      <pc:sldChg chg="modTransition">
        <pc:chgData name="Michael Moscarelli" userId="3c45dc76-26ad-4bf2-abee-57b769522a52" providerId="ADAL" clId="{417FC2BC-48C4-4FB5-AEE5-99336420C554}" dt="2021-08-27T20:11:14.185" v="2"/>
        <pc:sldMkLst>
          <pc:docMk/>
          <pc:sldMk cId="789832549" sldId="302"/>
        </pc:sldMkLst>
      </pc:sldChg>
      <pc:sldChg chg="modTransition">
        <pc:chgData name="Michael Moscarelli" userId="3c45dc76-26ad-4bf2-abee-57b769522a52" providerId="ADAL" clId="{417FC2BC-48C4-4FB5-AEE5-99336420C554}" dt="2021-08-27T20:11:14.185" v="2"/>
        <pc:sldMkLst>
          <pc:docMk/>
          <pc:sldMk cId="1512586690" sldId="303"/>
        </pc:sldMkLst>
      </pc:sldChg>
      <pc:sldChg chg="modTransition">
        <pc:chgData name="Michael Moscarelli" userId="3c45dc76-26ad-4bf2-abee-57b769522a52" providerId="ADAL" clId="{417FC2BC-48C4-4FB5-AEE5-99336420C554}" dt="2021-08-27T20:11:14.185" v="2"/>
        <pc:sldMkLst>
          <pc:docMk/>
          <pc:sldMk cId="1841640217" sldId="304"/>
        </pc:sldMkLst>
      </pc:sldChg>
      <pc:sldChg chg="modTransition">
        <pc:chgData name="Michael Moscarelli" userId="3c45dc76-26ad-4bf2-abee-57b769522a52" providerId="ADAL" clId="{417FC2BC-48C4-4FB5-AEE5-99336420C554}" dt="2021-08-27T20:11:14.185" v="2"/>
        <pc:sldMkLst>
          <pc:docMk/>
          <pc:sldMk cId="1068241505" sldId="305"/>
        </pc:sldMkLst>
      </pc:sldChg>
      <pc:sldChg chg="modTransition">
        <pc:chgData name="Michael Moscarelli" userId="3c45dc76-26ad-4bf2-abee-57b769522a52" providerId="ADAL" clId="{417FC2BC-48C4-4FB5-AEE5-99336420C554}" dt="2021-08-27T20:11:14.185" v="2"/>
        <pc:sldMkLst>
          <pc:docMk/>
          <pc:sldMk cId="3696477027" sldId="306"/>
        </pc:sldMkLst>
      </pc:sldChg>
    </pc:docChg>
  </pc:docChgLst>
  <pc:docChgLst>
    <pc:chgData name="Andi Thomas" userId="ee72f13c-c708-4c1d-ae30-b90431e19cf8" providerId="ADAL" clId="{92380E31-A3B8-42BC-9F92-D417623F6030}"/>
    <pc:docChg chg="custSel modSld">
      <pc:chgData name="Andi Thomas" userId="ee72f13c-c708-4c1d-ae30-b90431e19cf8" providerId="ADAL" clId="{92380E31-A3B8-42BC-9F92-D417623F6030}" dt="2021-09-07T19:03:23.734" v="2943" actId="20577"/>
      <pc:docMkLst>
        <pc:docMk/>
      </pc:docMkLst>
      <pc:sldChg chg="modSp mod">
        <pc:chgData name="Andi Thomas" userId="ee72f13c-c708-4c1d-ae30-b90431e19cf8" providerId="ADAL" clId="{92380E31-A3B8-42BC-9F92-D417623F6030}" dt="2021-08-19T18:26:10.758" v="15" actId="20577"/>
        <pc:sldMkLst>
          <pc:docMk/>
          <pc:sldMk cId="4292549403" sldId="264"/>
        </pc:sldMkLst>
        <pc:spChg chg="mod">
          <ac:chgData name="Andi Thomas" userId="ee72f13c-c708-4c1d-ae30-b90431e19cf8" providerId="ADAL" clId="{92380E31-A3B8-42BC-9F92-D417623F6030}" dt="2021-08-19T18:26:10.758" v="15" actId="20577"/>
          <ac:spMkLst>
            <pc:docMk/>
            <pc:sldMk cId="4292549403" sldId="264"/>
            <ac:spMk id="95" creationId="{00000000-0000-0000-0000-000000000000}"/>
          </ac:spMkLst>
        </pc:spChg>
      </pc:sldChg>
      <pc:sldChg chg="modSp mod modNotesTx">
        <pc:chgData name="Andi Thomas" userId="ee72f13c-c708-4c1d-ae30-b90431e19cf8" providerId="ADAL" clId="{92380E31-A3B8-42BC-9F92-D417623F6030}" dt="2021-09-07T19:01:21.452" v="2830" actId="20577"/>
        <pc:sldMkLst>
          <pc:docMk/>
          <pc:sldMk cId="3368432275" sldId="266"/>
        </pc:sldMkLst>
        <pc:spChg chg="mod">
          <ac:chgData name="Andi Thomas" userId="ee72f13c-c708-4c1d-ae30-b90431e19cf8" providerId="ADAL" clId="{92380E31-A3B8-42BC-9F92-D417623F6030}" dt="2021-08-27T19:52:20.894" v="2379" actId="20577"/>
          <ac:spMkLst>
            <pc:docMk/>
            <pc:sldMk cId="3368432275" sldId="266"/>
            <ac:spMk id="200" creationId="{00000000-0000-0000-0000-000000000000}"/>
          </ac:spMkLst>
        </pc:spChg>
      </pc:sldChg>
      <pc:sldChg chg="modNotesTx">
        <pc:chgData name="Andi Thomas" userId="ee72f13c-c708-4c1d-ae30-b90431e19cf8" providerId="ADAL" clId="{92380E31-A3B8-42BC-9F92-D417623F6030}" dt="2021-09-07T19:02:37.539" v="2923" actId="20577"/>
        <pc:sldMkLst>
          <pc:docMk/>
          <pc:sldMk cId="2502525383" sldId="267"/>
        </pc:sldMkLst>
      </pc:sldChg>
      <pc:sldChg chg="modNotesTx">
        <pc:chgData name="Andi Thomas" userId="ee72f13c-c708-4c1d-ae30-b90431e19cf8" providerId="ADAL" clId="{92380E31-A3B8-42BC-9F92-D417623F6030}" dt="2021-09-07T19:02:54.849" v="2924" actId="20577"/>
        <pc:sldMkLst>
          <pc:docMk/>
          <pc:sldMk cId="973098032" sldId="268"/>
        </pc:sldMkLst>
      </pc:sldChg>
      <pc:sldChg chg="modNotesTx">
        <pc:chgData name="Andi Thomas" userId="ee72f13c-c708-4c1d-ae30-b90431e19cf8" providerId="ADAL" clId="{92380E31-A3B8-42BC-9F92-D417623F6030}" dt="2021-09-07T19:03:18.754" v="2942" actId="20577"/>
        <pc:sldMkLst>
          <pc:docMk/>
          <pc:sldMk cId="64403297" sldId="269"/>
        </pc:sldMkLst>
      </pc:sldChg>
      <pc:sldChg chg="modNotesTx">
        <pc:chgData name="Andi Thomas" userId="ee72f13c-c708-4c1d-ae30-b90431e19cf8" providerId="ADAL" clId="{92380E31-A3B8-42BC-9F92-D417623F6030}" dt="2021-08-27T19:48:34.823" v="2315" actId="20577"/>
        <pc:sldMkLst>
          <pc:docMk/>
          <pc:sldMk cId="1771842136" sldId="273"/>
        </pc:sldMkLst>
      </pc:sldChg>
      <pc:sldChg chg="modSp mod">
        <pc:chgData name="Andi Thomas" userId="ee72f13c-c708-4c1d-ae30-b90431e19cf8" providerId="ADAL" clId="{92380E31-A3B8-42BC-9F92-D417623F6030}" dt="2021-08-27T19:27:50.672" v="1260" actId="20577"/>
        <pc:sldMkLst>
          <pc:docMk/>
          <pc:sldMk cId="2858251979" sldId="275"/>
        </pc:sldMkLst>
        <pc:spChg chg="mod">
          <ac:chgData name="Andi Thomas" userId="ee72f13c-c708-4c1d-ae30-b90431e19cf8" providerId="ADAL" clId="{92380E31-A3B8-42BC-9F92-D417623F6030}" dt="2021-08-27T19:27:50.672" v="1260" actId="20577"/>
          <ac:spMkLst>
            <pc:docMk/>
            <pc:sldMk cId="2858251979" sldId="275"/>
            <ac:spMk id="5" creationId="{00000000-0000-0000-0000-000000000000}"/>
          </ac:spMkLst>
        </pc:spChg>
      </pc:sldChg>
      <pc:sldChg chg="modNotesTx">
        <pc:chgData name="Andi Thomas" userId="ee72f13c-c708-4c1d-ae30-b90431e19cf8" providerId="ADAL" clId="{92380E31-A3B8-42BC-9F92-D417623F6030}" dt="2021-08-19T19:10:23.130" v="1136" actId="20577"/>
        <pc:sldMkLst>
          <pc:docMk/>
          <pc:sldMk cId="3085414058" sldId="288"/>
        </pc:sldMkLst>
      </pc:sldChg>
      <pc:sldChg chg="modSp mod modNotesTx">
        <pc:chgData name="Andi Thomas" userId="ee72f13c-c708-4c1d-ae30-b90431e19cf8" providerId="ADAL" clId="{92380E31-A3B8-42BC-9F92-D417623F6030}" dt="2021-09-07T18:57:58.447" v="2382" actId="20577"/>
        <pc:sldMkLst>
          <pc:docMk/>
          <pc:sldMk cId="637105166" sldId="289"/>
        </pc:sldMkLst>
        <pc:spChg chg="mod">
          <ac:chgData name="Andi Thomas" userId="ee72f13c-c708-4c1d-ae30-b90431e19cf8" providerId="ADAL" clId="{92380E31-A3B8-42BC-9F92-D417623F6030}" dt="2021-08-19T18:23:37.565" v="12" actId="20577"/>
          <ac:spMkLst>
            <pc:docMk/>
            <pc:sldMk cId="637105166" sldId="289"/>
            <ac:spMk id="8" creationId="{32EA02CE-9837-4204-85DD-912C05CE0257}"/>
          </ac:spMkLst>
        </pc:spChg>
      </pc:sldChg>
      <pc:sldChg chg="modNotesTx">
        <pc:chgData name="Andi Thomas" userId="ee72f13c-c708-4c1d-ae30-b90431e19cf8" providerId="ADAL" clId="{92380E31-A3B8-42BC-9F92-D417623F6030}" dt="2021-09-07T19:03:23.734" v="2943" actId="20577"/>
        <pc:sldMkLst>
          <pc:docMk/>
          <pc:sldMk cId="3696477027" sldId="306"/>
        </pc:sldMkLst>
      </pc:sldChg>
    </pc:docChg>
  </pc:docChgLst>
  <pc:docChgLst>
    <pc:chgData name="Stephanie Verganza" userId="ffc5f8f4-b46c-4eb7-ad0a-4bc869c58a2c" providerId="ADAL" clId="{7A3D8FD7-DF31-473D-9279-FEEC72DE29F4}"/>
    <pc:docChg chg="undo custSel addSld delSld modSld sldOrd">
      <pc:chgData name="Stephanie Verganza" userId="ffc5f8f4-b46c-4eb7-ad0a-4bc869c58a2c" providerId="ADAL" clId="{7A3D8FD7-DF31-473D-9279-FEEC72DE29F4}" dt="2021-09-07T19:10:33.067" v="4529" actId="20577"/>
      <pc:docMkLst>
        <pc:docMk/>
      </pc:docMkLst>
      <pc:sldChg chg="modSp modNotesTx">
        <pc:chgData name="Stephanie Verganza" userId="ffc5f8f4-b46c-4eb7-ad0a-4bc869c58a2c" providerId="ADAL" clId="{7A3D8FD7-DF31-473D-9279-FEEC72DE29F4}" dt="2021-08-19T18:28:29.721" v="4216" actId="20577"/>
        <pc:sldMkLst>
          <pc:docMk/>
          <pc:sldMk cId="2429378618" sldId="265"/>
        </pc:sldMkLst>
        <pc:spChg chg="mod">
          <ac:chgData name="Stephanie Verganza" userId="ffc5f8f4-b46c-4eb7-ad0a-4bc869c58a2c" providerId="ADAL" clId="{7A3D8FD7-DF31-473D-9279-FEEC72DE29F4}" dt="2021-08-16T21:42:06.732" v="1149" actId="207"/>
          <ac:spMkLst>
            <pc:docMk/>
            <pc:sldMk cId="2429378618" sldId="265"/>
            <ac:spMk id="5" creationId="{00000000-0000-0000-0000-000000000000}"/>
          </ac:spMkLst>
        </pc:spChg>
      </pc:sldChg>
      <pc:sldChg chg="modSp modNotesTx">
        <pc:chgData name="Stephanie Verganza" userId="ffc5f8f4-b46c-4eb7-ad0a-4bc869c58a2c" providerId="ADAL" clId="{7A3D8FD7-DF31-473D-9279-FEEC72DE29F4}" dt="2021-08-19T18:54:22.023" v="4523" actId="20577"/>
        <pc:sldMkLst>
          <pc:docMk/>
          <pc:sldMk cId="3368432275" sldId="266"/>
        </pc:sldMkLst>
        <pc:spChg chg="mod">
          <ac:chgData name="Stephanie Verganza" userId="ffc5f8f4-b46c-4eb7-ad0a-4bc869c58a2c" providerId="ADAL" clId="{7A3D8FD7-DF31-473D-9279-FEEC72DE29F4}" dt="2021-08-16T21:45:39.797" v="1151" actId="207"/>
          <ac:spMkLst>
            <pc:docMk/>
            <pc:sldMk cId="3368432275" sldId="266"/>
            <ac:spMk id="6" creationId="{00000000-0000-0000-0000-000000000000}"/>
          </ac:spMkLst>
        </pc:spChg>
      </pc:sldChg>
      <pc:sldChg chg="modSp">
        <pc:chgData name="Stephanie Verganza" userId="ffc5f8f4-b46c-4eb7-ad0a-4bc869c58a2c" providerId="ADAL" clId="{7A3D8FD7-DF31-473D-9279-FEEC72DE29F4}" dt="2021-08-16T21:45:57.604" v="1152"/>
        <pc:sldMkLst>
          <pc:docMk/>
          <pc:sldMk cId="2502525383" sldId="267"/>
        </pc:sldMkLst>
        <pc:spChg chg="mod">
          <ac:chgData name="Stephanie Verganza" userId="ffc5f8f4-b46c-4eb7-ad0a-4bc869c58a2c" providerId="ADAL" clId="{7A3D8FD7-DF31-473D-9279-FEEC72DE29F4}" dt="2021-08-16T21:45:57.604" v="1152"/>
          <ac:spMkLst>
            <pc:docMk/>
            <pc:sldMk cId="2502525383" sldId="267"/>
            <ac:spMk id="7" creationId="{00000000-0000-0000-0000-000000000000}"/>
          </ac:spMkLst>
        </pc:spChg>
      </pc:sldChg>
      <pc:sldChg chg="modSp">
        <pc:chgData name="Stephanie Verganza" userId="ffc5f8f4-b46c-4eb7-ad0a-4bc869c58a2c" providerId="ADAL" clId="{7A3D8FD7-DF31-473D-9279-FEEC72DE29F4}" dt="2021-08-16T21:46:02.150" v="1153"/>
        <pc:sldMkLst>
          <pc:docMk/>
          <pc:sldMk cId="973098032" sldId="268"/>
        </pc:sldMkLst>
        <pc:spChg chg="mod">
          <ac:chgData name="Stephanie Verganza" userId="ffc5f8f4-b46c-4eb7-ad0a-4bc869c58a2c" providerId="ADAL" clId="{7A3D8FD7-DF31-473D-9279-FEEC72DE29F4}" dt="2021-08-16T21:46:02.150" v="1153"/>
          <ac:spMkLst>
            <pc:docMk/>
            <pc:sldMk cId="973098032" sldId="268"/>
            <ac:spMk id="6" creationId="{00000000-0000-0000-0000-000000000000}"/>
          </ac:spMkLst>
        </pc:spChg>
      </pc:sldChg>
      <pc:sldChg chg="modSp modNotesTx">
        <pc:chgData name="Stephanie Verganza" userId="ffc5f8f4-b46c-4eb7-ad0a-4bc869c58a2c" providerId="ADAL" clId="{7A3D8FD7-DF31-473D-9279-FEEC72DE29F4}" dt="2021-08-17T22:18:37.594" v="4094" actId="20577"/>
        <pc:sldMkLst>
          <pc:docMk/>
          <pc:sldMk cId="64403297" sldId="269"/>
        </pc:sldMkLst>
        <pc:spChg chg="mod">
          <ac:chgData name="Stephanie Verganza" userId="ffc5f8f4-b46c-4eb7-ad0a-4bc869c58a2c" providerId="ADAL" clId="{7A3D8FD7-DF31-473D-9279-FEEC72DE29F4}" dt="2021-08-16T21:47:35.417" v="1163" actId="207"/>
          <ac:spMkLst>
            <pc:docMk/>
            <pc:sldMk cId="64403297" sldId="269"/>
            <ac:spMk id="7" creationId="{00000000-0000-0000-0000-000000000000}"/>
          </ac:spMkLst>
        </pc:spChg>
        <pc:spChg chg="mod">
          <ac:chgData name="Stephanie Verganza" userId="ffc5f8f4-b46c-4eb7-ad0a-4bc869c58a2c" providerId="ADAL" clId="{7A3D8FD7-DF31-473D-9279-FEEC72DE29F4}" dt="2021-08-17T22:18:37.594" v="4094" actId="20577"/>
          <ac:spMkLst>
            <pc:docMk/>
            <pc:sldMk cId="64403297" sldId="269"/>
            <ac:spMk id="200" creationId="{00000000-0000-0000-0000-000000000000}"/>
          </ac:spMkLst>
        </pc:spChg>
      </pc:sldChg>
      <pc:sldChg chg="addSp delSp modSp">
        <pc:chgData name="Stephanie Verganza" userId="ffc5f8f4-b46c-4eb7-ad0a-4bc869c58a2c" providerId="ADAL" clId="{7A3D8FD7-DF31-473D-9279-FEEC72DE29F4}" dt="2021-08-16T22:34:39.293" v="1420"/>
        <pc:sldMkLst>
          <pc:docMk/>
          <pc:sldMk cId="1764266274" sldId="270"/>
        </pc:sldMkLst>
        <pc:spChg chg="add del mod">
          <ac:chgData name="Stephanie Verganza" userId="ffc5f8f4-b46c-4eb7-ad0a-4bc869c58a2c" providerId="ADAL" clId="{7A3D8FD7-DF31-473D-9279-FEEC72DE29F4}" dt="2021-08-16T22:34:39.293" v="1420"/>
          <ac:spMkLst>
            <pc:docMk/>
            <pc:sldMk cId="1764266274" sldId="270"/>
            <ac:spMk id="2" creationId="{3F2A75A2-BEB0-4A50-B663-182D2348202C}"/>
          </ac:spMkLst>
        </pc:spChg>
        <pc:spChg chg="add del mod">
          <ac:chgData name="Stephanie Verganza" userId="ffc5f8f4-b46c-4eb7-ad0a-4bc869c58a2c" providerId="ADAL" clId="{7A3D8FD7-DF31-473D-9279-FEEC72DE29F4}" dt="2021-08-16T22:34:39.293" v="1420"/>
          <ac:spMkLst>
            <pc:docMk/>
            <pc:sldMk cId="1764266274" sldId="270"/>
            <ac:spMk id="3" creationId="{BA2790D5-8C40-48EF-9B7D-3ED0C79A3C9C}"/>
          </ac:spMkLst>
        </pc:spChg>
        <pc:spChg chg="mod">
          <ac:chgData name="Stephanie Verganza" userId="ffc5f8f4-b46c-4eb7-ad0a-4bc869c58a2c" providerId="ADAL" clId="{7A3D8FD7-DF31-473D-9279-FEEC72DE29F4}" dt="2021-08-16T21:48:46.633" v="1166" actId="207"/>
          <ac:spMkLst>
            <pc:docMk/>
            <pc:sldMk cId="1764266274" sldId="270"/>
            <ac:spMk id="5" creationId="{00000000-0000-0000-0000-000000000000}"/>
          </ac:spMkLst>
        </pc:spChg>
      </pc:sldChg>
      <pc:sldChg chg="modSp modNotesTx">
        <pc:chgData name="Stephanie Verganza" userId="ffc5f8f4-b46c-4eb7-ad0a-4bc869c58a2c" providerId="ADAL" clId="{7A3D8FD7-DF31-473D-9279-FEEC72DE29F4}" dt="2021-08-17T14:06:31.094" v="2608" actId="114"/>
        <pc:sldMkLst>
          <pc:docMk/>
          <pc:sldMk cId="3597516244" sldId="272"/>
        </pc:sldMkLst>
        <pc:spChg chg="mod">
          <ac:chgData name="Stephanie Verganza" userId="ffc5f8f4-b46c-4eb7-ad0a-4bc869c58a2c" providerId="ADAL" clId="{7A3D8FD7-DF31-473D-9279-FEEC72DE29F4}" dt="2021-08-16T22:38:53.262" v="1421" actId="207"/>
          <ac:spMkLst>
            <pc:docMk/>
            <pc:sldMk cId="3597516244" sldId="272"/>
            <ac:spMk id="5" creationId="{00000000-0000-0000-0000-000000000000}"/>
          </ac:spMkLst>
        </pc:spChg>
        <pc:spChg chg="mod">
          <ac:chgData name="Stephanie Verganza" userId="ffc5f8f4-b46c-4eb7-ad0a-4bc869c58a2c" providerId="ADAL" clId="{7A3D8FD7-DF31-473D-9279-FEEC72DE29F4}" dt="2021-08-17T14:06:31.094" v="2608" actId="114"/>
          <ac:spMkLst>
            <pc:docMk/>
            <pc:sldMk cId="3597516244" sldId="272"/>
            <ac:spMk id="67" creationId="{00000000-0000-0000-0000-000000000000}"/>
          </ac:spMkLst>
        </pc:spChg>
      </pc:sldChg>
      <pc:sldChg chg="modSp">
        <pc:chgData name="Stephanie Verganza" userId="ffc5f8f4-b46c-4eb7-ad0a-4bc869c58a2c" providerId="ADAL" clId="{7A3D8FD7-DF31-473D-9279-FEEC72DE29F4}" dt="2021-08-17T14:03:36.248" v="2573" actId="12"/>
        <pc:sldMkLst>
          <pc:docMk/>
          <pc:sldMk cId="2858251979" sldId="275"/>
        </pc:sldMkLst>
        <pc:spChg chg="mod">
          <ac:chgData name="Stephanie Verganza" userId="ffc5f8f4-b46c-4eb7-ad0a-4bc869c58a2c" providerId="ADAL" clId="{7A3D8FD7-DF31-473D-9279-FEEC72DE29F4}" dt="2021-08-17T14:03:36.248" v="2573" actId="12"/>
          <ac:spMkLst>
            <pc:docMk/>
            <pc:sldMk cId="2858251979" sldId="275"/>
            <ac:spMk id="95" creationId="{00000000-0000-0000-0000-000000000000}"/>
          </ac:spMkLst>
        </pc:spChg>
      </pc:sldChg>
      <pc:sldChg chg="modSp">
        <pc:chgData name="Stephanie Verganza" userId="ffc5f8f4-b46c-4eb7-ad0a-4bc869c58a2c" providerId="ADAL" clId="{7A3D8FD7-DF31-473D-9279-FEEC72DE29F4}" dt="2021-08-17T14:03:02.378" v="2569" actId="12"/>
        <pc:sldMkLst>
          <pc:docMk/>
          <pc:sldMk cId="2934135243" sldId="276"/>
        </pc:sldMkLst>
        <pc:spChg chg="mod">
          <ac:chgData name="Stephanie Verganza" userId="ffc5f8f4-b46c-4eb7-ad0a-4bc869c58a2c" providerId="ADAL" clId="{7A3D8FD7-DF31-473D-9279-FEEC72DE29F4}" dt="2021-08-16T21:19:16.133" v="1004" actId="20577"/>
          <ac:spMkLst>
            <pc:docMk/>
            <pc:sldMk cId="2934135243" sldId="276"/>
            <ac:spMk id="5" creationId="{00000000-0000-0000-0000-000000000000}"/>
          </ac:spMkLst>
        </pc:spChg>
        <pc:spChg chg="mod">
          <ac:chgData name="Stephanie Verganza" userId="ffc5f8f4-b46c-4eb7-ad0a-4bc869c58a2c" providerId="ADAL" clId="{7A3D8FD7-DF31-473D-9279-FEEC72DE29F4}" dt="2021-08-17T14:03:02.378" v="2569" actId="12"/>
          <ac:spMkLst>
            <pc:docMk/>
            <pc:sldMk cId="2934135243" sldId="276"/>
            <ac:spMk id="67" creationId="{00000000-0000-0000-0000-000000000000}"/>
          </ac:spMkLst>
        </pc:spChg>
      </pc:sldChg>
      <pc:sldChg chg="addSp delSp modSp add">
        <pc:chgData name="Stephanie Verganza" userId="ffc5f8f4-b46c-4eb7-ad0a-4bc869c58a2c" providerId="ADAL" clId="{7A3D8FD7-DF31-473D-9279-FEEC72DE29F4}" dt="2021-08-16T22:44:32.698" v="1474"/>
        <pc:sldMkLst>
          <pc:docMk/>
          <pc:sldMk cId="910019463" sldId="279"/>
        </pc:sldMkLst>
        <pc:spChg chg="add del mod">
          <ac:chgData name="Stephanie Verganza" userId="ffc5f8f4-b46c-4eb7-ad0a-4bc869c58a2c" providerId="ADAL" clId="{7A3D8FD7-DF31-473D-9279-FEEC72DE29F4}" dt="2021-08-16T22:44:32.698" v="1474"/>
          <ac:spMkLst>
            <pc:docMk/>
            <pc:sldMk cId="910019463" sldId="279"/>
            <ac:spMk id="2" creationId="{79A6B7AD-AFF9-4909-99B1-9602B6B23E8C}"/>
          </ac:spMkLst>
        </pc:spChg>
        <pc:spChg chg="mod">
          <ac:chgData name="Stephanie Verganza" userId="ffc5f8f4-b46c-4eb7-ad0a-4bc869c58a2c" providerId="ADAL" clId="{7A3D8FD7-DF31-473D-9279-FEEC72DE29F4}" dt="2021-08-16T22:44:11.950" v="1472" actId="20577"/>
          <ac:spMkLst>
            <pc:docMk/>
            <pc:sldMk cId="910019463" sldId="279"/>
            <ac:spMk id="101" creationId="{00000000-0000-0000-0000-000000000000}"/>
          </ac:spMkLst>
        </pc:spChg>
      </pc:sldChg>
      <pc:sldChg chg="modSp">
        <pc:chgData name="Stephanie Verganza" userId="ffc5f8f4-b46c-4eb7-ad0a-4bc869c58a2c" providerId="ADAL" clId="{7A3D8FD7-DF31-473D-9279-FEEC72DE29F4}" dt="2021-08-17T14:03:27.055" v="2571" actId="12"/>
        <pc:sldMkLst>
          <pc:docMk/>
          <pc:sldMk cId="4164642956" sldId="284"/>
        </pc:sldMkLst>
        <pc:spChg chg="mod">
          <ac:chgData name="Stephanie Verganza" userId="ffc5f8f4-b46c-4eb7-ad0a-4bc869c58a2c" providerId="ADAL" clId="{7A3D8FD7-DF31-473D-9279-FEEC72DE29F4}" dt="2021-08-17T14:03:27.055" v="2571" actId="12"/>
          <ac:spMkLst>
            <pc:docMk/>
            <pc:sldMk cId="4164642956" sldId="284"/>
            <ac:spMk id="6" creationId="{00000000-0000-0000-0000-000000000000}"/>
          </ac:spMkLst>
        </pc:spChg>
      </pc:sldChg>
      <pc:sldChg chg="modNotesTx">
        <pc:chgData name="Stephanie Verganza" userId="ffc5f8f4-b46c-4eb7-ad0a-4bc869c58a2c" providerId="ADAL" clId="{7A3D8FD7-DF31-473D-9279-FEEC72DE29F4}" dt="2021-08-17T14:27:35.677" v="2977" actId="20577"/>
        <pc:sldMkLst>
          <pc:docMk/>
          <pc:sldMk cId="798250953" sldId="285"/>
        </pc:sldMkLst>
      </pc:sldChg>
      <pc:sldChg chg="addSp delSp modSp ord setBg modNotesTx">
        <pc:chgData name="Stephanie Verganza" userId="ffc5f8f4-b46c-4eb7-ad0a-4bc869c58a2c" providerId="ADAL" clId="{7A3D8FD7-DF31-473D-9279-FEEC72DE29F4}" dt="2021-08-19T18:36:18.444" v="4441" actId="313"/>
        <pc:sldMkLst>
          <pc:docMk/>
          <pc:sldMk cId="1922730267" sldId="287"/>
        </pc:sldMkLst>
        <pc:spChg chg="add del mod">
          <ac:chgData name="Stephanie Verganza" userId="ffc5f8f4-b46c-4eb7-ad0a-4bc869c58a2c" providerId="ADAL" clId="{7A3D8FD7-DF31-473D-9279-FEEC72DE29F4}" dt="2021-08-17T22:07:56.857" v="3856"/>
          <ac:spMkLst>
            <pc:docMk/>
            <pc:sldMk cId="1922730267" sldId="287"/>
            <ac:spMk id="2" creationId="{379CCEA8-E4C2-4ACC-A5C5-CDC3EA93E9FB}"/>
          </ac:spMkLst>
        </pc:spChg>
        <pc:spChg chg="add del mod">
          <ac:chgData name="Stephanie Verganza" userId="ffc5f8f4-b46c-4eb7-ad0a-4bc869c58a2c" providerId="ADAL" clId="{7A3D8FD7-DF31-473D-9279-FEEC72DE29F4}" dt="2021-08-17T22:07:56.857" v="3856"/>
          <ac:spMkLst>
            <pc:docMk/>
            <pc:sldMk cId="1922730267" sldId="287"/>
            <ac:spMk id="3" creationId="{9403F765-503D-414A-99A2-04B39CC17343}"/>
          </ac:spMkLst>
        </pc:spChg>
        <pc:spChg chg="add del mod">
          <ac:chgData name="Stephanie Verganza" userId="ffc5f8f4-b46c-4eb7-ad0a-4bc869c58a2c" providerId="ADAL" clId="{7A3D8FD7-DF31-473D-9279-FEEC72DE29F4}" dt="2021-08-17T22:07:56.857" v="3856"/>
          <ac:spMkLst>
            <pc:docMk/>
            <pc:sldMk cId="1922730267" sldId="287"/>
            <ac:spMk id="4" creationId="{F8C1AC20-D5EF-4EB1-AF84-CA378943BBD4}"/>
          </ac:spMkLst>
        </pc:spChg>
        <pc:spChg chg="add del mod">
          <ac:chgData name="Stephanie Verganza" userId="ffc5f8f4-b46c-4eb7-ad0a-4bc869c58a2c" providerId="ADAL" clId="{7A3D8FD7-DF31-473D-9279-FEEC72DE29F4}" dt="2021-08-17T22:07:56.857" v="3856"/>
          <ac:spMkLst>
            <pc:docMk/>
            <pc:sldMk cId="1922730267" sldId="287"/>
            <ac:spMk id="5" creationId="{04AB2DCA-FB63-4109-A3C5-EE234C3B2C0C}"/>
          </ac:spMkLst>
        </pc:spChg>
        <pc:spChg chg="mod">
          <ac:chgData name="Stephanie Verganza" userId="ffc5f8f4-b46c-4eb7-ad0a-4bc869c58a2c" providerId="ADAL" clId="{7A3D8FD7-DF31-473D-9279-FEEC72DE29F4}" dt="2021-08-17T22:08:35.300" v="3859" actId="207"/>
          <ac:spMkLst>
            <pc:docMk/>
            <pc:sldMk cId="1922730267" sldId="287"/>
            <ac:spMk id="6" creationId="{00000000-0000-0000-0000-000000000000}"/>
          </ac:spMkLst>
        </pc:spChg>
      </pc:sldChg>
      <pc:sldChg chg="modSp modNotesTx">
        <pc:chgData name="Stephanie Verganza" userId="ffc5f8f4-b46c-4eb7-ad0a-4bc869c58a2c" providerId="ADAL" clId="{7A3D8FD7-DF31-473D-9279-FEEC72DE29F4}" dt="2021-09-07T19:10:33.067" v="4529" actId="20577"/>
        <pc:sldMkLst>
          <pc:docMk/>
          <pc:sldMk cId="3085414058" sldId="288"/>
        </pc:sldMkLst>
        <pc:spChg chg="mod">
          <ac:chgData name="Stephanie Verganza" userId="ffc5f8f4-b46c-4eb7-ad0a-4bc869c58a2c" providerId="ADAL" clId="{7A3D8FD7-DF31-473D-9279-FEEC72DE29F4}" dt="2021-08-16T21:48:03.369" v="1165" actId="20577"/>
          <ac:spMkLst>
            <pc:docMk/>
            <pc:sldMk cId="3085414058" sldId="288"/>
            <ac:spMk id="7" creationId="{00000000-0000-0000-0000-000000000000}"/>
          </ac:spMkLst>
        </pc:spChg>
      </pc:sldChg>
      <pc:sldChg chg="addSp delSp modSp add ord">
        <pc:chgData name="Stephanie Verganza" userId="ffc5f8f4-b46c-4eb7-ad0a-4bc869c58a2c" providerId="ADAL" clId="{7A3D8FD7-DF31-473D-9279-FEEC72DE29F4}" dt="2021-08-19T18:22:34.789" v="4110" actId="20577"/>
        <pc:sldMkLst>
          <pc:docMk/>
          <pc:sldMk cId="637105166" sldId="289"/>
        </pc:sldMkLst>
        <pc:spChg chg="add del mod">
          <ac:chgData name="Stephanie Verganza" userId="ffc5f8f4-b46c-4eb7-ad0a-4bc869c58a2c" providerId="ADAL" clId="{7A3D8FD7-DF31-473D-9279-FEEC72DE29F4}" dt="2021-08-16T14:43:21.536" v="10" actId="478"/>
          <ac:spMkLst>
            <pc:docMk/>
            <pc:sldMk cId="637105166" sldId="289"/>
            <ac:spMk id="3" creationId="{3B19EE55-7D56-4329-8837-A71E38C0768E}"/>
          </ac:spMkLst>
        </pc:spChg>
        <pc:spChg chg="add">
          <ac:chgData name="Stephanie Verganza" userId="ffc5f8f4-b46c-4eb7-ad0a-4bc869c58a2c" providerId="ADAL" clId="{7A3D8FD7-DF31-473D-9279-FEEC72DE29F4}" dt="2021-08-16T14:43:22.838" v="11"/>
          <ac:spMkLst>
            <pc:docMk/>
            <pc:sldMk cId="637105166" sldId="289"/>
            <ac:spMk id="7" creationId="{A5FDB14D-E8C7-4F65-BDFE-656596EC44C2}"/>
          </ac:spMkLst>
        </pc:spChg>
        <pc:spChg chg="add mod">
          <ac:chgData name="Stephanie Verganza" userId="ffc5f8f4-b46c-4eb7-ad0a-4bc869c58a2c" providerId="ADAL" clId="{7A3D8FD7-DF31-473D-9279-FEEC72DE29F4}" dt="2021-08-19T18:22:34.789" v="4110" actId="20577"/>
          <ac:spMkLst>
            <pc:docMk/>
            <pc:sldMk cId="637105166" sldId="289"/>
            <ac:spMk id="8" creationId="{32EA02CE-9837-4204-85DD-912C05CE0257}"/>
          </ac:spMkLst>
        </pc:spChg>
        <pc:spChg chg="del mod">
          <ac:chgData name="Stephanie Verganza" userId="ffc5f8f4-b46c-4eb7-ad0a-4bc869c58a2c" providerId="ADAL" clId="{7A3D8FD7-DF31-473D-9279-FEEC72DE29F4}" dt="2021-08-16T14:43:18.171" v="8" actId="478"/>
          <ac:spMkLst>
            <pc:docMk/>
            <pc:sldMk cId="637105166" sldId="289"/>
            <ac:spMk id="65" creationId="{00000000-0000-0000-0000-000000000000}"/>
          </ac:spMkLst>
        </pc:spChg>
        <pc:spChg chg="del">
          <ac:chgData name="Stephanie Verganza" userId="ffc5f8f4-b46c-4eb7-ad0a-4bc869c58a2c" providerId="ADAL" clId="{7A3D8FD7-DF31-473D-9279-FEEC72DE29F4}" dt="2021-08-16T14:43:19.535" v="9" actId="478"/>
          <ac:spMkLst>
            <pc:docMk/>
            <pc:sldMk cId="637105166" sldId="289"/>
            <ac:spMk id="67" creationId="{00000000-0000-0000-0000-000000000000}"/>
          </ac:spMkLst>
        </pc:spChg>
      </pc:sldChg>
      <pc:sldChg chg="addSp modSp add ord setBg modNotesTx">
        <pc:chgData name="Stephanie Verganza" userId="ffc5f8f4-b46c-4eb7-ad0a-4bc869c58a2c" providerId="ADAL" clId="{7A3D8FD7-DF31-473D-9279-FEEC72DE29F4}" dt="2021-08-17T22:11:13.827" v="3872"/>
        <pc:sldMkLst>
          <pc:docMk/>
          <pc:sldMk cId="1487187997" sldId="290"/>
        </pc:sldMkLst>
        <pc:spChg chg="mod">
          <ac:chgData name="Stephanie Verganza" userId="ffc5f8f4-b46c-4eb7-ad0a-4bc869c58a2c" providerId="ADAL" clId="{7A3D8FD7-DF31-473D-9279-FEEC72DE29F4}" dt="2021-08-17T22:10:40.152" v="3869" actId="207"/>
          <ac:spMkLst>
            <pc:docMk/>
            <pc:sldMk cId="1487187997" sldId="290"/>
            <ac:spMk id="5" creationId="{00000000-0000-0000-0000-000000000000}"/>
          </ac:spMkLst>
        </pc:spChg>
        <pc:spChg chg="mod">
          <ac:chgData name="Stephanie Verganza" userId="ffc5f8f4-b46c-4eb7-ad0a-4bc869c58a2c" providerId="ADAL" clId="{7A3D8FD7-DF31-473D-9279-FEEC72DE29F4}" dt="2021-08-16T14:48:16.750" v="29" actId="20577"/>
          <ac:spMkLst>
            <pc:docMk/>
            <pc:sldMk cId="1487187997" sldId="290"/>
            <ac:spMk id="6" creationId="{00000000-0000-0000-0000-000000000000}"/>
          </ac:spMkLst>
        </pc:spChg>
        <pc:spChg chg="add mod">
          <ac:chgData name="Stephanie Verganza" userId="ffc5f8f4-b46c-4eb7-ad0a-4bc869c58a2c" providerId="ADAL" clId="{7A3D8FD7-DF31-473D-9279-FEEC72DE29F4}" dt="2021-08-17T14:04:45.173" v="2592" actId="571"/>
          <ac:spMkLst>
            <pc:docMk/>
            <pc:sldMk cId="1487187997" sldId="290"/>
            <ac:spMk id="7" creationId="{4B26865A-52FB-4AFD-BB5B-7305EC144F2F}"/>
          </ac:spMkLst>
        </pc:spChg>
        <pc:spChg chg="mod">
          <ac:chgData name="Stephanie Verganza" userId="ffc5f8f4-b46c-4eb7-ad0a-4bc869c58a2c" providerId="ADAL" clId="{7A3D8FD7-DF31-473D-9279-FEEC72DE29F4}" dt="2021-08-17T22:11:06.760" v="3871" actId="207"/>
          <ac:spMkLst>
            <pc:docMk/>
            <pc:sldMk cId="1487187997" sldId="290"/>
            <ac:spMk id="67" creationId="{00000000-0000-0000-0000-000000000000}"/>
          </ac:spMkLst>
        </pc:spChg>
      </pc:sldChg>
      <pc:sldChg chg="modSp add modNotesTx">
        <pc:chgData name="Stephanie Verganza" userId="ffc5f8f4-b46c-4eb7-ad0a-4bc869c58a2c" providerId="ADAL" clId="{7A3D8FD7-DF31-473D-9279-FEEC72DE29F4}" dt="2021-08-17T13:56:38.712" v="2504" actId="20577"/>
        <pc:sldMkLst>
          <pc:docMk/>
          <pc:sldMk cId="2540148509" sldId="292"/>
        </pc:sldMkLst>
        <pc:spChg chg="mod">
          <ac:chgData name="Stephanie Verganza" userId="ffc5f8f4-b46c-4eb7-ad0a-4bc869c58a2c" providerId="ADAL" clId="{7A3D8FD7-DF31-473D-9279-FEEC72DE29F4}" dt="2021-08-16T21:27:05.797" v="1147" actId="108"/>
          <ac:spMkLst>
            <pc:docMk/>
            <pc:sldMk cId="2540148509" sldId="292"/>
            <ac:spMk id="5" creationId="{00000000-0000-0000-0000-000000000000}"/>
          </ac:spMkLst>
        </pc:spChg>
        <pc:spChg chg="mod">
          <ac:chgData name="Stephanie Verganza" userId="ffc5f8f4-b46c-4eb7-ad0a-4bc869c58a2c" providerId="ADAL" clId="{7A3D8FD7-DF31-473D-9279-FEEC72DE29F4}" dt="2021-08-17T13:56:38.712" v="2504" actId="20577"/>
          <ac:spMkLst>
            <pc:docMk/>
            <pc:sldMk cId="2540148509" sldId="292"/>
            <ac:spMk id="7" creationId="{00000000-0000-0000-0000-000000000000}"/>
          </ac:spMkLst>
        </pc:spChg>
      </pc:sldChg>
      <pc:sldChg chg="modSp add modNotesTx">
        <pc:chgData name="Stephanie Verganza" userId="ffc5f8f4-b46c-4eb7-ad0a-4bc869c58a2c" providerId="ADAL" clId="{7A3D8FD7-DF31-473D-9279-FEEC72DE29F4}" dt="2021-08-16T22:42:14.884" v="1444" actId="20577"/>
        <pc:sldMkLst>
          <pc:docMk/>
          <pc:sldMk cId="241458670" sldId="293"/>
        </pc:sldMkLst>
        <pc:spChg chg="mod">
          <ac:chgData name="Stephanie Verganza" userId="ffc5f8f4-b46c-4eb7-ad0a-4bc869c58a2c" providerId="ADAL" clId="{7A3D8FD7-DF31-473D-9279-FEEC72DE29F4}" dt="2021-08-16T22:41:46.914" v="1443" actId="207"/>
          <ac:spMkLst>
            <pc:docMk/>
            <pc:sldMk cId="241458670" sldId="293"/>
            <ac:spMk id="5" creationId="{00000000-0000-0000-0000-000000000000}"/>
          </ac:spMkLst>
        </pc:spChg>
        <pc:spChg chg="mod">
          <ac:chgData name="Stephanie Verganza" userId="ffc5f8f4-b46c-4eb7-ad0a-4bc869c58a2c" providerId="ADAL" clId="{7A3D8FD7-DF31-473D-9279-FEEC72DE29F4}" dt="2021-08-16T16:26:39.300" v="824" actId="20577"/>
          <ac:spMkLst>
            <pc:docMk/>
            <pc:sldMk cId="241458670" sldId="293"/>
            <ac:spMk id="6" creationId="{00000000-0000-0000-0000-000000000000}"/>
          </ac:spMkLst>
        </pc:spChg>
        <pc:spChg chg="mod">
          <ac:chgData name="Stephanie Verganza" userId="ffc5f8f4-b46c-4eb7-ad0a-4bc869c58a2c" providerId="ADAL" clId="{7A3D8FD7-DF31-473D-9279-FEEC72DE29F4}" dt="2021-08-16T16:27:22.557" v="832"/>
          <ac:spMkLst>
            <pc:docMk/>
            <pc:sldMk cId="241458670" sldId="293"/>
            <ac:spMk id="67" creationId="{00000000-0000-0000-0000-000000000000}"/>
          </ac:spMkLst>
        </pc:spChg>
      </pc:sldChg>
      <pc:sldChg chg="modSp add modNotesTx">
        <pc:chgData name="Stephanie Verganza" userId="ffc5f8f4-b46c-4eb7-ad0a-4bc869c58a2c" providerId="ADAL" clId="{7A3D8FD7-DF31-473D-9279-FEEC72DE29F4}" dt="2021-08-16T23:03:05.917" v="2185" actId="20577"/>
        <pc:sldMkLst>
          <pc:docMk/>
          <pc:sldMk cId="3381497375" sldId="295"/>
        </pc:sldMkLst>
        <pc:spChg chg="mod">
          <ac:chgData name="Stephanie Verganza" userId="ffc5f8f4-b46c-4eb7-ad0a-4bc869c58a2c" providerId="ADAL" clId="{7A3D8FD7-DF31-473D-9279-FEEC72DE29F4}" dt="2021-08-16T22:58:46.984" v="2143" actId="20577"/>
          <ac:spMkLst>
            <pc:docMk/>
            <pc:sldMk cId="3381497375" sldId="295"/>
            <ac:spMk id="5" creationId="{00000000-0000-0000-0000-000000000000}"/>
          </ac:spMkLst>
        </pc:spChg>
        <pc:spChg chg="mod">
          <ac:chgData name="Stephanie Verganza" userId="ffc5f8f4-b46c-4eb7-ad0a-4bc869c58a2c" providerId="ADAL" clId="{7A3D8FD7-DF31-473D-9279-FEEC72DE29F4}" dt="2021-08-16T22:48:36.050" v="1508" actId="20577"/>
          <ac:spMkLst>
            <pc:docMk/>
            <pc:sldMk cId="3381497375" sldId="295"/>
            <ac:spMk id="7" creationId="{00000000-0000-0000-0000-000000000000}"/>
          </ac:spMkLst>
        </pc:spChg>
        <pc:spChg chg="mod">
          <ac:chgData name="Stephanie Verganza" userId="ffc5f8f4-b46c-4eb7-ad0a-4bc869c58a2c" providerId="ADAL" clId="{7A3D8FD7-DF31-473D-9279-FEEC72DE29F4}" dt="2021-08-16T23:02:50.117" v="2179" actId="21"/>
          <ac:spMkLst>
            <pc:docMk/>
            <pc:sldMk cId="3381497375" sldId="295"/>
            <ac:spMk id="95" creationId="{00000000-0000-0000-0000-000000000000}"/>
          </ac:spMkLst>
        </pc:spChg>
      </pc:sldChg>
      <pc:sldChg chg="modSp add modNotesTx">
        <pc:chgData name="Stephanie Verganza" userId="ffc5f8f4-b46c-4eb7-ad0a-4bc869c58a2c" providerId="ADAL" clId="{7A3D8FD7-DF31-473D-9279-FEEC72DE29F4}" dt="2021-08-16T23:04:31.525" v="2195" actId="113"/>
        <pc:sldMkLst>
          <pc:docMk/>
          <pc:sldMk cId="394311324" sldId="296"/>
        </pc:sldMkLst>
        <pc:spChg chg="mod">
          <ac:chgData name="Stephanie Verganza" userId="ffc5f8f4-b46c-4eb7-ad0a-4bc869c58a2c" providerId="ADAL" clId="{7A3D8FD7-DF31-473D-9279-FEEC72DE29F4}" dt="2021-08-16T22:58:50.949" v="2145" actId="20577"/>
          <ac:spMkLst>
            <pc:docMk/>
            <pc:sldMk cId="394311324" sldId="296"/>
            <ac:spMk id="5" creationId="{00000000-0000-0000-0000-000000000000}"/>
          </ac:spMkLst>
        </pc:spChg>
        <pc:spChg chg="mod">
          <ac:chgData name="Stephanie Verganza" userId="ffc5f8f4-b46c-4eb7-ad0a-4bc869c58a2c" providerId="ADAL" clId="{7A3D8FD7-DF31-473D-9279-FEEC72DE29F4}" dt="2021-08-16T23:04:31.525" v="2195" actId="113"/>
          <ac:spMkLst>
            <pc:docMk/>
            <pc:sldMk cId="394311324" sldId="296"/>
            <ac:spMk id="95" creationId="{00000000-0000-0000-0000-000000000000}"/>
          </ac:spMkLst>
        </pc:spChg>
      </pc:sldChg>
      <pc:sldChg chg="addSp delSp modSp add ord modNotesTx">
        <pc:chgData name="Stephanie Verganza" userId="ffc5f8f4-b46c-4eb7-ad0a-4bc869c58a2c" providerId="ADAL" clId="{7A3D8FD7-DF31-473D-9279-FEEC72DE29F4}" dt="2021-08-16T23:14:42.280" v="2296" actId="20577"/>
        <pc:sldMkLst>
          <pc:docMk/>
          <pc:sldMk cId="2743023188" sldId="297"/>
        </pc:sldMkLst>
        <pc:spChg chg="add del mod">
          <ac:chgData name="Stephanie Verganza" userId="ffc5f8f4-b46c-4eb7-ad0a-4bc869c58a2c" providerId="ADAL" clId="{7A3D8FD7-DF31-473D-9279-FEEC72DE29F4}" dt="2021-08-16T23:11:01.358" v="2264" actId="478"/>
          <ac:spMkLst>
            <pc:docMk/>
            <pc:sldMk cId="2743023188" sldId="297"/>
            <ac:spMk id="3" creationId="{84BB6AC6-271B-47AD-9433-72EBC7B32395}"/>
          </ac:spMkLst>
        </pc:spChg>
        <pc:spChg chg="mod">
          <ac:chgData name="Stephanie Verganza" userId="ffc5f8f4-b46c-4eb7-ad0a-4bc869c58a2c" providerId="ADAL" clId="{7A3D8FD7-DF31-473D-9279-FEEC72DE29F4}" dt="2021-08-16T23:06:21.863" v="2252" actId="20577"/>
          <ac:spMkLst>
            <pc:docMk/>
            <pc:sldMk cId="2743023188" sldId="297"/>
            <ac:spMk id="6" creationId="{00000000-0000-0000-0000-000000000000}"/>
          </ac:spMkLst>
        </pc:spChg>
        <pc:spChg chg="mod">
          <ac:chgData name="Stephanie Verganza" userId="ffc5f8f4-b46c-4eb7-ad0a-4bc869c58a2c" providerId="ADAL" clId="{7A3D8FD7-DF31-473D-9279-FEEC72DE29F4}" dt="2021-08-16T23:07:56.233" v="2258" actId="207"/>
          <ac:spMkLst>
            <pc:docMk/>
            <pc:sldMk cId="2743023188" sldId="297"/>
            <ac:spMk id="7" creationId="{00000000-0000-0000-0000-000000000000}"/>
          </ac:spMkLst>
        </pc:spChg>
        <pc:spChg chg="add mod">
          <ac:chgData name="Stephanie Verganza" userId="ffc5f8f4-b46c-4eb7-ad0a-4bc869c58a2c" providerId="ADAL" clId="{7A3D8FD7-DF31-473D-9279-FEEC72DE29F4}" dt="2021-08-16T23:11:58.317" v="2275" actId="207"/>
          <ac:spMkLst>
            <pc:docMk/>
            <pc:sldMk cId="2743023188" sldId="297"/>
            <ac:spMk id="8" creationId="{6DE1FA37-C451-4D7A-923C-DE79E70C2821}"/>
          </ac:spMkLst>
        </pc:spChg>
        <pc:spChg chg="add mod">
          <ac:chgData name="Stephanie Verganza" userId="ffc5f8f4-b46c-4eb7-ad0a-4bc869c58a2c" providerId="ADAL" clId="{7A3D8FD7-DF31-473D-9279-FEEC72DE29F4}" dt="2021-08-16T23:12:02.365" v="2276" actId="207"/>
          <ac:spMkLst>
            <pc:docMk/>
            <pc:sldMk cId="2743023188" sldId="297"/>
            <ac:spMk id="9" creationId="{E68B9885-F7AA-4B4B-B4FF-A2D9076CC8EF}"/>
          </ac:spMkLst>
        </pc:spChg>
        <pc:spChg chg="add mod">
          <ac:chgData name="Stephanie Verganza" userId="ffc5f8f4-b46c-4eb7-ad0a-4bc869c58a2c" providerId="ADAL" clId="{7A3D8FD7-DF31-473D-9279-FEEC72DE29F4}" dt="2021-08-16T23:11:52.500" v="2274" actId="1076"/>
          <ac:spMkLst>
            <pc:docMk/>
            <pc:sldMk cId="2743023188" sldId="297"/>
            <ac:spMk id="10" creationId="{8BF99220-8DB3-4821-93EB-01466DC68747}"/>
          </ac:spMkLst>
        </pc:spChg>
        <pc:spChg chg="add mod">
          <ac:chgData name="Stephanie Verganza" userId="ffc5f8f4-b46c-4eb7-ad0a-4bc869c58a2c" providerId="ADAL" clId="{7A3D8FD7-DF31-473D-9279-FEEC72DE29F4}" dt="2021-08-16T23:12:05.349" v="2277" actId="207"/>
          <ac:spMkLst>
            <pc:docMk/>
            <pc:sldMk cId="2743023188" sldId="297"/>
            <ac:spMk id="11" creationId="{052B5B67-DF82-4C33-B79C-8BDB4B40A9BE}"/>
          </ac:spMkLst>
        </pc:spChg>
        <pc:spChg chg="del mod">
          <ac:chgData name="Stephanie Verganza" userId="ffc5f8f4-b46c-4eb7-ad0a-4bc869c58a2c" providerId="ADAL" clId="{7A3D8FD7-DF31-473D-9279-FEEC72DE29F4}" dt="2021-08-16T23:10:58.715" v="2263" actId="478"/>
          <ac:spMkLst>
            <pc:docMk/>
            <pc:sldMk cId="2743023188" sldId="297"/>
            <ac:spMk id="200" creationId="{00000000-0000-0000-0000-000000000000}"/>
          </ac:spMkLst>
        </pc:spChg>
      </pc:sldChg>
      <pc:sldChg chg="modSp add ord modNotesTx">
        <pc:chgData name="Stephanie Verganza" userId="ffc5f8f4-b46c-4eb7-ad0a-4bc869c58a2c" providerId="ADAL" clId="{7A3D8FD7-DF31-473D-9279-FEEC72DE29F4}" dt="2021-08-16T23:17:11.996" v="2300" actId="207"/>
        <pc:sldMkLst>
          <pc:docMk/>
          <pc:sldMk cId="1208532956" sldId="299"/>
        </pc:sldMkLst>
        <pc:spChg chg="mod">
          <ac:chgData name="Stephanie Verganza" userId="ffc5f8f4-b46c-4eb7-ad0a-4bc869c58a2c" providerId="ADAL" clId="{7A3D8FD7-DF31-473D-9279-FEEC72DE29F4}" dt="2021-08-16T23:17:11.996" v="2300" actId="207"/>
          <ac:spMkLst>
            <pc:docMk/>
            <pc:sldMk cId="1208532956" sldId="299"/>
            <ac:spMk id="200" creationId="{00000000-0000-0000-0000-000000000000}"/>
          </ac:spMkLst>
        </pc:spChg>
      </pc:sldChg>
      <pc:sldChg chg="modSp add">
        <pc:chgData name="Stephanie Verganza" userId="ffc5f8f4-b46c-4eb7-ad0a-4bc869c58a2c" providerId="ADAL" clId="{7A3D8FD7-DF31-473D-9279-FEEC72DE29F4}" dt="2021-08-18T16:47:50.074" v="4095" actId="20577"/>
        <pc:sldMkLst>
          <pc:docMk/>
          <pc:sldMk cId="2472928703" sldId="300"/>
        </pc:sldMkLst>
        <pc:spChg chg="mod">
          <ac:chgData name="Stephanie Verganza" userId="ffc5f8f4-b46c-4eb7-ad0a-4bc869c58a2c" providerId="ADAL" clId="{7A3D8FD7-DF31-473D-9279-FEEC72DE29F4}" dt="2021-08-18T16:47:50.074" v="4095" actId="20577"/>
          <ac:spMkLst>
            <pc:docMk/>
            <pc:sldMk cId="2472928703" sldId="300"/>
            <ac:spMk id="200" creationId="{00000000-0000-0000-0000-000000000000}"/>
          </ac:spMkLst>
        </pc:spChg>
      </pc:sldChg>
      <pc:sldChg chg="modSp add">
        <pc:chgData name="Stephanie Verganza" userId="ffc5f8f4-b46c-4eb7-ad0a-4bc869c58a2c" providerId="ADAL" clId="{7A3D8FD7-DF31-473D-9279-FEEC72DE29F4}" dt="2021-08-16T23:26:21.492" v="2492" actId="255"/>
        <pc:sldMkLst>
          <pc:docMk/>
          <pc:sldMk cId="789832549" sldId="302"/>
        </pc:sldMkLst>
        <pc:spChg chg="mod">
          <ac:chgData name="Stephanie Verganza" userId="ffc5f8f4-b46c-4eb7-ad0a-4bc869c58a2c" providerId="ADAL" clId="{7A3D8FD7-DF31-473D-9279-FEEC72DE29F4}" dt="2021-08-16T23:26:21.492" v="2492" actId="255"/>
          <ac:spMkLst>
            <pc:docMk/>
            <pc:sldMk cId="789832549" sldId="302"/>
            <ac:spMk id="200" creationId="{00000000-0000-0000-0000-000000000000}"/>
          </ac:spMkLst>
        </pc:spChg>
      </pc:sldChg>
      <pc:sldChg chg="modSp add modNotesTx">
        <pc:chgData name="Stephanie Verganza" userId="ffc5f8f4-b46c-4eb7-ad0a-4bc869c58a2c" providerId="ADAL" clId="{7A3D8FD7-DF31-473D-9279-FEEC72DE29F4}" dt="2021-08-19T17:55:42.728" v="4102" actId="207"/>
        <pc:sldMkLst>
          <pc:docMk/>
          <pc:sldMk cId="1512586690" sldId="303"/>
        </pc:sldMkLst>
        <pc:spChg chg="mod">
          <ac:chgData name="Stephanie Verganza" userId="ffc5f8f4-b46c-4eb7-ad0a-4bc869c58a2c" providerId="ADAL" clId="{7A3D8FD7-DF31-473D-9279-FEEC72DE29F4}" dt="2021-08-19T17:55:42.728" v="4102" actId="207"/>
          <ac:spMkLst>
            <pc:docMk/>
            <pc:sldMk cId="1512586690" sldId="303"/>
            <ac:spMk id="5" creationId="{00000000-0000-0000-0000-000000000000}"/>
          </ac:spMkLst>
        </pc:spChg>
        <pc:spChg chg="mod">
          <ac:chgData name="Stephanie Verganza" userId="ffc5f8f4-b46c-4eb7-ad0a-4bc869c58a2c" providerId="ADAL" clId="{7A3D8FD7-DF31-473D-9279-FEEC72DE29F4}" dt="2021-08-17T13:58:51.774" v="2527" actId="20577"/>
          <ac:spMkLst>
            <pc:docMk/>
            <pc:sldMk cId="1512586690" sldId="303"/>
            <ac:spMk id="6" creationId="{00000000-0000-0000-0000-000000000000}"/>
          </ac:spMkLst>
        </pc:spChg>
        <pc:spChg chg="mod">
          <ac:chgData name="Stephanie Verganza" userId="ffc5f8f4-b46c-4eb7-ad0a-4bc869c58a2c" providerId="ADAL" clId="{7A3D8FD7-DF31-473D-9279-FEEC72DE29F4}" dt="2021-08-17T17:35:21.378" v="3310" actId="404"/>
          <ac:spMkLst>
            <pc:docMk/>
            <pc:sldMk cId="1512586690" sldId="303"/>
            <ac:spMk id="67" creationId="{00000000-0000-0000-0000-000000000000}"/>
          </ac:spMkLst>
        </pc:spChg>
      </pc:sldChg>
      <pc:sldChg chg="modSp add modNotesTx">
        <pc:chgData name="Stephanie Verganza" userId="ffc5f8f4-b46c-4eb7-ad0a-4bc869c58a2c" providerId="ADAL" clId="{7A3D8FD7-DF31-473D-9279-FEEC72DE29F4}" dt="2021-08-19T17:55:54.308" v="4104" actId="20577"/>
        <pc:sldMkLst>
          <pc:docMk/>
          <pc:sldMk cId="1841640217" sldId="304"/>
        </pc:sldMkLst>
        <pc:spChg chg="mod">
          <ac:chgData name="Stephanie Verganza" userId="ffc5f8f4-b46c-4eb7-ad0a-4bc869c58a2c" providerId="ADAL" clId="{7A3D8FD7-DF31-473D-9279-FEEC72DE29F4}" dt="2021-08-19T17:55:54.308" v="4104" actId="20577"/>
          <ac:spMkLst>
            <pc:docMk/>
            <pc:sldMk cId="1841640217" sldId="304"/>
            <ac:spMk id="5" creationId="{00000000-0000-0000-0000-000000000000}"/>
          </ac:spMkLst>
        </pc:spChg>
        <pc:spChg chg="mod">
          <ac:chgData name="Stephanie Verganza" userId="ffc5f8f4-b46c-4eb7-ad0a-4bc869c58a2c" providerId="ADAL" clId="{7A3D8FD7-DF31-473D-9279-FEEC72DE29F4}" dt="2021-08-17T14:18:55.144" v="2727" actId="948"/>
          <ac:spMkLst>
            <pc:docMk/>
            <pc:sldMk cId="1841640217" sldId="304"/>
            <ac:spMk id="67" creationId="{00000000-0000-0000-0000-000000000000}"/>
          </ac:spMkLst>
        </pc:spChg>
      </pc:sldChg>
      <pc:sldChg chg="modSp add modNotesTx">
        <pc:chgData name="Stephanie Verganza" userId="ffc5f8f4-b46c-4eb7-ad0a-4bc869c58a2c" providerId="ADAL" clId="{7A3D8FD7-DF31-473D-9279-FEEC72DE29F4}" dt="2021-08-19T17:56:00.505" v="4108" actId="20577"/>
        <pc:sldMkLst>
          <pc:docMk/>
          <pc:sldMk cId="1068241505" sldId="305"/>
        </pc:sldMkLst>
        <pc:spChg chg="mod">
          <ac:chgData name="Stephanie Verganza" userId="ffc5f8f4-b46c-4eb7-ad0a-4bc869c58a2c" providerId="ADAL" clId="{7A3D8FD7-DF31-473D-9279-FEEC72DE29F4}" dt="2021-08-19T17:56:00.505" v="4108" actId="20577"/>
          <ac:spMkLst>
            <pc:docMk/>
            <pc:sldMk cId="1068241505" sldId="305"/>
            <ac:spMk id="5" creationId="{00000000-0000-0000-0000-000000000000}"/>
          </ac:spMkLst>
        </pc:spChg>
        <pc:spChg chg="mod">
          <ac:chgData name="Stephanie Verganza" userId="ffc5f8f4-b46c-4eb7-ad0a-4bc869c58a2c" providerId="ADAL" clId="{7A3D8FD7-DF31-473D-9279-FEEC72DE29F4}" dt="2021-08-17T14:22:59.751" v="2975"/>
          <ac:spMkLst>
            <pc:docMk/>
            <pc:sldMk cId="1068241505" sldId="305"/>
            <ac:spMk id="67" creationId="{00000000-0000-0000-0000-000000000000}"/>
          </ac:spMkLst>
        </pc:spChg>
      </pc:sldChg>
      <pc:sldChg chg="modSp add ord">
        <pc:chgData name="Stephanie Verganza" userId="ffc5f8f4-b46c-4eb7-ad0a-4bc869c58a2c" providerId="ADAL" clId="{7A3D8FD7-DF31-473D-9279-FEEC72DE29F4}" dt="2021-08-17T22:09:42.422" v="3865" actId="403"/>
        <pc:sldMkLst>
          <pc:docMk/>
          <pc:sldMk cId="3696477027" sldId="306"/>
        </pc:sldMkLst>
        <pc:spChg chg="mod">
          <ac:chgData name="Stephanie Verganza" userId="ffc5f8f4-b46c-4eb7-ad0a-4bc869c58a2c" providerId="ADAL" clId="{7A3D8FD7-DF31-473D-9279-FEEC72DE29F4}" dt="2021-08-17T17:58:20.291" v="3317" actId="207"/>
          <ac:spMkLst>
            <pc:docMk/>
            <pc:sldMk cId="3696477027" sldId="306"/>
            <ac:spMk id="5" creationId="{00000000-0000-0000-0000-000000000000}"/>
          </ac:spMkLst>
        </pc:spChg>
        <pc:spChg chg="mod">
          <ac:chgData name="Stephanie Verganza" userId="ffc5f8f4-b46c-4eb7-ad0a-4bc869c58a2c" providerId="ADAL" clId="{7A3D8FD7-DF31-473D-9279-FEEC72DE29F4}" dt="2021-08-17T14:28:56.928" v="2997" actId="20577"/>
          <ac:spMkLst>
            <pc:docMk/>
            <pc:sldMk cId="3696477027" sldId="306"/>
            <ac:spMk id="65" creationId="{00000000-0000-0000-0000-000000000000}"/>
          </ac:spMkLst>
        </pc:spChg>
        <pc:spChg chg="mod">
          <ac:chgData name="Stephanie Verganza" userId="ffc5f8f4-b46c-4eb7-ad0a-4bc869c58a2c" providerId="ADAL" clId="{7A3D8FD7-DF31-473D-9279-FEEC72DE29F4}" dt="2021-08-17T22:09:42.422" v="3865" actId="403"/>
          <ac:spMkLst>
            <pc:docMk/>
            <pc:sldMk cId="3696477027" sldId="306"/>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10/12/2022</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dirty="0"/>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8" Type="http://schemas.openxmlformats.org/officeDocument/2006/relationships/hyperlink" Target="https://www.law.cornell.edu/definitions/index.php?width=840&amp;height=800&amp;iframe=true&amp;def_id=ad77b9896dbb46f518dfb7afc8138363&amp;term_occur=999&amp;term_src=Title:2:Subtitle:A:Chapter:II:Part:200:Subpart:E:Subjgrp:42:200.430" TargetMode="External"/><Relationship Id="rId3" Type="http://schemas.openxmlformats.org/officeDocument/2006/relationships/hyperlink" Target="https://www.law.cornell.edu/definitions/index.php?width=840&amp;height=800&amp;iframe=true&amp;def_id=081a194046528468942c369470c2966a&amp;term_occur=999&amp;term_src=Title:2:Subtitle:A:Chapter:II:Part:200:Subpart:E:Subjgrp:42:200.430" TargetMode="External"/><Relationship Id="rId7" Type="http://schemas.openxmlformats.org/officeDocument/2006/relationships/hyperlink" Target="https://www.law.cornell.edu/definitions/index.php?width=840&amp;height=800&amp;iframe=true&amp;def_id=8297890e7a7b9233bd4beca3e3e2c967&amp;term_occur=999&amp;term_src=Title:2:Subtitle:A:Chapter:II:Part:200:Subpart:E:Subjgrp:42:200.430" TargetMode="External"/><Relationship Id="rId2" Type="http://schemas.openxmlformats.org/officeDocument/2006/relationships/slide" Target="../slides/slide29.xml"/><Relationship Id="rId1" Type="http://schemas.openxmlformats.org/officeDocument/2006/relationships/notesMaster" Target="../notesMasters/notesMaster1.xml"/><Relationship Id="rId6" Type="http://schemas.openxmlformats.org/officeDocument/2006/relationships/hyperlink" Target="https://www.law.cornell.edu/definitions/index.php?width=840&amp;height=800&amp;iframe=true&amp;def_id=d7d23b68f8d3d33cf76dc014dc176590&amp;term_occur=999&amp;term_src=Title:2:Subtitle:A:Chapter:II:Part:200:Subpart:E:Subjgrp:42:200.430" TargetMode="External"/><Relationship Id="rId5" Type="http://schemas.openxmlformats.org/officeDocument/2006/relationships/hyperlink" Target="https://www.law.cornell.edu/definitions/index.php?width=840&amp;height=800&amp;iframe=true&amp;def_id=42db8aa7497eb8b687aaf373293fcf8a&amp;term_occur=999&amp;term_src=Title:2:Subtitle:A:Chapter:II:Part:200:Subpart:E:Subjgrp:42:200.430" TargetMode="External"/><Relationship Id="rId4" Type="http://schemas.openxmlformats.org/officeDocument/2006/relationships/hyperlink" Target="https://www.law.cornell.edu/definitions/index.php?width=840&amp;height=800&amp;iframe=true&amp;def_id=de00dfd10f09071c905d0928428a197d&amp;term_occur=999&amp;term_src=Title:2:Subtitle:A:Chapter:II:Part:200:Subpart:E:Subjgrp:42:200.430"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irs.gov/newsroom/irs-increases-mileage-rate-for-remainder-of-2022"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Additional comments about history </a:t>
            </a:r>
          </a:p>
          <a:p>
            <a:pPr marL="0" lvl="0" indent="0" algn="l" rtl="0">
              <a:spcBef>
                <a:spcPts val="0"/>
              </a:spcBef>
              <a:spcAft>
                <a:spcPts val="0"/>
              </a:spcAft>
              <a:buNone/>
            </a:pPr>
            <a:r>
              <a:rPr lang="en-US" dirty="0"/>
              <a:t>Background and role of Federal Grant and Cooperative Agreement Act (1978) and the Federal Financial Assistance Management Improvement Act in shaping the modern conception of assistance and how it impacts our work </a:t>
            </a:r>
          </a:p>
          <a:p>
            <a:pPr marL="0" lvl="0" indent="0" algn="l" rtl="0">
              <a:spcBef>
                <a:spcPts val="0"/>
              </a:spcBef>
              <a:spcAft>
                <a:spcPts val="0"/>
              </a:spcAft>
              <a:buNone/>
            </a:pPr>
            <a:endParaRPr lang="en-US" dirty="0"/>
          </a:p>
          <a:p>
            <a:pPr marL="171450" lvl="0" indent="-171450" algn="l" rtl="0">
              <a:spcBef>
                <a:spcPts val="0"/>
              </a:spcBef>
              <a:spcAft>
                <a:spcPts val="0"/>
              </a:spcAft>
              <a:buFont typeface="Arial" panose="020B0604020202020204" pitchFamily="34" charset="0"/>
              <a:buChar char="•"/>
            </a:pPr>
            <a:r>
              <a:rPr lang="en-US" dirty="0"/>
              <a:t>Brief background on USG federal assistance: started in 1785 with land grants for schools and revolutionary war veterans</a:t>
            </a:r>
          </a:p>
          <a:p>
            <a:pPr marL="628650" lvl="1" indent="-171450" algn="l" rtl="0">
              <a:spcBef>
                <a:spcPts val="0"/>
              </a:spcBef>
              <a:spcAft>
                <a:spcPts val="0"/>
              </a:spcAft>
              <a:buFont typeface="Arial" panose="020B0604020202020204" pitchFamily="34" charset="0"/>
              <a:buChar char="•"/>
            </a:pPr>
            <a:r>
              <a:rPr lang="en-US" dirty="0"/>
              <a:t>The earliest grants in the US were land grants, where property, rather than money, was granted. </a:t>
            </a:r>
          </a:p>
          <a:p>
            <a:pPr marL="171450" lvl="0" indent="-171450" algn="l" rtl="0">
              <a:spcBef>
                <a:spcPts val="0"/>
              </a:spcBef>
              <a:spcAft>
                <a:spcPts val="0"/>
              </a:spcAft>
              <a:buFont typeface="Arial" panose="020B0604020202020204" pitchFamily="34" charset="0"/>
              <a:buChar char="•"/>
            </a:pPr>
            <a:r>
              <a:rPr lang="en-US" dirty="0"/>
              <a:t>Uniform Guidance – Executive Order (EO) on reducing improper paperwork (Nov 2009); Presidential Memo on reducing administration burdens (Feb 2011); 2012 preview of guidance. </a:t>
            </a:r>
          </a:p>
          <a:p>
            <a:pPr marL="628650" lvl="1" indent="-171450" algn="l" rtl="0">
              <a:spcBef>
                <a:spcPts val="0"/>
              </a:spcBef>
              <a:spcAft>
                <a:spcPts val="0"/>
              </a:spcAft>
              <a:buFont typeface="Arial" panose="020B0604020202020204" pitchFamily="34" charset="0"/>
              <a:buChar char="•"/>
            </a:pPr>
            <a:r>
              <a:rPr lang="en-US" dirty="0"/>
              <a:t>Commission on Government Procurement (1979) – Congressional commission to enact legislation to clarify the difference between procurement and assistance. </a:t>
            </a:r>
          </a:p>
          <a:p>
            <a:pPr marL="171450" lvl="0" indent="-171450" algn="l" rtl="0">
              <a:spcBef>
                <a:spcPts val="0"/>
              </a:spcBef>
              <a:spcAft>
                <a:spcPts val="0"/>
              </a:spcAft>
              <a:buFont typeface="Arial" panose="020B0604020202020204" pitchFamily="34" charset="0"/>
              <a:buChar char="•"/>
            </a:pPr>
            <a:endParaRPr lang="en-US" dirty="0"/>
          </a:p>
        </p:txBody>
      </p:sp>
    </p:spTree>
    <p:extLst>
      <p:ext uri="{BB962C8B-B14F-4D97-AF65-F5344CB8AC3E}">
        <p14:creationId xmlns:p14="http://schemas.microsoft.com/office/powerpoint/2010/main" val="251848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Finding can be added to a future past performance reference and can hurt future funding opportunities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Visual compliance used by POA and searches across hundreds of databases, including SAM, UN Terrorist Lists, OFAC. </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Conduct these prior to issuing any payment to individual or </a:t>
            </a:r>
            <a:r>
              <a:rPr lang="en-US" sz="2000" baseline="0">
                <a:latin typeface="Trade Gothic" panose="02000503020000020004" pitchFamily="2" charset="0"/>
              </a:rPr>
              <a:t>entity  </a:t>
            </a:r>
            <a:endParaRPr lang="en-US" sz="2000" baseline="0" dirty="0">
              <a:latin typeface="Trade Gothic" panose="02000503020000020004" pitchFamily="2" charset="0"/>
            </a:endParaRP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Suspended or debarred entities or individuals are excluded from receiving any new work or any additional U.S. Government funding for the duration of the exclusion period</a:t>
            </a:r>
          </a:p>
        </p:txBody>
      </p:sp>
    </p:spTree>
    <p:extLst>
      <p:ext uri="{BB962C8B-B14F-4D97-AF65-F5344CB8AC3E}">
        <p14:creationId xmlns:p14="http://schemas.microsoft.com/office/powerpoint/2010/main" val="3295997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It’s always good to check the differences between requirements and best practices.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The main point to keep in mind here is document, document, document.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highlight>
                  <a:srgbClr val="FFFF00"/>
                </a:highlight>
              </a:rPr>
              <a:t>*</a:t>
            </a:r>
            <a:r>
              <a:rPr lang="en-US" b="0" dirty="0">
                <a:highlight>
                  <a:srgbClr val="FFFF00"/>
                </a:highlight>
              </a:rPr>
              <a:t>These are the standard categories for methods of procurements. These dollar amounts/thresholds are set by the federal government. POA policies set some lower thresholds to be more realistic to field costs… * Staff should make sure and read the supplemental manual and understand what the threshold is in your country. </a:t>
            </a:r>
          </a:p>
          <a:p>
            <a:endParaRPr lang="en-US" b="1" dirty="0"/>
          </a:p>
          <a:p>
            <a:r>
              <a:rPr lang="en-US" b="1" dirty="0"/>
              <a:t>Micro-purchases (up to $10k)- </a:t>
            </a:r>
            <a:r>
              <a:rPr lang="en-US" dirty="0"/>
              <a:t>Acquisition of supplies/ services, does not exceed the micro-purchase threshold.  May be awarded without soliciting competitive quotations if price is </a:t>
            </a:r>
            <a:r>
              <a:rPr lang="en-US" b="1" dirty="0"/>
              <a:t>reasonable</a:t>
            </a:r>
            <a:r>
              <a:rPr lang="en-US" dirty="0"/>
              <a:t>.</a:t>
            </a:r>
          </a:p>
          <a:p>
            <a:endParaRPr lang="en-US" dirty="0"/>
          </a:p>
          <a:p>
            <a:r>
              <a:rPr lang="en-US" b="1" dirty="0"/>
              <a:t>Small purchase ($10k-$250k) - </a:t>
            </a:r>
            <a:r>
              <a:rPr lang="en-US" dirty="0"/>
              <a:t>Relatively simple and </a:t>
            </a:r>
            <a:r>
              <a:rPr lang="en-US" b="1" dirty="0"/>
              <a:t>informal</a:t>
            </a:r>
            <a:r>
              <a:rPr lang="en-US" dirty="0"/>
              <a:t> procurement method.</a:t>
            </a:r>
            <a:r>
              <a:rPr lang="en-US" baseline="0" dirty="0"/>
              <a:t> </a:t>
            </a:r>
            <a:r>
              <a:rPr lang="en-US" sz="1200" b="0" i="0" kern="1200" dirty="0">
                <a:solidFill>
                  <a:schemeClr val="tx1"/>
                </a:solidFill>
                <a:effectLst/>
                <a:latin typeface="+mn-lt"/>
                <a:ea typeface="+mn-ea"/>
                <a:cs typeface="+mn-cs"/>
              </a:rPr>
              <a:t>Non-Federal entities adopt small purchase procedures in order to expedite the purchase of items costing less than the simplified acquisition threshold.</a:t>
            </a:r>
            <a:r>
              <a:rPr lang="en-US" dirty="0"/>
              <a:t> Seek offers from reasonable # of sources (3 generally used). Choose based off of own selection criteria</a:t>
            </a:r>
          </a:p>
          <a:p>
            <a:endParaRPr lang="en-US" dirty="0"/>
          </a:p>
          <a:p>
            <a:r>
              <a:rPr lang="en-US" b="1" dirty="0"/>
              <a:t>Sealed bids (above $250k - formal advertising)</a:t>
            </a:r>
            <a:r>
              <a:rPr lang="en-US" dirty="0"/>
              <a:t> - Publicly solicited and firm fixed price contract (lump sum or unit price) awarded to </a:t>
            </a:r>
            <a:r>
              <a:rPr lang="en-US" b="1" dirty="0"/>
              <a:t>lowest bid </a:t>
            </a:r>
            <a:r>
              <a:rPr lang="en-US" dirty="0"/>
              <a:t>(reasonable + responsive). Preferred method for procuring construction. Bids opened on specified time and place. </a:t>
            </a:r>
          </a:p>
          <a:p>
            <a:endParaRPr lang="en-US" dirty="0"/>
          </a:p>
          <a:p>
            <a:r>
              <a:rPr lang="en-US" b="1" dirty="0"/>
              <a:t>Competitive proposals (above $250k) - </a:t>
            </a:r>
            <a:r>
              <a:rPr lang="en-US" dirty="0"/>
              <a:t>More than one source submits an offer, and either a fixed price or cost-reimbursement type contract is awarded. Generally used when conditions are not appropriate for the use of sealed bids. Choose vendor based on own selection criteria.</a:t>
            </a:r>
          </a:p>
          <a:p>
            <a:endParaRPr lang="en-US" dirty="0"/>
          </a:p>
          <a:p>
            <a:r>
              <a:rPr lang="en-US" b="1" dirty="0"/>
              <a:t>Noncompetitive proposals (no limit) - </a:t>
            </a:r>
            <a:r>
              <a:rPr lang="en-US" dirty="0"/>
              <a:t>Solicitation of a proposal from only one source if:</a:t>
            </a:r>
          </a:p>
          <a:p>
            <a:r>
              <a:rPr lang="en-US" dirty="0"/>
              <a:t>-</a:t>
            </a:r>
            <a:r>
              <a:rPr lang="en-US" baseline="0" dirty="0"/>
              <a:t> T</a:t>
            </a:r>
            <a:r>
              <a:rPr lang="en-US" dirty="0"/>
              <a:t>he item is available only from a single source;</a:t>
            </a:r>
          </a:p>
          <a:p>
            <a:r>
              <a:rPr lang="en-US" dirty="0"/>
              <a:t>- The public exigency or emergency for the requirement will not permit a delay resulting from competitive solicitation;</a:t>
            </a:r>
          </a:p>
          <a:p>
            <a:r>
              <a:rPr lang="en-US" dirty="0"/>
              <a:t>- The Federal awarding agency or pass-through entity expressly authorizes noncompetitive proposals; or</a:t>
            </a:r>
          </a:p>
          <a:p>
            <a:r>
              <a:rPr lang="en-US" dirty="0"/>
              <a:t>- After solicitation of a number of sources, competition is determined inadequate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648448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6648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9592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6277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57947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Real property</a:t>
            </a:r>
            <a:r>
              <a:rPr lang="en-US" baseline="0" dirty="0"/>
              <a:t> may either be retained or sold and the federal agency must be compensated</a:t>
            </a:r>
          </a:p>
          <a:p>
            <a:r>
              <a:rPr lang="en-US" baseline="0" dirty="0"/>
              <a:t>(land, structures) does not include movable machinery and equipment</a:t>
            </a:r>
          </a:p>
          <a:p>
            <a:endParaRPr lang="en-US" dirty="0"/>
          </a:p>
          <a:p>
            <a:r>
              <a:rPr lang="en-US" dirty="0"/>
              <a:t>Equipment </a:t>
            </a:r>
            <a:r>
              <a:rPr lang="en-US" baseline="0" dirty="0"/>
              <a:t>usually stays with the non-fed entity, unless otherwise stated, if current market value is less than $5,000 (otherwise need to consult agency for further disposition instructions)</a:t>
            </a:r>
          </a:p>
          <a:p>
            <a:r>
              <a:rPr lang="en-US" baseline="0" dirty="0"/>
              <a:t>Must be included in inventory, property records kept, safeguard (insurance)</a:t>
            </a:r>
          </a:p>
          <a:p>
            <a:endParaRPr lang="en-US" baseline="0" dirty="0"/>
          </a:p>
          <a:p>
            <a:r>
              <a:rPr lang="en-US" baseline="0" dirty="0"/>
              <a:t>Intangibles—vest with recipient : “whoever creates it, owns it” but USG has right to obtain, reproduce, publish or otherwise use data produced under award and authorize others to for fed purposes</a:t>
            </a:r>
          </a:p>
          <a:p>
            <a:endParaRPr lang="en-US" baseline="0" dirty="0"/>
          </a:p>
          <a:p>
            <a:r>
              <a:rPr lang="en-US" baseline="0" dirty="0"/>
              <a:t>Inventory </a:t>
            </a:r>
            <a:r>
              <a:rPr lang="en-US" dirty="0"/>
              <a:t>of unused supplies exceeding $5,000 in total aggregate value upon termination or completion of the Federal program and not needed for any other Federal award</a:t>
            </a:r>
            <a:r>
              <a:rPr lang="en-US" baseline="0" dirty="0"/>
              <a:t>, recipient </a:t>
            </a:r>
            <a:r>
              <a:rPr lang="en-US" dirty="0"/>
              <a:t>must compensate the Federal government for its share. </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aseline="0" dirty="0"/>
              <a:t>Inventory </a:t>
            </a:r>
            <a:r>
              <a:rPr lang="en-US" dirty="0"/>
              <a:t>of unused supplies exceeding $5,000 in total aggregate value upon termination or completion of the Federal program and not needed for any other Federal award</a:t>
            </a:r>
            <a:r>
              <a:rPr lang="en-US" baseline="0" dirty="0"/>
              <a:t>, recipient </a:t>
            </a:r>
            <a:r>
              <a:rPr lang="en-US" dirty="0"/>
              <a:t>must compensate the Federal government for its share. </a:t>
            </a:r>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413957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4014147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 CFR 200, subpart E</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a:latin typeface="Trade Gothic" panose="02000503020000020004" pitchFamily="2" charset="0"/>
              </a:rPr>
              <a:t>Generally Accepted Accounting Principles (GAAP)</a:t>
            </a:r>
          </a:p>
          <a:p>
            <a:endParaRPr lang="en-US" dirty="0"/>
          </a:p>
          <a:p>
            <a:r>
              <a:rPr lang="en-US" dirty="0"/>
              <a:t>Must be NECESSARY,</a:t>
            </a:r>
            <a:r>
              <a:rPr lang="en-US" baseline="0" dirty="0"/>
              <a:t> REASONABLE, ALLOCABLE, and CONFORMS to grant terms &amp; conditions </a:t>
            </a:r>
          </a:p>
          <a:p>
            <a:endParaRPr lang="en-US" baseline="0" dirty="0"/>
          </a:p>
          <a:p>
            <a:r>
              <a:rPr lang="en-US" baseline="0" dirty="0"/>
              <a:t>Consistency in proposing, charging, and reporting costs: </a:t>
            </a:r>
          </a:p>
          <a:p>
            <a:endParaRPr lang="en-US" baseline="0" dirty="0"/>
          </a:p>
          <a:p>
            <a:r>
              <a:rPr lang="en-US" dirty="0"/>
              <a:t>§200.403 (d) states: "A cost may not be assigned to a Federal award as a direct cost if any other cost incurred for the same purpose in like circumstances has been allocated to the Federal award as an indirect cost."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(chargeable or assignable)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1766647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86404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333333"/>
                </a:solidFill>
                <a:effectLst/>
                <a:latin typeface="Verdana" panose="020B0604030504040204" pitchFamily="34" charset="0"/>
              </a:rPr>
              <a:t>(i)</a:t>
            </a:r>
            <a:r>
              <a:rPr lang="en-US" b="0" i="0" dirty="0">
                <a:solidFill>
                  <a:srgbClr val="333333"/>
                </a:solidFill>
                <a:effectLst/>
                <a:latin typeface="Verdana" panose="020B0604030504040204" pitchFamily="34" charset="0"/>
              </a:rPr>
              <a:t> </a:t>
            </a:r>
            <a:r>
              <a:rPr lang="en-US" b="1" i="1" dirty="0">
                <a:solidFill>
                  <a:srgbClr val="333333"/>
                </a:solidFill>
                <a:effectLst/>
                <a:latin typeface="Verdana" panose="020B0604030504040204" pitchFamily="34" charset="0"/>
              </a:rPr>
              <a:t>Standards for Documentation of Personnel Expenses</a:t>
            </a:r>
            <a:r>
              <a:rPr lang="en-US" b="0" i="0" dirty="0">
                <a:solidFill>
                  <a:srgbClr val="333333"/>
                </a:solidFill>
                <a:effectLst/>
                <a:latin typeface="Verdana" panose="020B0604030504040204" pitchFamily="34" charset="0"/>
              </a:rPr>
              <a:t> (1) Charges to </a:t>
            </a:r>
            <a:r>
              <a:rPr lang="en-US" b="0" i="0" u="none" strike="noStrike" dirty="0">
                <a:solidFill>
                  <a:srgbClr val="0068AC"/>
                </a:solidFill>
                <a:effectLst/>
                <a:latin typeface="Verdana" panose="020B0604030504040204" pitchFamily="34" charset="0"/>
                <a:hlinkClick r:id="rId3"/>
              </a:rPr>
              <a:t>Federal awards</a:t>
            </a:r>
            <a:r>
              <a:rPr lang="en-US" b="0" i="0" dirty="0">
                <a:solidFill>
                  <a:srgbClr val="333333"/>
                </a:solidFill>
                <a:effectLst/>
                <a:latin typeface="Verdana" panose="020B0604030504040204" pitchFamily="34" charset="0"/>
              </a:rPr>
              <a:t> for salaries and wages must be based on records that accurately reflect the work performed. These records must:</a:t>
            </a:r>
          </a:p>
          <a:p>
            <a:pPr algn="l"/>
            <a:r>
              <a:rPr lang="en-US" b="1" i="0" dirty="0">
                <a:solidFill>
                  <a:srgbClr val="333333"/>
                </a:solidFill>
                <a:effectLst/>
                <a:latin typeface="Verdana" panose="020B0604030504040204" pitchFamily="34" charset="0"/>
              </a:rPr>
              <a:t>(i)</a:t>
            </a:r>
            <a:r>
              <a:rPr lang="en-US" b="0" i="0" dirty="0">
                <a:solidFill>
                  <a:srgbClr val="333333"/>
                </a:solidFill>
                <a:effectLst/>
                <a:latin typeface="Verdana" panose="020B0604030504040204" pitchFamily="34" charset="0"/>
              </a:rPr>
              <a:t> Be supported by a system of internal control which provides reasonable assurance that the charges are accurate, allowable, and properly allocated;</a:t>
            </a:r>
          </a:p>
          <a:p>
            <a:pPr algn="l"/>
            <a:r>
              <a:rPr lang="en-US" b="1" i="0" dirty="0">
                <a:solidFill>
                  <a:srgbClr val="333333"/>
                </a:solidFill>
                <a:effectLst/>
                <a:latin typeface="Verdana" panose="020B0604030504040204" pitchFamily="34" charset="0"/>
              </a:rPr>
              <a:t>(ii)</a:t>
            </a:r>
            <a:r>
              <a:rPr lang="en-US" b="0" i="0" dirty="0">
                <a:solidFill>
                  <a:srgbClr val="333333"/>
                </a:solidFill>
                <a:effectLst/>
                <a:latin typeface="Verdana" panose="020B0604030504040204" pitchFamily="34" charset="0"/>
              </a:rPr>
              <a:t> Be incorporated into the official records of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(iii)</a:t>
            </a:r>
            <a:r>
              <a:rPr lang="en-US" b="0" i="0" dirty="0">
                <a:solidFill>
                  <a:srgbClr val="333333"/>
                </a:solidFill>
                <a:effectLst/>
                <a:latin typeface="Verdana" panose="020B0604030504040204" pitchFamily="34" charset="0"/>
              </a:rPr>
              <a:t> Reasonably reflect the total activity for which the employee is compensated by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not exceeding 100% of compensated activities (for IHE, this per the IHE's definition of IBS);</a:t>
            </a:r>
          </a:p>
          <a:p>
            <a:pPr algn="l"/>
            <a:r>
              <a:rPr lang="en-US" b="1" i="0" dirty="0">
                <a:solidFill>
                  <a:srgbClr val="333333"/>
                </a:solidFill>
                <a:effectLst/>
                <a:latin typeface="Verdana" panose="020B0604030504040204" pitchFamily="34" charset="0"/>
              </a:rPr>
              <a:t>(iv)</a:t>
            </a:r>
            <a:r>
              <a:rPr lang="en-US" b="0" i="0" dirty="0">
                <a:solidFill>
                  <a:srgbClr val="333333"/>
                </a:solidFill>
                <a:effectLst/>
                <a:latin typeface="Verdana" panose="020B0604030504040204" pitchFamily="34" charset="0"/>
              </a:rPr>
              <a:t> Encompass federally-assisted and all other activities compensated by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on an integrated basis, but may include the use of </a:t>
            </a:r>
            <a:r>
              <a:rPr lang="en-US" b="0" i="0" u="none" strike="noStrike" dirty="0">
                <a:solidFill>
                  <a:srgbClr val="0068AC"/>
                </a:solidFill>
                <a:effectLst/>
                <a:latin typeface="Verdana" panose="020B0604030504040204" pitchFamily="34" charset="0"/>
                <a:hlinkClick r:id="rId5"/>
              </a:rPr>
              <a:t>subsidiary</a:t>
            </a:r>
            <a:r>
              <a:rPr lang="en-US" b="0" i="0" dirty="0">
                <a:solidFill>
                  <a:srgbClr val="333333"/>
                </a:solidFill>
                <a:effectLst/>
                <a:latin typeface="Verdana" panose="020B0604030504040204" pitchFamily="34" charset="0"/>
              </a:rPr>
              <a:t> records as defined in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's written </a:t>
            </a:r>
            <a:r>
              <a:rPr lang="en-US" b="0" i="0" u="none" strike="noStrike" dirty="0">
                <a:solidFill>
                  <a:srgbClr val="0068AC"/>
                </a:solidFill>
                <a:effectLst/>
                <a:latin typeface="Verdana" panose="020B0604030504040204" pitchFamily="34" charset="0"/>
                <a:hlinkClick r:id="rId6"/>
              </a:rPr>
              <a:t>policy</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(v)</a:t>
            </a:r>
            <a:r>
              <a:rPr lang="en-US" b="0" i="0" dirty="0">
                <a:solidFill>
                  <a:srgbClr val="333333"/>
                </a:solidFill>
                <a:effectLst/>
                <a:latin typeface="Verdana" panose="020B0604030504040204" pitchFamily="34" charset="0"/>
              </a:rPr>
              <a:t> Comply with the established accounting policies and practices of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(See paragraph (h)(1)(ii) above for treatment of incidental work for IHEs.); and</a:t>
            </a:r>
          </a:p>
          <a:p>
            <a:pPr algn="l"/>
            <a:r>
              <a:rPr lang="en-US" b="1" i="0" dirty="0">
                <a:solidFill>
                  <a:srgbClr val="333333"/>
                </a:solidFill>
                <a:effectLst/>
                <a:latin typeface="Verdana" panose="020B0604030504040204" pitchFamily="34" charset="0"/>
              </a:rPr>
              <a:t>(vi)</a:t>
            </a:r>
            <a:r>
              <a:rPr lang="en-US" b="0" i="0" dirty="0">
                <a:solidFill>
                  <a:srgbClr val="333333"/>
                </a:solidFill>
                <a:effectLst/>
                <a:latin typeface="Verdana" panose="020B0604030504040204" pitchFamily="34" charset="0"/>
              </a:rPr>
              <a:t> [Reserved]</a:t>
            </a:r>
          </a:p>
          <a:p>
            <a:pPr algn="l"/>
            <a:r>
              <a:rPr lang="en-US" b="1" i="0" dirty="0">
                <a:solidFill>
                  <a:srgbClr val="333333"/>
                </a:solidFill>
                <a:effectLst/>
                <a:latin typeface="Verdana" panose="020B0604030504040204" pitchFamily="34" charset="0"/>
              </a:rPr>
              <a:t>(vii)</a:t>
            </a:r>
            <a:r>
              <a:rPr lang="en-US" b="0" i="0" dirty="0">
                <a:solidFill>
                  <a:srgbClr val="333333"/>
                </a:solidFill>
                <a:effectLst/>
                <a:latin typeface="Verdana" panose="020B0604030504040204" pitchFamily="34" charset="0"/>
              </a:rPr>
              <a:t> Support the distribution of the employee's salary or wages among specific activities or </a:t>
            </a:r>
            <a:r>
              <a:rPr lang="en-US" b="0" i="0" u="none" strike="noStrike" dirty="0">
                <a:solidFill>
                  <a:srgbClr val="0068AC"/>
                </a:solidFill>
                <a:effectLst/>
                <a:latin typeface="Verdana" panose="020B0604030504040204" pitchFamily="34" charset="0"/>
                <a:hlinkClick r:id="rId7"/>
              </a:rPr>
              <a:t>cost objectives</a:t>
            </a:r>
            <a:r>
              <a:rPr lang="en-US" b="0" i="0" dirty="0">
                <a:solidFill>
                  <a:srgbClr val="333333"/>
                </a:solidFill>
                <a:effectLst/>
                <a:latin typeface="Verdana" panose="020B0604030504040204" pitchFamily="34" charset="0"/>
              </a:rPr>
              <a:t> if the employee works on more than one </a:t>
            </a:r>
            <a:r>
              <a:rPr lang="en-US" b="0" i="0" u="none" strike="noStrike" dirty="0">
                <a:solidFill>
                  <a:srgbClr val="0068AC"/>
                </a:solidFill>
                <a:effectLst/>
                <a:latin typeface="Verdana" panose="020B0604030504040204" pitchFamily="34" charset="0"/>
                <a:hlinkClick r:id="rId3"/>
              </a:rPr>
              <a:t>Federal award</a:t>
            </a:r>
            <a:r>
              <a:rPr lang="en-US" b="0" i="0" dirty="0">
                <a:solidFill>
                  <a:srgbClr val="333333"/>
                </a:solidFill>
                <a:effectLst/>
                <a:latin typeface="Verdana" panose="020B0604030504040204" pitchFamily="34" charset="0"/>
              </a:rPr>
              <a:t>; a </a:t>
            </a:r>
            <a:r>
              <a:rPr lang="en-US" b="0" i="0" u="none" strike="noStrike" dirty="0">
                <a:solidFill>
                  <a:srgbClr val="0068AC"/>
                </a:solidFill>
                <a:effectLst/>
                <a:latin typeface="Verdana" panose="020B0604030504040204" pitchFamily="34" charset="0"/>
                <a:hlinkClick r:id="rId3"/>
              </a:rPr>
              <a:t>Federal award</a:t>
            </a:r>
            <a:r>
              <a:rPr lang="en-US" b="0" i="0" dirty="0">
                <a:solidFill>
                  <a:srgbClr val="333333"/>
                </a:solidFill>
                <a:effectLst/>
                <a:latin typeface="Verdana" panose="020B0604030504040204" pitchFamily="34" charset="0"/>
              </a:rPr>
              <a:t> and non-Federal award; an indirect cost activity and a direct cost activity; two or more indirect activities which are allocated using different </a:t>
            </a:r>
            <a:r>
              <a:rPr lang="en-US" b="0" i="0" u="none" strike="noStrike" dirty="0">
                <a:solidFill>
                  <a:srgbClr val="0068AC"/>
                </a:solidFill>
                <a:effectLst/>
                <a:latin typeface="Verdana" panose="020B0604030504040204" pitchFamily="34" charset="0"/>
                <a:hlinkClick r:id="rId8"/>
              </a:rPr>
              <a:t>allocation</a:t>
            </a:r>
            <a:r>
              <a:rPr lang="en-US" b="0" i="0" dirty="0">
                <a:solidFill>
                  <a:srgbClr val="333333"/>
                </a:solidFill>
                <a:effectLst/>
                <a:latin typeface="Verdana" panose="020B0604030504040204" pitchFamily="34" charset="0"/>
              </a:rPr>
              <a:t> bases; or an unallowable activity and a direct or indirect cost activity.</a:t>
            </a:r>
          </a:p>
        </p:txBody>
      </p:sp>
    </p:spTree>
    <p:extLst>
      <p:ext uri="{BB962C8B-B14F-4D97-AF65-F5344CB8AC3E}">
        <p14:creationId xmlns:p14="http://schemas.microsoft.com/office/powerpoint/2010/main" val="3592110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307299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5345271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42642286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8926348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6182334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2518300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87182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00150" lvl="2" indent="-285750" algn="just" fontAlgn="base">
              <a:lnSpc>
                <a:spcPct val="150000"/>
              </a:lnSpc>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Using IRS rate per mile: </a:t>
            </a:r>
            <a:r>
              <a:rPr lang="en-US" kern="0" dirty="0">
                <a:solidFill>
                  <a:schemeClr val="tx1"/>
                </a:solidFill>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https://www.irs.gov/newsroom/irs-increases-mileage-rate-for-remainder-of-2022</a:t>
            </a:r>
            <a:r>
              <a:rPr lang="en-US" kern="0" dirty="0">
                <a:solidFill>
                  <a:schemeClr val="tx1"/>
                </a:solidFill>
                <a:latin typeface="Segoe UI" panose="020B0502040204020203" pitchFamily="34" charset="0"/>
                <a:cs typeface="Segoe UI" panose="020B0502040204020203" pitchFamily="34" charset="0"/>
              </a:rPr>
              <a:t> </a:t>
            </a:r>
          </a:p>
          <a:p>
            <a:pPr marL="1657350" lvl="3" indent="-285750" algn="just" fontAlgn="base">
              <a:lnSpc>
                <a:spcPct val="150000"/>
              </a:lnSpc>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Rate is intended to cover gas, portion of insurance and portion of maintenance </a:t>
            </a:r>
          </a:p>
          <a:p>
            <a:pPr marL="1200150" lvl="2" indent="-285750" algn="just" fontAlgn="base">
              <a:lnSpc>
                <a:spcPct val="150000"/>
              </a:lnSpc>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Use Google Maps to calculate the miles driven on route (include screenshot) and multiply by 62.5 cents each mile  </a:t>
            </a:r>
          </a:p>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12656563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17463966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0528905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2144841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10/12/2022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extLst>
      <p:ext uri="{BB962C8B-B14F-4D97-AF65-F5344CB8AC3E}">
        <p14:creationId xmlns:p14="http://schemas.microsoft.com/office/powerpoint/2010/main" val="1887143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354332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834229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1046828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536083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081109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6005581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7391259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0123785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40972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143621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dirty="0"/>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10/12/2022</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dirty="0"/>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www.govinfo.gov/app/details/CFR-2014-title2-vol1/CFR-2014-title2-vol1-sec200-302"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hyperlink" Target="http://www.un.org/sc/committees/1267/aq_sanctions_list.shtml" TargetMode="External"/><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hyperlink" Target="http://www.treasury.gov/resource-center/sanctions/SDN-%20List/Pages/default.aspx" TargetMode="External"/><Relationship Id="rId5" Type="http://schemas.openxmlformats.org/officeDocument/2006/relationships/hyperlink" Target="http://www.sam.gov/" TargetMode="External"/><Relationship Id="rId4" Type="http://schemas.microsoft.com/office/2007/relationships/hdphoto" Target="../media/hdphoto1.wdp"/><Relationship Id="rId9" Type="http://schemas.openxmlformats.org/officeDocument/2006/relationships/hyperlink" Target="https://www.govinfo.gov/app/details/CFR-2016-title2-vol1/CFR-2016-title2-vol1-sec200-21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18.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18.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18.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20.pdf"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20.pd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hyperlink" Target="https://www.ecfr.gov/cgi-bin/text-idx?SID=2312b40f5181614169488e0699a25e61&amp;mc=true&amp;node=se2.1.200_1216&amp;rgn=div8"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hyperlink" Target="https://www.usaid.gov/sites/default/files/documents/312.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hyperlink" Target="https://www.usaid.gov/sites/default/files/documents/312.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hyperlink" Target="https://pdf.usaid.gov/pdf_docs/PDACQ310.pd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12.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3.pdf"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33.pdf"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7.xml"/><Relationship Id="rId5" Type="http://schemas.openxmlformats.org/officeDocument/2006/relationships/hyperlink" Target="https://www.govinfo.gov/content/pkg/CFR-2014-title2-vol1/pdf/CFR-2014-title2-vol1-sec200-343.pdf" TargetMode="Externa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hyperlink" Target="https://www.ecfr.gov/current/title-2/subtitle-A/chapter-II/part-200/subpart-E/subject-group-ECFRed1f39f9b3d4e72/section-200.430"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8.xml"/><Relationship Id="rId6" Type="http://schemas.openxmlformats.org/officeDocument/2006/relationships/hyperlink" Target="https://partnersnet107.sharepoint.com/:x:/s/FA/EeYmUVEUIxJKq4M8oEWoE-QBybmNQhAE9Sta0KHQ7b5tYw?e=5jQQgW" TargetMode="External"/><Relationship Id="rId5" Type="http://schemas.openxmlformats.org/officeDocument/2006/relationships/hyperlink" Target="https://partnersnet107.sharepoint.com/:x:/s/FA/ETkfDqCPsLtHu_C1rHpzOLABVzrxVK8ISxm6rctd1hprXQ?e=6tP0DH" TargetMode="External"/><Relationship Id="rId4" Type="http://schemas.openxmlformats.org/officeDocument/2006/relationships/hyperlink" Target="https://www.ecfr.gov/current/title-2/subtitle-A/chapter-II/part-200/subpart-E/subject-group-ECFRed1f39f9b3d4e72/section-200.430"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31"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31"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59"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59"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8.xml"/><Relationship Id="rId4" Type="http://schemas.openxmlformats.org/officeDocument/2006/relationships/hyperlink" Target="https://www.ecfr.gov/current/title-2/subtitle-A/chapter-II/part-200/subpart-E/subject-group-ECFRed1f39f9b3d4e72/section-200.475" TargetMode="External"/></Relationships>
</file>

<file path=ppt/slides/_rels/slide36.xml.rels><?xml version="1.0" encoding="UTF-8" standalone="yes"?>
<Relationships xmlns="http://schemas.openxmlformats.org/package/2006/relationships"><Relationship Id="rId8" Type="http://schemas.openxmlformats.org/officeDocument/2006/relationships/hyperlink" Target="https://www.gsa.gov/travel/plan-book/per-diem-rates" TargetMode="External"/><Relationship Id="rId3" Type="http://schemas.openxmlformats.org/officeDocument/2006/relationships/image" Target="../media/image9.png"/><Relationship Id="rId7" Type="http://schemas.openxmlformats.org/officeDocument/2006/relationships/hyperlink" Target="https://aoprals.state.gov/web920/per_diem.asp" TargetMode="External"/><Relationship Id="rId2" Type="http://schemas.openxmlformats.org/officeDocument/2006/relationships/notesSlide" Target="../notesSlides/notesSlide36.xml"/><Relationship Id="rId1" Type="http://schemas.openxmlformats.org/officeDocument/2006/relationships/slideLayout" Target="../slideLayouts/slideLayout18.xml"/><Relationship Id="rId6" Type="http://schemas.openxmlformats.org/officeDocument/2006/relationships/hyperlink" Target="https://partnersnet107.sharepoint.com/:w:/s/FA/EaaAgomY611KuMtN5vx7ZNYBATj-9BMyhqRmNL5UFWZwsg?e=FUXO8S" TargetMode="External"/><Relationship Id="rId5" Type="http://schemas.openxmlformats.org/officeDocument/2006/relationships/hyperlink" Target="https://www.gsa.gov/policy-regulations/policy/travel-management-policy/fly-america-act"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8.xml"/><Relationship Id="rId5" Type="http://schemas.openxmlformats.org/officeDocument/2006/relationships/hyperlink" Target="https://www.irs.gov/newsroom/irs-increases-mileage-rate-for-remainder-of-2022"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32"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32"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part200.pdf"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1.xml"/><Relationship Id="rId1" Type="http://schemas.openxmlformats.org/officeDocument/2006/relationships/slideLayout" Target="../slideLayouts/slideLayout26.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2667456" y="1159329"/>
            <a:ext cx="6159173" cy="2435323"/>
          </a:xfrm>
          <a:prstGeom prst="rect">
            <a:avLst/>
          </a:prstGeom>
        </p:spPr>
        <p:txBody>
          <a:bodyPr spcFirstLastPara="1" wrap="square" lIns="91425" tIns="91425" rIns="91425" bIns="91425" anchor="b" anchorCtr="0">
            <a:noAutofit/>
          </a:bodyPr>
          <a:lstStyle/>
          <a:p>
            <a:r>
              <a:rPr lang="en-US" sz="4800" dirty="0">
                <a:solidFill>
                  <a:schemeClr val="bg1"/>
                </a:solidFill>
                <a:latin typeface="Segoe UI" pitchFamily="34" charset="0"/>
                <a:ea typeface="Segoe UI" pitchFamily="34" charset="0"/>
                <a:cs typeface="Segoe UI" pitchFamily="34" charset="0"/>
              </a:rPr>
              <a:t>Federal Rules and Regulations:</a:t>
            </a:r>
            <a:br>
              <a:rPr lang="en-US" sz="4800" dirty="0">
                <a:solidFill>
                  <a:schemeClr val="bg1"/>
                </a:solidFill>
                <a:latin typeface="Segoe UI" pitchFamily="34" charset="0"/>
                <a:ea typeface="Segoe UI" pitchFamily="34" charset="0"/>
                <a:cs typeface="Segoe UI" pitchFamily="34" charset="0"/>
              </a:rPr>
            </a:br>
            <a:endParaRPr dirty="0"/>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spect="1"/>
          </p:cNvSpPr>
          <p:nvPr/>
        </p:nvSpPr>
        <p:spPr>
          <a:xfrm>
            <a:off x="4498376" y="191141"/>
            <a:ext cx="3970254" cy="411397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2959226" y="2971800"/>
            <a:ext cx="5867400" cy="400110"/>
          </a:xfrm>
          <a:prstGeom prst="rect">
            <a:avLst/>
          </a:prstGeom>
        </p:spPr>
        <p:txBody>
          <a:bodyPr wrap="square">
            <a:spAutoFit/>
          </a:bodyPr>
          <a:lstStyle/>
          <a:p>
            <a:pPr algn="r"/>
            <a:r>
              <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rPr>
              <a:t>Code of Federal Regulations (2 CFR 200)</a:t>
            </a:r>
          </a:p>
        </p:txBody>
      </p:sp>
    </p:spTree>
    <p:extLst>
      <p:ext uri="{BB962C8B-B14F-4D97-AF65-F5344CB8AC3E}">
        <p14:creationId xmlns:p14="http://schemas.microsoft.com/office/powerpoint/2010/main" val="396357166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94;p18">
            <a:extLst>
              <a:ext uri="{FF2B5EF4-FFF2-40B4-BE49-F238E27FC236}">
                <a16:creationId xmlns:a16="http://schemas.microsoft.com/office/drawing/2014/main" id="{A5FDB14D-E8C7-4F65-BDFE-656596EC44C2}"/>
              </a:ext>
            </a:extLst>
          </p:cNvPr>
          <p:cNvSpPr txBox="1">
            <a:spLocks noGrp="1"/>
          </p:cNvSpPr>
          <p:nvPr>
            <p:ph type="title"/>
          </p:nvPr>
        </p:nvSpPr>
        <p:spPr>
          <a:xfrm>
            <a:off x="228600" y="142875"/>
            <a:ext cx="5791200" cy="1217060"/>
          </a:xfrm>
          <a:prstGeom prst="rect">
            <a:avLst/>
          </a:prstGeom>
        </p:spPr>
        <p:txBody>
          <a:bodyPr spcFirstLastPara="1" wrap="square" lIns="91425" tIns="91425" rIns="91425" bIns="91425" anchor="b" anchorCtr="0">
            <a:noAutofit/>
          </a:bodyPr>
          <a:lstStyle/>
          <a:p>
            <a:pPr lvl="0" algn="l"/>
            <a:r>
              <a:rPr lang="en-US" sz="3600" dirty="0">
                <a:latin typeface="Segoe UI" pitchFamily="34" charset="0"/>
                <a:ea typeface="Segoe UI" pitchFamily="34" charset="0"/>
                <a:cs typeface="Segoe UI" pitchFamily="34" charset="0"/>
              </a:rPr>
              <a:t>OMB Uniform Guidance</a:t>
            </a:r>
            <a:br>
              <a:rPr lang="en-US" sz="3600" dirty="0">
                <a:latin typeface="Segoe UI" pitchFamily="34" charset="0"/>
                <a:ea typeface="Segoe UI" pitchFamily="34" charset="0"/>
                <a:cs typeface="Segoe UI" pitchFamily="34" charset="0"/>
              </a:rPr>
            </a:br>
            <a:r>
              <a:rPr lang="en-US" sz="3600" dirty="0">
                <a:latin typeface="Segoe UI" pitchFamily="34" charset="0"/>
                <a:ea typeface="Segoe UI" pitchFamily="34" charset="0"/>
                <a:cs typeface="Segoe UI" pitchFamily="34" charset="0"/>
              </a:rPr>
              <a:t>2 CFR 200</a:t>
            </a:r>
            <a:endParaRPr sz="3600" dirty="0"/>
          </a:p>
        </p:txBody>
      </p:sp>
      <p:sp>
        <p:nvSpPr>
          <p:cNvPr id="8" name="Google Shape;95;p18">
            <a:extLst>
              <a:ext uri="{FF2B5EF4-FFF2-40B4-BE49-F238E27FC236}">
                <a16:creationId xmlns:a16="http://schemas.microsoft.com/office/drawing/2014/main" id="{32EA02CE-9837-4204-85DD-912C05CE0257}"/>
              </a:ext>
            </a:extLst>
          </p:cNvPr>
          <p:cNvSpPr txBox="1">
            <a:spLocks noGrp="1"/>
          </p:cNvSpPr>
          <p:nvPr>
            <p:ph type="body" idx="1"/>
          </p:nvPr>
        </p:nvSpPr>
        <p:spPr>
          <a:xfrm>
            <a:off x="228600" y="1357313"/>
            <a:ext cx="6172200" cy="3546612"/>
          </a:xfrm>
          <a:prstGeom prst="rect">
            <a:avLst/>
          </a:prstGeom>
        </p:spPr>
        <p:txBody>
          <a:bodyPr spcFirstLastPara="1" wrap="square" lIns="91425" tIns="91425" rIns="91425" bIns="91425" anchor="t" anchorCtr="0">
            <a:noAutofit/>
          </a:bodyPr>
          <a:lstStyle/>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Effective for awards/contracts given on or after December 26, 2014*</a:t>
            </a:r>
          </a:p>
          <a:p>
            <a:pPr marL="114300" indent="0">
              <a:spcBef>
                <a:spcPts val="300"/>
              </a:spcBef>
              <a:buNone/>
            </a:pPr>
            <a:endParaRPr lang="en-US" sz="800" dirty="0">
              <a:latin typeface="Segoe UI" panose="020B0502040204020203" pitchFamily="34" charset="0"/>
              <a:ea typeface="Segoe UI" panose="020B0502040204020203" pitchFamily="34" charset="0"/>
              <a:cs typeface="Segoe UI" panose="020B0502040204020203" pitchFamily="34" charset="0"/>
            </a:endParaRPr>
          </a:p>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Replaces previous (8) OMB Circulars (i.e. A-133 Audit Requirement) </a:t>
            </a:r>
          </a:p>
          <a:p>
            <a:pPr marL="114300" indent="0">
              <a:spcBef>
                <a:spcPts val="300"/>
              </a:spcBef>
              <a:buNone/>
            </a:pPr>
            <a:endParaRPr lang="en-US" sz="800" dirty="0">
              <a:latin typeface="Segoe UI" panose="020B0502040204020203" pitchFamily="34" charset="0"/>
              <a:ea typeface="Segoe UI" panose="020B0502040204020203" pitchFamily="34" charset="0"/>
              <a:cs typeface="Segoe UI" panose="020B0502040204020203" pitchFamily="34" charset="0"/>
            </a:endParaRPr>
          </a:p>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Streamlines guidance on Administrative Requirements, Cost Principles, &amp; Audit Requirements for Federal awards</a:t>
            </a:r>
          </a:p>
          <a:p>
            <a:pPr marL="114300" indent="0">
              <a:spcBef>
                <a:spcPts val="300"/>
              </a:spcBef>
              <a:buNone/>
            </a:pPr>
            <a:endParaRPr lang="en-US" sz="800" dirty="0">
              <a:latin typeface="Segoe UI" panose="020B0502040204020203" pitchFamily="34" charset="0"/>
              <a:ea typeface="Segoe UI" panose="020B0502040204020203" pitchFamily="34" charset="0"/>
              <a:cs typeface="Segoe UI" panose="020B0502040204020203" pitchFamily="34" charset="0"/>
            </a:endParaRPr>
          </a:p>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Lessens administrative burden, while protecting against waste, fraud, and abuse of federal money (Single Audit) </a:t>
            </a:r>
          </a:p>
          <a:p>
            <a:pPr marL="114300" indent="0">
              <a:spcBef>
                <a:spcPts val="300"/>
              </a:spcBef>
              <a:buNone/>
            </a:pPr>
            <a:endParaRPr lang="en-US" sz="800" dirty="0">
              <a:latin typeface="Segoe UI" panose="020B0502040204020203" pitchFamily="34" charset="0"/>
              <a:ea typeface="Segoe UI" panose="020B0502040204020203" pitchFamily="34" charset="0"/>
              <a:cs typeface="Segoe UI" panose="020B0502040204020203" pitchFamily="34" charset="0"/>
            </a:endParaRPr>
          </a:p>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More consistent and transparent treatment of costs across agencies (Direct vs. Indirect Costs)</a:t>
            </a:r>
          </a:p>
          <a:p>
            <a:pPr marL="114300" lvl="0" indent="0" algn="l" rtl="0">
              <a:spcBef>
                <a:spcPts val="1200"/>
              </a:spcBef>
              <a:spcAft>
                <a:spcPts val="0"/>
              </a:spcAft>
              <a:buSzPts val="1800"/>
              <a:buNone/>
            </a:pPr>
            <a:endParaRPr lang="en-US" sz="1400" dirty="0"/>
          </a:p>
        </p:txBody>
      </p:sp>
    </p:spTree>
    <p:extLst>
      <p:ext uri="{BB962C8B-B14F-4D97-AF65-F5344CB8AC3E}">
        <p14:creationId xmlns:p14="http://schemas.microsoft.com/office/powerpoint/2010/main" val="637105166"/>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457200" y="285750"/>
            <a:ext cx="5511300" cy="857400"/>
          </a:xfrm>
          <a:prstGeom prst="rect">
            <a:avLst/>
          </a:prstGeom>
        </p:spPr>
        <p:txBody>
          <a:bodyPr spcFirstLastPara="1" wrap="square" lIns="91425" tIns="91425" rIns="91425" bIns="91425" anchor="b" anchorCtr="0">
            <a:noAutofit/>
          </a:bodyPr>
          <a:lstStyle/>
          <a:p>
            <a:pPr lvl="0" algn="l"/>
            <a:r>
              <a:rPr lang="en-US" sz="3600" dirty="0">
                <a:latin typeface="Segoe UI" pitchFamily="34" charset="0"/>
                <a:ea typeface="Segoe UI" pitchFamily="34" charset="0"/>
                <a:cs typeface="Segoe UI" pitchFamily="34" charset="0"/>
              </a:rPr>
              <a:t>UG Contents</a:t>
            </a:r>
            <a:endParaRPr sz="3600" dirty="0"/>
          </a:p>
        </p:txBody>
      </p:sp>
      <p:sp>
        <p:nvSpPr>
          <p:cNvPr id="67" name="Google Shape;67;p14"/>
          <p:cNvSpPr txBox="1">
            <a:spLocks noGrp="1"/>
          </p:cNvSpPr>
          <p:nvPr>
            <p:ph type="body" idx="1"/>
          </p:nvPr>
        </p:nvSpPr>
        <p:spPr>
          <a:xfrm>
            <a:off x="304800" y="1143000"/>
            <a:ext cx="5096776" cy="3825810"/>
          </a:xfrm>
          <a:prstGeom prst="rect">
            <a:avLst/>
          </a:prstGeom>
        </p:spPr>
        <p:txBody>
          <a:bodyPr spcFirstLastPara="1" wrap="square" lIns="91425" tIns="91425" rIns="91425" bIns="91425" anchor="t" anchorCtr="0">
            <a:noAutofit/>
          </a:bodyPr>
          <a:lstStyle/>
          <a:p>
            <a:pPr>
              <a:lnSpc>
                <a:spcPct val="150000"/>
              </a:lnSpc>
              <a:buFont typeface="Arial" panose="020B0604020202020204"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Subpart A – Acronyms and Definitions</a:t>
            </a:r>
          </a:p>
          <a:p>
            <a:pPr>
              <a:lnSpc>
                <a:spcPct val="150000"/>
              </a:lnSpc>
              <a:buFont typeface="Arial" panose="020B0604020202020204"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Subpart B – General Provisions</a:t>
            </a:r>
          </a:p>
          <a:p>
            <a:pPr>
              <a:lnSpc>
                <a:spcPct val="150000"/>
              </a:lnSpc>
              <a:buFont typeface="Arial" panose="020B0604020202020204"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Subpart C – Pre-Award Requirements </a:t>
            </a:r>
          </a:p>
          <a:p>
            <a:pPr>
              <a:lnSpc>
                <a:spcPct val="150000"/>
              </a:lnSpc>
              <a:buFont typeface="Arial" panose="020B0604020202020204"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Subpart D – Post-Award Requirements </a:t>
            </a:r>
          </a:p>
          <a:p>
            <a:pPr>
              <a:lnSpc>
                <a:spcPct val="150000"/>
              </a:lnSpc>
              <a:buFont typeface="Arial" panose="020B0604020202020204"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Subpart E – Cost Principles </a:t>
            </a:r>
          </a:p>
          <a:p>
            <a:pPr>
              <a:lnSpc>
                <a:spcPct val="150000"/>
              </a:lnSpc>
              <a:buFont typeface="Arial" panose="020B0604020202020204"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Subpart F – Audit Requirements </a:t>
            </a:r>
          </a:p>
          <a:p>
            <a:pPr marL="0" indent="0">
              <a:buClr>
                <a:schemeClr val="dk1"/>
              </a:buClr>
              <a:buSzPts val="1100"/>
              <a:buNone/>
            </a:pPr>
            <a:endParaRPr lang="en" sz="1400" b="1"/>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46077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Administrative Requirements</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457200" y="500063"/>
            <a:ext cx="582433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Grantee System Standards</a:t>
            </a:r>
            <a:endParaRPr sz="3600" dirty="0">
              <a:solidFill>
                <a:schemeClr val="tx1"/>
              </a:solidFill>
            </a:endParaRPr>
          </a:p>
        </p:txBody>
      </p:sp>
      <p:sp>
        <p:nvSpPr>
          <p:cNvPr id="95" name="Google Shape;95;p18"/>
          <p:cNvSpPr txBox="1">
            <a:spLocks noGrp="1"/>
          </p:cNvSpPr>
          <p:nvPr>
            <p:ph type="body" idx="1"/>
          </p:nvPr>
        </p:nvSpPr>
        <p:spPr>
          <a:xfrm>
            <a:off x="304800" y="1519803"/>
            <a:ext cx="5511300" cy="2802032"/>
          </a:xfrm>
          <a:prstGeom prst="rect">
            <a:avLst/>
          </a:prstGeom>
        </p:spPr>
        <p:txBody>
          <a:bodyPr spcFirstLastPara="1" wrap="square" lIns="91425" tIns="91425" rIns="91425" bIns="91425" anchor="t" anchorCtr="0">
            <a:noAutofit/>
          </a:bodyPr>
          <a:lstStyle/>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Recipient can use own financial management system and procurement standards, as long as they meet minimum USG standards</a:t>
            </a:r>
          </a:p>
          <a:p>
            <a:pPr marL="114300" indent="0">
              <a:lnSpc>
                <a:spcPts val="2300"/>
              </a:lnSpc>
              <a:spcBef>
                <a:spcPts val="0"/>
              </a:spcBef>
              <a:buClrTx/>
              <a:buNone/>
            </a:pPr>
            <a:endParaRPr lang="en-US" sz="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be consistent and uniform throughout organization</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549403"/>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Financial Management System</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Identification, in accounts, of all Federal awards received &amp; expended and the Fed programs under which they were received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accurate, current, and complete disclosure of financial results of each federal award or program</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Maintain records documenting the source and application of funds for federally-funded activities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effective internal controls and accountability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Provide comparison of expenditures with budget amounts for each federal award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written procedures: (1) to implement payment requirements; (2) determining allowability of costs </a:t>
            </a:r>
          </a:p>
          <a:p>
            <a:pPr marL="0" indent="0">
              <a:spcBef>
                <a:spcPts val="400"/>
              </a:spcBef>
              <a:buClr>
                <a:schemeClr val="dk1"/>
              </a:buClr>
              <a:buSzPts val="1100"/>
              <a:buNone/>
            </a:pPr>
            <a:endParaRPr lang="en" sz="1400" b="1"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200.302-2</a:t>
            </a:r>
            <a:endParaRPr lang="en-US" dirty="0">
              <a:solidFill>
                <a:schemeClr val="bg1"/>
              </a:solidFill>
            </a:endParaRPr>
          </a:p>
        </p:txBody>
      </p:sp>
    </p:spTree>
    <p:extLst>
      <p:ext uri="{BB962C8B-B14F-4D97-AF65-F5344CB8AC3E}">
        <p14:creationId xmlns:p14="http://schemas.microsoft.com/office/powerpoint/2010/main" val="2429378618"/>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extLst>
              <a:ext uri="{BEBA8EAE-BF5A-486C-A8C5-ECC9F3942E4B}">
                <a14:imgProps xmlns:a14="http://schemas.microsoft.com/office/drawing/2010/main">
                  <a14:imgLayer r:embed="rId4">
                    <a14:imgEffect>
                      <a14:saturation sat="0"/>
                    </a14:imgEffect>
                  </a14:imgLayer>
                </a14:imgProps>
              </a:ext>
            </a:extLst>
          </a:blip>
          <a:stretch>
            <a:fillRect/>
          </a:stretch>
        </a:blip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Suspension &amp; Debarment </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transact or conduct business under award with any individual or entity that has an active exclusion on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System for Award Management</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List contains those individuals and entities that the U.S. Government has suspended or debarred based on misconduct or determination by the U.S. Government that the person or entity cannot be trusted to safeguard U.S. Government funds</a:t>
            </a:r>
          </a:p>
          <a:p>
            <a:pPr marL="0" lvl="0" indent="0">
              <a:spcBef>
                <a:spcPts val="0"/>
              </a:spcBef>
              <a:buClrTx/>
              <a:buSzPct val="106000"/>
              <a:buNone/>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engage in transactions with, or provide resources or support to, individuals and organizations associated with terrorism including those individuals or entities that appear on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Specially Designated Nationals and Blocked Persons List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maintained by the U.S. Treasury or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United Nations Security designation list</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a:t>
            </a:r>
          </a:p>
          <a:p>
            <a:pPr marL="342900" lvl="0" indent="-342900">
              <a:spcBef>
                <a:spcPts val="0"/>
              </a:spcBef>
              <a:buClrTx/>
              <a:buSzPct val="106000"/>
              <a:buFont typeface="Arial" panose="020B0604020202020204" pitchFamily="34" charset="0"/>
              <a:buChar char="•"/>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should conduct screenings on any person or entity receiving federal funding to ensure compliance with the above – follow internal policy and database</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bg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9">
                  <a:extLst>
                    <a:ext uri="{A12FA001-AC4F-418D-AE19-62706E023703}">
                      <ahyp:hlinkClr xmlns:ahyp="http://schemas.microsoft.com/office/drawing/2018/hyperlinkcolor" val="tx"/>
                    </a:ext>
                  </a:extLst>
                </a:hlinkClick>
              </a:rPr>
              <a:t>2 CFR 200.213</a:t>
            </a:r>
            <a:endParaRPr lang="en-US" dirty="0">
              <a:solidFill>
                <a:schemeClr val="bg1"/>
              </a:solidFill>
            </a:endParaRPr>
          </a:p>
        </p:txBody>
      </p:sp>
    </p:spTree>
    <p:extLst>
      <p:ext uri="{BB962C8B-B14F-4D97-AF65-F5344CB8AC3E}">
        <p14:creationId xmlns:p14="http://schemas.microsoft.com/office/powerpoint/2010/main" val="192273026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Procurement</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0" indent="0">
              <a:lnSpc>
                <a:spcPct val="150000"/>
              </a:lnSpc>
              <a:buNone/>
            </a:pPr>
            <a:r>
              <a:rPr lang="en-US" sz="1800" b="1"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The process of obtaining goods, supplies, and services in a way that prevents conflict of interest and facilitates open and free competition</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Procurement cannot be split into multiple transactions to avoid open procurement </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endParaRPr lang="en-US" sz="1000" b="1"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solidFill>
                <a:schemeClr val="bg1"/>
              </a:solidFill>
            </a:endParaRPr>
          </a:p>
        </p:txBody>
      </p:sp>
    </p:spTree>
    <p:extLst>
      <p:ext uri="{BB962C8B-B14F-4D97-AF65-F5344CB8AC3E}">
        <p14:creationId xmlns:p14="http://schemas.microsoft.com/office/powerpoint/2010/main" val="3368432275"/>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155448" y="1354455"/>
            <a:ext cx="6702552" cy="3429000"/>
          </a:xfrm>
          <a:prstGeom prst="rect">
            <a:avLst/>
          </a:prstGeom>
        </p:spPr>
        <p:txBody>
          <a:bodyPr spcFirstLastPara="1" wrap="square" lIns="91425" tIns="91425" rIns="91425" bIns="91425" anchor="t" anchorCtr="0">
            <a:noAutofit/>
          </a:bodyPr>
          <a:lstStyle/>
          <a:p>
            <a:pPr marL="0" indent="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Basic</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Requirements:</a:t>
            </a:r>
          </a:p>
          <a:p>
            <a:pPr marL="742950" lvl="1" indent="-285750">
              <a:spcAft>
                <a:spcPts val="6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Detailed record of history of procurement</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Rationale for procurement method</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Contract type selection</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Contractor selection/rejection </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Cost and price analysis to determine price </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Oversight of contractors to ensure compliance</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Avoid unnecessary or duplicative purchases</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standards of conduct to avoid conflicts of interest</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Procurement</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p>
        </p:txBody>
      </p:sp>
    </p:spTree>
    <p:extLst>
      <p:ext uri="{BB962C8B-B14F-4D97-AF65-F5344CB8AC3E}">
        <p14:creationId xmlns:p14="http://schemas.microsoft.com/office/powerpoint/2010/main" val="2502525383"/>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91440" y="1285875"/>
            <a:ext cx="6521570" cy="35975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Full and open competition without any unfair advantage</a:t>
            </a: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procedures for procurement transactions</a:t>
            </a:r>
          </a:p>
          <a:p>
            <a:pPr>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Situations considered to be restrictive of competition:</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Unreasonable requirements on firms to qualify</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Requiring unnecessary experience or bonding</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pricing practices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contracts to consultants on retainers</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Organizational conflicts of interest</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Specifying only a “brand name” product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Any arbitrary action in the procurement process</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Competition</a:t>
            </a:r>
            <a:endParaRPr lang="en-US" sz="3600" kern="0" dirty="0">
              <a:solidFill>
                <a:schemeClr val="tx1"/>
              </a:solidFill>
            </a:endParaRPr>
          </a:p>
        </p:txBody>
      </p:sp>
    </p:spTree>
    <p:extLst>
      <p:ext uri="{BB962C8B-B14F-4D97-AF65-F5344CB8AC3E}">
        <p14:creationId xmlns:p14="http://schemas.microsoft.com/office/powerpoint/2010/main" val="973098032"/>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Micro-purchase threshold </a:t>
            </a:r>
            <a:r>
              <a:rPr lang="en-US" sz="1500" dirty="0">
                <a:solidFill>
                  <a:schemeClr val="accent6">
                    <a:lumMod val="75000"/>
                  </a:schemeClr>
                </a:solidFill>
                <a:latin typeface="Segoe UI" panose="020B0502040204020203" pitchFamily="34" charset="0"/>
                <a:cs typeface="Segoe UI" panose="020B0502040204020203" pitchFamily="34" charset="0"/>
              </a:rPr>
              <a:t>(2 CFR 200.67)</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Small purchase procedures contracts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sym typeface="Wingdings" panose="05000000000000000000" pitchFamily="2" charset="2"/>
              </a:rPr>
              <a:t> </a:t>
            </a:r>
            <a:r>
              <a:rPr lang="en-US" sz="1500" dirty="0">
                <a:solidFill>
                  <a:schemeClr val="accent6">
                    <a:lumMod val="75000"/>
                  </a:schemeClr>
                </a:solidFill>
                <a:latin typeface="Segoe UI" panose="020B0502040204020203" pitchFamily="34" charset="0"/>
                <a:cs typeface="Segoe UI" panose="020B0502040204020203" pitchFamily="34" charset="0"/>
                <a:sym typeface="Wingdings" panose="05000000000000000000" pitchFamily="2" charset="2"/>
              </a:rPr>
              <a:t>(generally 3 bids) </a:t>
            </a:r>
            <a:endParaRPr lang="en-US" sz="1500" dirty="0">
              <a:solidFill>
                <a:schemeClr val="accent6">
                  <a:lumMod val="75000"/>
                </a:schemeClr>
              </a:solidFill>
              <a:latin typeface="Segoe UI" panose="020B0502040204020203" pitchFamily="34" charset="0"/>
              <a:cs typeface="Segoe UI" panose="020B0502040204020203" pitchFamily="34" charset="0"/>
            </a:endParaRP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Sealed Bids </a:t>
            </a:r>
            <a:r>
              <a:rPr lang="en-US" sz="1500" dirty="0">
                <a:solidFill>
                  <a:schemeClr val="accent6">
                    <a:lumMod val="75000"/>
                  </a:schemeClr>
                </a:solidFill>
                <a:latin typeface="Segoe UI" panose="020B0502040204020203" pitchFamily="34" charset="0"/>
                <a:cs typeface="Segoe UI" panose="020B0502040204020203" pitchFamily="34" charset="0"/>
              </a:rPr>
              <a:t>(firm fixed price contract)</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Competitive Proposals </a:t>
            </a:r>
            <a:r>
              <a:rPr lang="en-US" sz="1500" dirty="0">
                <a:solidFill>
                  <a:schemeClr val="accent6">
                    <a:lumMod val="75000"/>
                  </a:schemeClr>
                </a:solidFill>
                <a:latin typeface="Segoe UI" panose="020B0502040204020203" pitchFamily="34" charset="0"/>
                <a:cs typeface="Segoe UI" panose="020B0502040204020203" pitchFamily="34" charset="0"/>
              </a:rPr>
              <a:t>(fixed price or cost-reimbursement)</a:t>
            </a:r>
          </a:p>
          <a:p>
            <a:pPr>
              <a:lnSpc>
                <a:spcPct val="200000"/>
              </a:lnSpc>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Non-competitive Proposals </a:t>
            </a:r>
            <a:r>
              <a:rPr lang="en-US" sz="1500" dirty="0">
                <a:solidFill>
                  <a:schemeClr val="accent6">
                    <a:lumMod val="75000"/>
                  </a:schemeClr>
                </a:solidFill>
                <a:latin typeface="Segoe UI" panose="020B0502040204020203" pitchFamily="34" charset="0"/>
                <a:cs typeface="Segoe UI" panose="020B0502040204020203" pitchFamily="34" charset="0"/>
              </a:rPr>
              <a:t>(need to justify no competition)</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Methods of Procurement</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200.320</a:t>
            </a:r>
            <a:endParaRPr lang="en-US" dirty="0">
              <a:solidFill>
                <a:schemeClr val="bg1"/>
              </a:solidFill>
            </a:endParaRPr>
          </a:p>
        </p:txBody>
      </p:sp>
    </p:spTree>
    <p:extLst>
      <p:ext uri="{BB962C8B-B14F-4D97-AF65-F5344CB8AC3E}">
        <p14:creationId xmlns:p14="http://schemas.microsoft.com/office/powerpoint/2010/main" val="6440329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Procurement by noncompetitive proposals. Procurement by noncompetitive proposals is procurement through solicitation of a proposal from only one source and may be used only when one or more of the following circumstances apply:</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(1) The item is available only from a single source;</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(2) The public exigency or emergency for the requirement will not permit a delay resulting from competitive solicitation;</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(3) The Federal awarding agency or pass-through entity expressly authorizes noncompetitive proposals in response to a written request from the non-Federal entity; or</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(4) After solicitation of a number of sources, competition is determined inadequate.</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Sole Source</a:t>
            </a:r>
            <a:endParaRPr lang="en-US" sz="3600" kern="0" dirty="0">
              <a:solidFill>
                <a:schemeClr val="tx1"/>
              </a:solidFill>
            </a:endParaRPr>
          </a:p>
        </p:txBody>
      </p:sp>
      <p:sp>
        <p:nvSpPr>
          <p:cNvPr id="7" name="Rectangle 6"/>
          <p:cNvSpPr/>
          <p:nvPr/>
        </p:nvSpPr>
        <p:spPr>
          <a:xfrm>
            <a:off x="-228600" y="925830"/>
            <a:ext cx="27432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     </a:t>
            </a:r>
            <a:r>
              <a:rPr lang="en-US" sz="1600" dirty="0">
                <a:solidFill>
                  <a:schemeClr val="bg1"/>
                </a:solidFill>
                <a:hlinkClick r:id="rId4">
                  <a:extLst>
                    <a:ext uri="{A12FA001-AC4F-418D-AE19-62706E023703}">
                      <ahyp:hlinkClr xmlns:ahyp="http://schemas.microsoft.com/office/drawing/2018/hyperlinkcolor" val="tx"/>
                    </a:ext>
                  </a:extLst>
                </a:hlinkClick>
              </a:rPr>
              <a:t>2 CFR 200.320(f)</a:t>
            </a:r>
            <a:endParaRPr lang="en-US" sz="1600" dirty="0">
              <a:solidFill>
                <a:schemeClr val="bg1"/>
              </a:solidFill>
            </a:endParaRPr>
          </a:p>
        </p:txBody>
      </p:sp>
    </p:spTree>
    <p:extLst>
      <p:ext uri="{BB962C8B-B14F-4D97-AF65-F5344CB8AC3E}">
        <p14:creationId xmlns:p14="http://schemas.microsoft.com/office/powerpoint/2010/main" val="3559867105"/>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Telecommunications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Telecommunications includes mobile phones, land lines, and internet</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Restricts use of federal funds for:</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Telecommunications equipment, services or systems produced by Huawei Technologies or ZTE or their subsidiaries or affiliates</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Video surveillance and telecommunications equipment produced by Hytera Communications, Hangzhou Hikvision Digital Technology, or Dahua Technology, or their subsidiaries or affiliates</a:t>
            </a:r>
            <a:endParaRPr lang="en" dirty="0">
              <a:solidFill>
                <a:schemeClr val="accent2">
                  <a:lumMod val="75000"/>
                </a:schemeClr>
              </a:solidFill>
              <a:latin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a:t>
            </a:r>
            <a:r>
              <a:rPr lang="en-US" dirty="0">
                <a:solidFill>
                  <a:schemeClr val="bg1"/>
                </a:solidFill>
                <a:hlinkClick r:id="rId4">
                  <a:extLst>
                    <a:ext uri="{A12FA001-AC4F-418D-AE19-62706E023703}">
                      <ahyp:hlinkClr xmlns:ahyp="http://schemas.microsoft.com/office/drawing/2018/hyperlinkcolor" val="tx"/>
                    </a:ext>
                  </a:extLst>
                </a:hlinkClick>
              </a:rPr>
              <a:t>2 CFR 200.216</a:t>
            </a:r>
            <a:endParaRPr lang="en-US" dirty="0">
              <a:solidFill>
                <a:schemeClr val="bg1"/>
              </a:solidFill>
            </a:endParaRPr>
          </a:p>
        </p:txBody>
      </p:sp>
    </p:spTree>
    <p:extLst>
      <p:ext uri="{BB962C8B-B14F-4D97-AF65-F5344CB8AC3E}">
        <p14:creationId xmlns:p14="http://schemas.microsoft.com/office/powerpoint/2010/main" val="3696477027"/>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Ineligible Commodities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The following goods are prohibited under USAID regulations and cannot be purchases under any circumstances</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Military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Surveillance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Commodities and services for support of police or other law enforcement activities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Abortion equipment and services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Luxury goods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Gambling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Weather modification equipment</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312.3.4</a:t>
            </a:r>
            <a:endParaRPr lang="en-US" dirty="0">
              <a:solidFill>
                <a:schemeClr val="bg1"/>
              </a:solidFill>
            </a:endParaRPr>
          </a:p>
        </p:txBody>
      </p:sp>
    </p:spTree>
    <p:extLst>
      <p:ext uri="{BB962C8B-B14F-4D97-AF65-F5344CB8AC3E}">
        <p14:creationId xmlns:p14="http://schemas.microsoft.com/office/powerpoint/2010/main" val="348899073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Restricted Commodities</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Restricted goods, these cannot be purchased without PRIOR approval by USAID or comply with required procedures under an applicable waiver:</a:t>
            </a:r>
          </a:p>
          <a:p>
            <a:pPr marL="285750" indent="-285750">
              <a:spcBef>
                <a:spcPts val="400"/>
              </a:spcBef>
              <a:buClr>
                <a:schemeClr val="dk1"/>
              </a:buClr>
              <a:buSzPts val="1100"/>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Agricultural commodities,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Motor vehicles (defined as highway trucks, passenger cars and buses, motorcycles, scooters, motorized bicycles, All Terrain Vehicles (ATVs), and utility vehicles),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Pharmaceuticals,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Pesticides,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Used equipment (includes used vehicles),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 Government-owned excess property, or</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Fertilizer</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312.3.3</a:t>
            </a:r>
            <a:endParaRPr lang="en-US" dirty="0">
              <a:solidFill>
                <a:schemeClr val="bg1"/>
              </a:solidFill>
            </a:endParaRPr>
          </a:p>
        </p:txBody>
      </p:sp>
    </p:spTree>
    <p:extLst>
      <p:ext uri="{BB962C8B-B14F-4D97-AF65-F5344CB8AC3E}">
        <p14:creationId xmlns:p14="http://schemas.microsoft.com/office/powerpoint/2010/main" val="1505485396"/>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Geographic Code</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A three-digit code which designates a country, a group of countries, or an otherwise defined area.</a:t>
            </a:r>
          </a:p>
          <a:p>
            <a:pPr marL="285750" indent="-285750">
              <a:spcBef>
                <a:spcPts val="400"/>
              </a:spcBef>
              <a:buClr>
                <a:schemeClr val="dk1"/>
              </a:buClr>
              <a:buSzPts val="1100"/>
              <a:buFont typeface="Arial" panose="020B0604020202020204" pitchFamily="34" charset="0"/>
              <a:buChar char="•"/>
            </a:pPr>
            <a:endParaRPr lang="en-US"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937 (the United States, the recipient country, and developing countries other than advanced developing countries, but excluding any country that is a prohibited source) </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110 (the United States, the independent states of the former Soviet Union, or a developing country, but excluding any country that is a prohibited source)</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935 (any area or country including the recipient country, but excluding any country that is a prohibited source) </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310.5.1</a:t>
            </a:r>
            <a:endParaRPr lang="en-US" dirty="0">
              <a:solidFill>
                <a:schemeClr val="bg1"/>
              </a:solidFill>
            </a:endParaRPr>
          </a:p>
        </p:txBody>
      </p:sp>
    </p:spTree>
    <p:extLst>
      <p:ext uri="{BB962C8B-B14F-4D97-AF65-F5344CB8AC3E}">
        <p14:creationId xmlns:p14="http://schemas.microsoft.com/office/powerpoint/2010/main" val="1849950853"/>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Tangible or intangible assets used in operations having a useful life of more than one year which are capitalized in accordance with Generally Accepted Accounting Principles (GAAP)</a:t>
            </a:r>
          </a:p>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Includes: </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Real property:</a:t>
            </a:r>
            <a:r>
              <a:rPr lang="en-US" sz="1500" dirty="0">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land, buildings, structures (not movable machinery or equipment)</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Equipment:</a:t>
            </a:r>
            <a:r>
              <a:rPr lang="en-US" sz="1500" dirty="0">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tangible personal property (including IT systems) having a useful life of more than one year &amp; per unit price of $5,000 USD or more</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Intangible Property: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no physical existence (trademarks, copyrights, patents, etc.)</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Others: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construction, leases, and additions, improvements, modifications, and alterations to capital assets that materially increase their useful life</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590800"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200.12</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Capital Assets</a:t>
            </a:r>
            <a:endParaRPr lang="en-US" sz="3600" kern="0" dirty="0">
              <a:solidFill>
                <a:schemeClr val="tx1"/>
              </a:solidFill>
            </a:endParaRPr>
          </a:p>
        </p:txBody>
      </p:sp>
    </p:spTree>
    <p:extLst>
      <p:ext uri="{BB962C8B-B14F-4D97-AF65-F5344CB8AC3E}">
        <p14:creationId xmlns:p14="http://schemas.microsoft.com/office/powerpoint/2010/main" val="1764266274"/>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 complete list of physical items such as property, goods in stock, or other contents of a building </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Inventory is typically done at the end of each year to determine the monetary value threshold for accounting items </a:t>
            </a:r>
            <a:endParaRPr lang="en-US" sz="1500" i="1"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For property, a physical inventory must be taken and the results reconciled with the property records at least once every two years.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200.313</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Inventory</a:t>
            </a:r>
            <a:endParaRPr lang="en-US" sz="3600" kern="0" dirty="0">
              <a:solidFill>
                <a:schemeClr val="tx1"/>
              </a:solidFill>
            </a:endParaRPr>
          </a:p>
        </p:txBody>
      </p:sp>
    </p:spTree>
    <p:extLst>
      <p:ext uri="{BB962C8B-B14F-4D97-AF65-F5344CB8AC3E}">
        <p14:creationId xmlns:p14="http://schemas.microsoft.com/office/powerpoint/2010/main" val="3597516244"/>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Designates the appropriate length of time to maintain official records and accounting records</a:t>
            </a:r>
          </a:p>
          <a:p>
            <a:pPr marL="0" indent="0">
              <a:lnSpc>
                <a:spcPct val="150000"/>
              </a:lnSpc>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maintain financial records, supporting documents, and other records for a minimum of 3 years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in country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after the grant project ends</a:t>
            </a:r>
          </a:p>
          <a:p>
            <a:pPr marL="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also follow local record retention law (can be longer)</a:t>
            </a:r>
          </a:p>
          <a:p>
            <a:pPr lvl="1">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200.333</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Record Retention</a:t>
            </a:r>
            <a:endParaRPr lang="en-US" sz="3600" kern="0" dirty="0">
              <a:solidFill>
                <a:schemeClr val="tx1"/>
              </a:solidFill>
            </a:endParaRPr>
          </a:p>
        </p:txBody>
      </p:sp>
    </p:spTree>
    <p:extLst>
      <p:ext uri="{BB962C8B-B14F-4D97-AF65-F5344CB8AC3E}">
        <p14:creationId xmlns:p14="http://schemas.microsoft.com/office/powerpoint/2010/main" val="241458670"/>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blip>
          <a:stretch>
            <a:fillRect/>
          </a:stretch>
        </a:blipFill>
        <a:effectLst/>
      </p:bgPr>
    </p:bg>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spcAft>
                <a:spcPts val="400"/>
              </a:spcAft>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process  by  which  the  Federal  awarding  agency  or  pass-  through  entity  determines  that  all  applicable  administrative  actions  and  all  required  work  of  the  Federal  award  have been completed:</a:t>
            </a:r>
            <a:endParaRPr lang="en-US" sz="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spcAft>
                <a:spcPts val="400"/>
              </a:spcAft>
              <a:buClrTx/>
              <a:buFont typeface="Wingdings" panose="05000000000000000000" pitchFamily="2" charset="2"/>
              <a:buChar char="§"/>
            </a:pPr>
            <a:r>
              <a:rPr lang="en-US" sz="1500" dirty="0">
                <a:solidFill>
                  <a:schemeClr val="accent4">
                    <a:lumMod val="75000"/>
                  </a:schemeClr>
                </a:solidFill>
                <a:latin typeface="Segoe UI" panose="020B0502040204020203" pitchFamily="34" charset="0"/>
                <a:cs typeface="Segoe UI" panose="020B0502040204020203" pitchFamily="34" charset="0"/>
              </a:rPr>
              <a:t>Closeout vendor, rental, consultancy, and employee contracts according to local laws </a:t>
            </a:r>
          </a:p>
          <a:p>
            <a:pPr lvl="1">
              <a:buClrTx/>
              <a:buFont typeface="Wingdings" panose="05000000000000000000" pitchFamily="2" charset="2"/>
              <a:buChar char="§"/>
            </a:pPr>
            <a:r>
              <a:rPr lang="en-US" sz="1500" dirty="0">
                <a:solidFill>
                  <a:schemeClr val="accent4">
                    <a:lumMod val="75000"/>
                  </a:schemeClr>
                </a:solidFill>
                <a:latin typeface="Segoe UI" panose="020B0502040204020203" pitchFamily="34" charset="0"/>
                <a:cs typeface="Segoe UI" panose="020B0502040204020203" pitchFamily="34" charset="0"/>
              </a:rPr>
              <a:t>Disposition plan for property and equipment over $5,000 threshold, or useful life of +1yr (i.e. vehicle)</a:t>
            </a:r>
          </a:p>
          <a:p>
            <a:pPr lvl="1">
              <a:buClrTx/>
              <a:buFont typeface="Wingdings" panose="05000000000000000000" pitchFamily="2" charset="2"/>
              <a:buChar char="§"/>
            </a:pPr>
            <a:r>
              <a:rPr lang="en-US" sz="1500" dirty="0">
                <a:solidFill>
                  <a:schemeClr val="accent4">
                    <a:lumMod val="75000"/>
                  </a:schemeClr>
                </a:solidFill>
                <a:latin typeface="Segoe UI" panose="020B0502040204020203" pitchFamily="34" charset="0"/>
                <a:cs typeface="Segoe UI" panose="020B0502040204020203" pitchFamily="34" charset="0"/>
              </a:rPr>
              <a:t>Final programmatic and financial reporting as outlined in award</a:t>
            </a:r>
          </a:p>
          <a:p>
            <a:pPr lvl="1">
              <a:buClrTx/>
              <a:buFont typeface="Wingdings" panose="05000000000000000000" pitchFamily="2" charset="2"/>
              <a:buChar char="§"/>
            </a:pPr>
            <a:r>
              <a:rPr lang="en-US" sz="1500" dirty="0">
                <a:solidFill>
                  <a:schemeClr val="accent4">
                    <a:lumMod val="75000"/>
                  </a:schemeClr>
                </a:solidFill>
                <a:latin typeface="Segoe UI" panose="020B0502040204020203" pitchFamily="34" charset="0"/>
                <a:cs typeface="Segoe UI" panose="020B0502040204020203" pitchFamily="34" charset="0"/>
              </a:rPr>
              <a:t>Submit final inventory list</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chemeClr val="accent4">
              <a:lumMod val="75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extLst>
                    <a:ext uri="{A12FA001-AC4F-418D-AE19-62706E023703}">
                      <ahyp:hlinkClr xmlns:ahyp="http://schemas.microsoft.com/office/drawing/2018/hyperlinkcolor" val="tx"/>
                    </a:ext>
                  </a:extLst>
                </a:hlinkClick>
              </a:rPr>
              <a:t>2 CFR 200.343-4</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Closeout</a:t>
            </a:r>
            <a:endParaRPr lang="en-US" sz="3600" kern="0" dirty="0">
              <a:solidFill>
                <a:schemeClr val="tx1"/>
              </a:solidFill>
            </a:endParaRPr>
          </a:p>
        </p:txBody>
      </p:sp>
    </p:spTree>
    <p:extLst>
      <p:ext uri="{BB962C8B-B14F-4D97-AF65-F5344CB8AC3E}">
        <p14:creationId xmlns:p14="http://schemas.microsoft.com/office/powerpoint/2010/main" val="1487187997"/>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dirty="0">
                <a:latin typeface="Segoe UI" panose="020B0502040204020203" pitchFamily="34" charset="0"/>
                <a:ea typeface="Segoe UI" panose="020B0502040204020203" pitchFamily="34" charset="0"/>
                <a:cs typeface="Segoe UI" panose="020B0502040204020203" pitchFamily="34" charset="0"/>
              </a:rPr>
              <a:t>Cost Principles</a:t>
            </a:r>
            <a:endParaRPr sz="4000" i="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304801" y="214313"/>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General Test of Allowability</a:t>
            </a:r>
            <a:endParaRPr sz="3600" dirty="0">
              <a:solidFill>
                <a:schemeClr val="tx1"/>
              </a:solidFill>
            </a:endParaRPr>
          </a:p>
        </p:txBody>
      </p:sp>
      <p:sp>
        <p:nvSpPr>
          <p:cNvPr id="200" name="Google Shape;200;p30"/>
          <p:cNvSpPr txBox="1">
            <a:spLocks noGrp="1"/>
          </p:cNvSpPr>
          <p:nvPr>
            <p:ph type="body" idx="1"/>
          </p:nvPr>
        </p:nvSpPr>
        <p:spPr>
          <a:xfrm>
            <a:off x="228600" y="819150"/>
            <a:ext cx="6031796" cy="3985995"/>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Necessary</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Allocable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a:t>
            </a: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 and Uniform across all org. activities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Conform to Imposed or Accepted Limitations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Accordance with GAAP</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Consistently treated as </a:t>
            </a: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direct/indirect costs </a:t>
            </a:r>
            <a:r>
              <a:rPr lang="en-US" sz="16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 Double Charging)</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Adequately Documented</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192465"/>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 Cost is Reasonable if:</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Does not exceed what a “prudent” person would do under similar circumstances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Ordinary and necessary for organization’s operations </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Follow sound business practices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Comply with federal, state, and local laws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Consistent with org.’s established practices</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Reasonableness</a:t>
            </a:r>
            <a:endParaRPr lang="en-US" sz="3600" kern="0" dirty="0">
              <a:solidFill>
                <a:schemeClr val="tx1"/>
              </a:solidFill>
            </a:endParaRPr>
          </a:p>
        </p:txBody>
      </p:sp>
    </p:spTree>
    <p:extLst>
      <p:ext uri="{BB962C8B-B14F-4D97-AF65-F5344CB8AC3E}">
        <p14:creationId xmlns:p14="http://schemas.microsoft.com/office/powerpoint/2010/main" val="2858251979"/>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Allocability</a:t>
            </a:r>
            <a:endParaRPr lang="en-US" sz="3600" kern="0" dirty="0">
              <a:solidFill>
                <a:schemeClr val="tx1"/>
              </a:solidFill>
            </a:endParaRPr>
          </a:p>
        </p:txBody>
      </p:sp>
      <p:sp>
        <p:nvSpPr>
          <p:cNvPr id="6"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27000" indent="0">
              <a:lnSpc>
                <a:spcPct val="150000"/>
              </a:lnSpc>
              <a:buClrTx/>
              <a:buSzPct val="10600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Test for Allocability:</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Cost incurred solely for a specific grant </a:t>
            </a:r>
          </a:p>
          <a:p>
            <a:pPr lvl="1">
              <a:lnSpc>
                <a:spcPct val="150000"/>
              </a:lnSpc>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Assignable to more than one cost objective—in reasonable proportion to the benefit provided</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Necessary for the organization’s overall operations</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There is no shifting of costs from one fund to another to cover cost overruns, avoid restrictions on agreement, or for reasons of convenience</a:t>
            </a:r>
          </a:p>
        </p:txBody>
      </p:sp>
    </p:spTree>
    <p:extLst>
      <p:ext uri="{BB962C8B-B14F-4D97-AF65-F5344CB8AC3E}">
        <p14:creationId xmlns:p14="http://schemas.microsoft.com/office/powerpoint/2010/main" val="4164642956"/>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Indirect vs Direct Costs</a:t>
            </a:r>
          </a:p>
        </p:txBody>
      </p:sp>
      <p:sp>
        <p:nvSpPr>
          <p:cNvPr id="6" name="Google Shape;95;p18"/>
          <p:cNvSpPr txBox="1">
            <a:spLocks noGrp="1"/>
          </p:cNvSpPr>
          <p:nvPr>
            <p:ph type="body" idx="1"/>
          </p:nvPr>
        </p:nvSpPr>
        <p:spPr>
          <a:xfrm>
            <a:off x="274321" y="1008482"/>
            <a:ext cx="5870713" cy="3392068"/>
          </a:xfrm>
          <a:prstGeom prst="rect">
            <a:avLst/>
          </a:prstGeom>
        </p:spPr>
        <p:txBody>
          <a:bodyPr spcFirstLastPara="1" wrap="square" lIns="91425" tIns="91425" rIns="91425" bIns="91425" anchor="t" anchorCtr="0">
            <a:noAutofit/>
          </a:bodyPr>
          <a:lstStyle/>
          <a:p>
            <a:pPr marL="457200" lvl="1" indent="0">
              <a:buClrTx/>
              <a:buSzTx/>
              <a:buNone/>
            </a:pPr>
            <a:r>
              <a:rPr lang="en-US" b="1" kern="1200" dirty="0">
                <a:solidFill>
                  <a:srgbClr val="000000"/>
                </a:solidFill>
                <a:latin typeface="Segoe UI" panose="020B0502040204020203" pitchFamily="34" charset="0"/>
                <a:ea typeface="+mn-ea"/>
                <a:cs typeface="Segoe UI" panose="020B0502040204020203" pitchFamily="34" charset="0"/>
              </a:rPr>
              <a:t>Total Costs = Direct Costs + Indirect Costs – Credits*</a:t>
            </a:r>
          </a:p>
          <a:p>
            <a:pPr marL="457200" lvl="1" indent="0">
              <a:buClrTx/>
              <a:buSzTx/>
              <a:buNone/>
            </a:pPr>
            <a:endParaRPr lang="en-US" sz="1100" b="1"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Direct Costs: </a:t>
            </a:r>
            <a:r>
              <a:rPr lang="en-US" sz="1400" kern="1200" dirty="0">
                <a:solidFill>
                  <a:srgbClr val="000000"/>
                </a:solidFill>
                <a:latin typeface="Segoe UI" panose="020B0502040204020203" pitchFamily="34" charset="0"/>
                <a:ea typeface="+mn-ea"/>
                <a:cs typeface="Segoe UI" panose="020B0502040204020203" pitchFamily="34" charset="0"/>
              </a:rPr>
              <a:t>that can be identified specifically with a particular final cost objective (function) or that can be directly assigned to an activity relatively easily with a high degree of accuracy </a:t>
            </a:r>
          </a:p>
          <a:p>
            <a:pPr marL="457200" lvl="1" indent="0">
              <a:buClrTx/>
              <a:buSzTx/>
              <a:buNone/>
            </a:pPr>
            <a:endParaRPr lang="en-US" sz="1100"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Indirect Costs: </a:t>
            </a:r>
            <a:r>
              <a:rPr lang="en-US" sz="1400" kern="1200" dirty="0">
                <a:solidFill>
                  <a:srgbClr val="000000"/>
                </a:solidFill>
                <a:latin typeface="Segoe UI" panose="020B0502040204020203" pitchFamily="34" charset="0"/>
                <a:ea typeface="+mn-ea"/>
                <a:cs typeface="Segoe UI" panose="020B0502040204020203" pitchFamily="34" charset="0"/>
              </a:rPr>
              <a:t>incurred for a common or joint purpose benefitting more than one cost objective, and not readily assignable to the cost objectives specifically benefitted, without effort disproportionate to the results achieved</a:t>
            </a:r>
          </a:p>
          <a:p>
            <a:pPr marL="1200150" lvl="2" indent="-285750">
              <a:buClrTx/>
              <a:buSzTx/>
              <a:buFont typeface="Arial" panose="020B0604020202020204" pitchFamily="34" charset="0"/>
              <a:buChar char="•"/>
            </a:pPr>
            <a:endParaRPr lang="en-US" sz="1100" kern="1200" dirty="0">
              <a:solidFill>
                <a:srgbClr val="FF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No universal rule for classifying costs as direct or indirect</a:t>
            </a:r>
          </a:p>
          <a:p>
            <a:pPr marL="628650" lvl="1" indent="-171450">
              <a:buClrTx/>
              <a:buSzTx/>
              <a:buFont typeface="Wingdings" panose="05000000000000000000" pitchFamily="2" charset="2"/>
              <a:buChar char="Ø"/>
            </a:pPr>
            <a:endParaRPr lang="en-US" sz="1050" kern="1200" dirty="0">
              <a:solidFill>
                <a:srgbClr val="00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Cost of item incurred for same purpose needs to be consistency treated in similar circumstances as direct or indirect</a:t>
            </a:r>
          </a:p>
          <a:p>
            <a:pPr>
              <a:lnSpc>
                <a:spcPct val="150000"/>
              </a:lnSpc>
              <a:buClrTx/>
              <a:buSzPct val="106000"/>
              <a:buFont typeface="Arial"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8250953"/>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4350938"/>
          </a:xfrm>
          <a:prstGeom prst="rect">
            <a:avLst/>
          </a:prstGeom>
        </p:spPr>
        <p:txBody>
          <a:bodyPr spcFirstLastPara="1" wrap="square" lIns="91425" tIns="91425" rIns="91425" bIns="91425" anchor="t" anchorCtr="0">
            <a:noAutofit/>
          </a:bodyPr>
          <a:lstStyle/>
          <a:p>
            <a:pPr marL="0" indent="0">
              <a:lnSpc>
                <a:spcPct val="150000"/>
              </a:lnSpc>
              <a:buNone/>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All conditions for allowability need to be met:</a:t>
            </a: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 cost can be allocable to grant but not necessarily reasonable:</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an airplane to fly F2F volunteers to assignments</a:t>
            </a:r>
            <a:endParaRPr lang="en-US" sz="700" dirty="0">
              <a:solidFill>
                <a:srgbClr val="C00000"/>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but not allocable to specific award:</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 copier (that everyone in the office uses)</a:t>
            </a:r>
            <a:endParaRPr lang="en-US" sz="7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and allocable but does not conform to terms and conditions</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Lobbying costs</a:t>
            </a:r>
          </a:p>
          <a:p>
            <a:pPr marL="584200" lvl="1" indent="0">
              <a:lnSpc>
                <a:spcPct val="150000"/>
              </a:lnSpc>
              <a:buClrTx/>
              <a:buSzPct val="106000"/>
              <a:buNone/>
            </a:pPr>
            <a:endParaRPr lang="en-US" b="1" dirty="0">
              <a:solidFill>
                <a:srgbClr val="000000"/>
              </a:solidFill>
              <a:latin typeface="Segoe UI" panose="020B0502040204020203" pitchFamily="34" charset="0"/>
              <a:cs typeface="Segoe UI" panose="020B0502040204020203" pitchFamily="34" charset="0"/>
            </a:endParaRPr>
          </a:p>
          <a:p>
            <a:pPr marL="584200" lvl="1" indent="0">
              <a:lnSpc>
                <a:spcPct val="150000"/>
              </a:lnSpc>
              <a:buClrTx/>
              <a:buSzPct val="106000"/>
              <a:buNone/>
            </a:pPr>
            <a:r>
              <a:rPr lang="en-US" b="1" dirty="0">
                <a:solidFill>
                  <a:srgbClr val="000000"/>
                </a:solidFill>
                <a:latin typeface="Segoe UI" panose="020B0502040204020203" pitchFamily="34" charset="0"/>
                <a:cs typeface="Segoe UI" panose="020B0502040204020203" pitchFamily="34" charset="0"/>
              </a:rPr>
              <a:t>Must be an allowable cost in the project budget</a:t>
            </a:r>
          </a:p>
          <a:p>
            <a:pPr marL="584200" lvl="1" indent="0">
              <a:lnSpc>
                <a:spcPct val="150000"/>
              </a:lnSpc>
              <a:buClrTx/>
              <a:buSzPct val="106000"/>
              <a:buNone/>
            </a:pPr>
            <a:endPar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Test for Allowability</a:t>
            </a:r>
            <a:endParaRPr lang="en-US" sz="3600" kern="0" dirty="0">
              <a:solidFill>
                <a:schemeClr val="tx1"/>
              </a:solidFill>
            </a:endParaRPr>
          </a:p>
        </p:txBody>
      </p:sp>
    </p:spTree>
    <p:extLst>
      <p:ext uri="{BB962C8B-B14F-4D97-AF65-F5344CB8AC3E}">
        <p14:creationId xmlns:p14="http://schemas.microsoft.com/office/powerpoint/2010/main" val="2934135243"/>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Allowability &amp; Supporting Documentation</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910019463"/>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3675477"/>
          </a:xfrm>
          <a:prstGeom prst="rect">
            <a:avLst/>
          </a:prstGeom>
        </p:spPr>
        <p:txBody>
          <a:bodyPr spcFirstLastPara="1" wrap="square" lIns="91425" tIns="91425" rIns="91425" bIns="91425" anchor="t" anchorCtr="0">
            <a:noAutofit/>
          </a:bodyPr>
          <a:lstStyle/>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All receipts must be itemized and include all details, cannot just be just a bank receipt</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If paying in cash, a signed receipt from the vendor confirming receipt of cash is required</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All expenses must be reported in gross not net amounts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Documentation Reminders</a:t>
            </a:r>
          </a:p>
        </p:txBody>
      </p:sp>
    </p:spTree>
    <p:extLst>
      <p:ext uri="{BB962C8B-B14F-4D97-AF65-F5344CB8AC3E}">
        <p14:creationId xmlns:p14="http://schemas.microsoft.com/office/powerpoint/2010/main" val="601752032"/>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Personnel Costs</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Compensation - personal services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Compensation includes all remuneration, paid or accrued for services of employees</a:t>
            </a: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Is reasonable for the services rendered and conforms to the established written policy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i.e., fair market value for the position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Consistently applied to both Federal and non-Federal activities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Follows an appointment made in accordance with a non-Federal entity's laws and/or rules or written policies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Meets the requirements of laws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Costs must be based on records that accurately reflect the work performed</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Support must reflect total of compensated activities, not to exceed 100%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Overtime is an unallowable cost</a:t>
            </a:r>
          </a:p>
        </p:txBody>
      </p:sp>
    </p:spTree>
    <p:extLst>
      <p:ext uri="{BB962C8B-B14F-4D97-AF65-F5344CB8AC3E}">
        <p14:creationId xmlns:p14="http://schemas.microsoft.com/office/powerpoint/2010/main" val="627832522"/>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Personnel Costs</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Compensation - personal services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salary and increase policy and indicates the necessary approvals​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policy on staff recruitment, hiring and promotion​</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One of the following signed and dated by the employee and supervisor</a:t>
            </a: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Example Timesheet</a:t>
            </a:r>
            <a:endParaRPr lang="en-US" kern="0" dirty="0">
              <a:solidFill>
                <a:schemeClr val="tx1"/>
              </a:solidFill>
              <a:latin typeface="Segoe UI" panose="020B0502040204020203" pitchFamily="34" charset="0"/>
              <a:cs typeface="Segoe UI" panose="020B0502040204020203" pitchFamily="34" charset="0"/>
            </a:endParaRP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Example Level of effort statement</a:t>
            </a: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Fully executed contract</a:t>
            </a:r>
          </a:p>
        </p:txBody>
      </p:sp>
    </p:spTree>
    <p:extLst>
      <p:ext uri="{BB962C8B-B14F-4D97-AF65-F5344CB8AC3E}">
        <p14:creationId xmlns:p14="http://schemas.microsoft.com/office/powerpoint/2010/main" val="2743023188"/>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Compensation - fringe benefits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Fringe Benefit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Fringe benefits include, but are not limited to, the costs of leave (vacation, family-related, sick or military), employee insurance, pensions, and unemployment benefit plans.</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Fringe benefits are allowable provided that the benefits are:</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Reasonable;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Required by law, employer-employee agreement, or an established policy of the employer;</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According to employer’s written policy</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Consistently applied to both Federal and non-Federal activities</a:t>
            </a:r>
          </a:p>
        </p:txBody>
      </p:sp>
    </p:spTree>
    <p:extLst>
      <p:ext uri="{BB962C8B-B14F-4D97-AF65-F5344CB8AC3E}">
        <p14:creationId xmlns:p14="http://schemas.microsoft.com/office/powerpoint/2010/main" val="740060266"/>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Compensation - fringe benefits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Fringe Benefit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benefit policy​ (may be part of employee handbook)</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Payroll journal indicating fringe benefits paid or employee pay stub</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Only the proportional benefits may be charged to the project in accordance with level of effort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 of fringe benefit should be paid on actual cost incurred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Not the rate in the budget</a:t>
            </a:r>
          </a:p>
        </p:txBody>
      </p:sp>
    </p:spTree>
    <p:extLst>
      <p:ext uri="{BB962C8B-B14F-4D97-AF65-F5344CB8AC3E}">
        <p14:creationId xmlns:p14="http://schemas.microsoft.com/office/powerpoint/2010/main" val="1984307697"/>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Professional service costs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Consultant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Consultant services are rendered by professionals who possess a special skill, and who are not officers or employees of the entity</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Nature and scope of the services is in relation to the service required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Clear need to contract service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Reasonable cost based on patterns/history of similar costs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Impact of Federal awards on the non-Federal entity's business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Proportionally charged to the project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Consultant is more economic than direct employment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Contractual agreement needs- description of the service, estimate of time required, rate of compensation, and termination provisions</a:t>
            </a:r>
          </a:p>
        </p:txBody>
      </p:sp>
    </p:spTree>
    <p:extLst>
      <p:ext uri="{BB962C8B-B14F-4D97-AF65-F5344CB8AC3E}">
        <p14:creationId xmlns:p14="http://schemas.microsoft.com/office/powerpoint/2010/main" val="2174062724"/>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Professional service costs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Consultant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Fully executed contract signed and dates by the organization and the consultant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An invoice stating that the services were rendered in accordance with the contract, including the amount, and signed by the contract supervisor and the contractor​</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Any reports/documents required by the agreement​</a:t>
            </a:r>
          </a:p>
        </p:txBody>
      </p:sp>
    </p:spTree>
    <p:extLst>
      <p:ext uri="{BB962C8B-B14F-4D97-AF65-F5344CB8AC3E}">
        <p14:creationId xmlns:p14="http://schemas.microsoft.com/office/powerpoint/2010/main" val="1204755035"/>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8600" y="925830"/>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Travel costs are the expenses for transportation, lodging, meals, and related items incurred by employees who are on official business travel. </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 demonstration that participation of the individual is necessary to the Federal award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Establish written justification for necessity and prior approval of trip</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 be based on actual cost, per diem (for meals and incidentals), or mileage basis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If the method used is consistently applied </a:t>
            </a:r>
          </a:p>
        </p:txBody>
      </p:sp>
    </p:spTree>
    <p:extLst>
      <p:ext uri="{BB962C8B-B14F-4D97-AF65-F5344CB8AC3E}">
        <p14:creationId xmlns:p14="http://schemas.microsoft.com/office/powerpoint/2010/main" val="867416878"/>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60044" y="-29925"/>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8600" y="861428"/>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2" y="1216533"/>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sz="1100" b="1" kern="0" dirty="0">
                <a:solidFill>
                  <a:schemeClr val="tx1"/>
                </a:solidFill>
                <a:latin typeface="Segoe UI" panose="020B0502040204020203" pitchFamily="34" charset="0"/>
                <a:cs typeface="Segoe UI" panose="020B0502040204020203" pitchFamily="34" charset="0"/>
              </a:rPr>
              <a:t>Restrictions on travel costs:</a:t>
            </a:r>
          </a:p>
          <a:p>
            <a:pPr marL="742950" lvl="1" indent="-285750">
              <a:lnSpc>
                <a:spcPct val="150000"/>
              </a:lnSpc>
              <a:spcBef>
                <a:spcPts val="75"/>
              </a:spcBef>
              <a:buFont typeface="Arial" panose="020B0604020202020204" pitchFamily="34" charset="0"/>
              <a:buChar char="•"/>
            </a:pPr>
            <a:r>
              <a:rPr lang="en-US" sz="1100" kern="0" dirty="0">
                <a:solidFill>
                  <a:schemeClr val="tx1"/>
                </a:solidFill>
                <a:latin typeface="Segoe UI" panose="020B0502040204020203" pitchFamily="34" charset="0"/>
                <a:cs typeface="Segoe UI" panose="020B0502040204020203" pitchFamily="34" charset="0"/>
              </a:rPr>
              <a:t>Cannot pay for government officials travel, without prior donor approval </a:t>
            </a:r>
          </a:p>
          <a:p>
            <a:pPr marL="742950" lvl="1" indent="-285750">
              <a:lnSpc>
                <a:spcPct val="150000"/>
              </a:lnSpc>
              <a:spcBef>
                <a:spcPts val="75"/>
              </a:spcBef>
              <a:buFont typeface="Arial" panose="020B0604020202020204" pitchFamily="34" charset="0"/>
              <a:buChar char="•"/>
            </a:pPr>
            <a:r>
              <a:rPr lang="en-US" sz="1100" i="1" u="sng" kern="0" dirty="0">
                <a:solidFill>
                  <a:schemeClr val="tx1"/>
                </a:solidFill>
                <a:latin typeface="Segoe UI" panose="020B0502040204020203" pitchFamily="34" charset="0"/>
                <a:cs typeface="Segoe UI" panose="020B0502040204020203" pitchFamily="34" charset="0"/>
              </a:rPr>
              <a:t>For flights:</a:t>
            </a:r>
          </a:p>
          <a:p>
            <a:pPr marL="1200150" lvl="2" indent="-285750">
              <a:lnSpc>
                <a:spcPct val="150000"/>
              </a:lnSpc>
              <a:spcBef>
                <a:spcPts val="75"/>
              </a:spcBef>
              <a:buFont typeface="Arial" panose="020B0604020202020204" pitchFamily="34" charset="0"/>
              <a:buChar char="•"/>
            </a:pPr>
            <a:r>
              <a:rPr lang="en-US" sz="1100" kern="0" dirty="0">
                <a:solidFill>
                  <a:schemeClr val="tx1"/>
                </a:solidFill>
                <a:latin typeface="Segoe UI" panose="020B0502040204020203" pitchFamily="34" charset="0"/>
                <a:cs typeface="Segoe UI" panose="020B0502040204020203" pitchFamily="34" charset="0"/>
              </a:rPr>
              <a:t>Only economy class is permitted​</a:t>
            </a:r>
          </a:p>
          <a:p>
            <a:pPr marL="1200150" lvl="2" indent="-285750">
              <a:lnSpc>
                <a:spcPct val="150000"/>
              </a:lnSpc>
              <a:spcBef>
                <a:spcPts val="75"/>
              </a:spcBef>
              <a:buFont typeface="Arial" panose="020B0604020202020204" pitchFamily="34" charset="0"/>
              <a:buChar char="•"/>
            </a:pPr>
            <a:r>
              <a:rPr lang="en-US" sz="1100" kern="0" dirty="0">
                <a:solidFill>
                  <a:schemeClr val="tx1"/>
                </a:solidFill>
                <a:latin typeface="Segoe UI" panose="020B0502040204020203" pitchFamily="34" charset="0"/>
                <a:cs typeface="Segoe UI" panose="020B0502040204020203" pitchFamily="34" charset="0"/>
              </a:rPr>
              <a:t>Must comply with </a:t>
            </a:r>
            <a:r>
              <a:rPr lang="en-US" sz="1100" kern="0" dirty="0">
                <a:solidFill>
                  <a:schemeClr val="tx1"/>
                </a:solidFill>
                <a:latin typeface="Segoe UI" panose="020B0502040204020203" pitchFamily="34" charset="0"/>
                <a:cs typeface="Segoe UI" panose="020B0502040204020203" pitchFamily="34" charset="0"/>
                <a:hlinkClick r:id="rId5"/>
              </a:rPr>
              <a:t>the  Fly America</a:t>
            </a:r>
            <a:r>
              <a:rPr lang="en-US" sz="1100" kern="0" dirty="0">
                <a:solidFill>
                  <a:schemeClr val="tx1"/>
                </a:solidFill>
                <a:latin typeface="Segoe UI" panose="020B0502040204020203" pitchFamily="34" charset="0"/>
                <a:cs typeface="Segoe UI" panose="020B0502040204020203" pitchFamily="34" charset="0"/>
              </a:rPr>
              <a:t>, which states that you must fly on US flag carriers or US airline code, unless </a:t>
            </a:r>
            <a:r>
              <a:rPr lang="en-US" sz="1100"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exception wavier</a:t>
            </a:r>
            <a:r>
              <a:rPr lang="en-US" sz="1100" kern="0" dirty="0">
                <a:solidFill>
                  <a:schemeClr val="tx1"/>
                </a:solidFill>
                <a:latin typeface="Segoe UI" panose="020B0502040204020203" pitchFamily="34" charset="0"/>
                <a:cs typeface="Segoe UI" panose="020B0502040204020203" pitchFamily="34" charset="0"/>
              </a:rPr>
              <a:t>.</a:t>
            </a:r>
          </a:p>
          <a:p>
            <a:pPr marL="742950" lvl="1" indent="-285750">
              <a:lnSpc>
                <a:spcPct val="150000"/>
              </a:lnSpc>
              <a:spcBef>
                <a:spcPts val="75"/>
              </a:spcBef>
              <a:buFont typeface="Arial" panose="020B0604020202020204" pitchFamily="34" charset="0"/>
              <a:buChar char="•"/>
            </a:pPr>
            <a:r>
              <a:rPr lang="en-US" sz="1100" i="1" u="sng" kern="0" dirty="0">
                <a:solidFill>
                  <a:schemeClr val="tx1"/>
                </a:solidFill>
                <a:latin typeface="Segoe UI" panose="020B0502040204020203" pitchFamily="34" charset="0"/>
                <a:cs typeface="Segoe UI" panose="020B0502040204020203" pitchFamily="34" charset="0"/>
              </a:rPr>
              <a:t>For lodging:</a:t>
            </a:r>
          </a:p>
          <a:p>
            <a:pPr marL="1200150" lvl="2" indent="-285750">
              <a:lnSpc>
                <a:spcPct val="150000"/>
              </a:lnSpc>
              <a:spcBef>
                <a:spcPts val="75"/>
              </a:spcBef>
              <a:buFont typeface="Arial" panose="020B0604020202020204" pitchFamily="34" charset="0"/>
              <a:buChar char="•"/>
            </a:pPr>
            <a:r>
              <a:rPr lang="en-US" sz="1100" kern="0" dirty="0">
                <a:solidFill>
                  <a:schemeClr val="tx1"/>
                </a:solidFill>
                <a:latin typeface="Segoe UI" panose="020B0502040204020203" pitchFamily="34" charset="0"/>
                <a:cs typeface="Segoe UI" panose="020B0502040204020203" pitchFamily="34" charset="0"/>
              </a:rPr>
              <a:t>Lodging maximum is set by </a:t>
            </a:r>
            <a:r>
              <a:rPr lang="en-US" sz="1100" kern="0" dirty="0">
                <a:solidFill>
                  <a:schemeClr val="tx1"/>
                </a:solidFill>
                <a:latin typeface="Segoe UI" panose="020B0502040204020203" pitchFamily="34" charset="0"/>
                <a:cs typeface="Segoe UI" panose="020B0502040204020203" pitchFamily="34" charset="0"/>
                <a:hlinkClick r:id="rId7"/>
              </a:rPr>
              <a:t>State Department </a:t>
            </a:r>
            <a:r>
              <a:rPr lang="en-US" sz="1100" kern="0" dirty="0">
                <a:solidFill>
                  <a:schemeClr val="tx1"/>
                </a:solidFill>
                <a:latin typeface="Segoe UI" panose="020B0502040204020203" pitchFamily="34" charset="0"/>
                <a:cs typeface="Segoe UI" panose="020B0502040204020203" pitchFamily="34" charset="0"/>
              </a:rPr>
              <a:t>for all foreign locations and </a:t>
            </a:r>
            <a:r>
              <a:rPr lang="en-US" sz="1100" kern="0" dirty="0">
                <a:solidFill>
                  <a:schemeClr val="tx1"/>
                </a:solidFill>
                <a:latin typeface="Segoe UI" panose="020B0502040204020203" pitchFamily="34" charset="0"/>
                <a:cs typeface="Segoe UI" panose="020B0502040204020203" pitchFamily="34" charset="0"/>
                <a:hlinkClick r:id="rId8"/>
              </a:rPr>
              <a:t>General Service Administration </a:t>
            </a:r>
            <a:r>
              <a:rPr lang="en-US" sz="1100" kern="0" dirty="0">
                <a:solidFill>
                  <a:schemeClr val="tx1"/>
                </a:solidFill>
                <a:latin typeface="Segoe UI" panose="020B0502040204020203" pitchFamily="34" charset="0"/>
                <a:cs typeface="Segoe UI" panose="020B0502040204020203" pitchFamily="34" charset="0"/>
              </a:rPr>
              <a:t>for the U.S. </a:t>
            </a:r>
          </a:p>
          <a:p>
            <a:pPr marL="1657350" lvl="3" indent="-285750">
              <a:lnSpc>
                <a:spcPct val="150000"/>
              </a:lnSpc>
              <a:spcBef>
                <a:spcPts val="75"/>
              </a:spcBef>
              <a:buFont typeface="Arial" panose="020B0604020202020204" pitchFamily="34" charset="0"/>
              <a:buChar char="•"/>
            </a:pPr>
            <a:r>
              <a:rPr lang="en-US" sz="1100" kern="0" dirty="0">
                <a:solidFill>
                  <a:schemeClr val="tx1"/>
                </a:solidFill>
                <a:latin typeface="Segoe UI" panose="020B0502040204020203" pitchFamily="34" charset="0"/>
                <a:cs typeface="Segoe UI" panose="020B0502040204020203" pitchFamily="34" charset="0"/>
              </a:rPr>
              <a:t>Maximum rates do not include taxes</a:t>
            </a:r>
          </a:p>
          <a:p>
            <a:pPr marL="742950" lvl="1" indent="-285750">
              <a:lnSpc>
                <a:spcPct val="150000"/>
              </a:lnSpc>
              <a:spcBef>
                <a:spcPts val="75"/>
              </a:spcBef>
              <a:buFont typeface="Arial" panose="020B0604020202020204" pitchFamily="34" charset="0"/>
              <a:buChar char="•"/>
            </a:pPr>
            <a:r>
              <a:rPr lang="en-US" sz="1100" i="1" u="sng" kern="0" dirty="0">
                <a:solidFill>
                  <a:schemeClr val="tx1"/>
                </a:solidFill>
                <a:latin typeface="Segoe UI" panose="020B0502040204020203" pitchFamily="34" charset="0"/>
                <a:cs typeface="Segoe UI" panose="020B0502040204020203" pitchFamily="34" charset="0"/>
              </a:rPr>
              <a:t>For per diem (meals and incidentals - M&amp;IE):</a:t>
            </a:r>
          </a:p>
          <a:p>
            <a:pPr marL="1200150" lvl="2" indent="-285750">
              <a:lnSpc>
                <a:spcPct val="150000"/>
              </a:lnSpc>
              <a:spcBef>
                <a:spcPts val="75"/>
              </a:spcBef>
              <a:buFont typeface="Arial" panose="020B0604020202020204" pitchFamily="34" charset="0"/>
              <a:buChar char="•"/>
            </a:pPr>
            <a:r>
              <a:rPr lang="en-US" sz="1100" kern="0" dirty="0">
                <a:solidFill>
                  <a:schemeClr val="tx1"/>
                </a:solidFill>
                <a:latin typeface="Segoe UI" panose="020B0502040204020203" pitchFamily="34" charset="0"/>
                <a:cs typeface="Segoe UI" panose="020B0502040204020203" pitchFamily="34" charset="0"/>
              </a:rPr>
              <a:t>M&amp;IE maximum is set by </a:t>
            </a:r>
            <a:r>
              <a:rPr lang="en-US" sz="1100" kern="0" dirty="0">
                <a:solidFill>
                  <a:schemeClr val="tx1"/>
                </a:solidFill>
                <a:latin typeface="Segoe UI" panose="020B0502040204020203" pitchFamily="34" charset="0"/>
                <a:cs typeface="Segoe UI" panose="020B0502040204020203" pitchFamily="34" charset="0"/>
                <a:hlinkClick r:id="rId7"/>
              </a:rPr>
              <a:t>State Department </a:t>
            </a:r>
            <a:r>
              <a:rPr lang="en-US" sz="1100" kern="0" dirty="0">
                <a:solidFill>
                  <a:schemeClr val="tx1"/>
                </a:solidFill>
                <a:latin typeface="Segoe UI" panose="020B0502040204020203" pitchFamily="34" charset="0"/>
                <a:cs typeface="Segoe UI" panose="020B0502040204020203" pitchFamily="34" charset="0"/>
              </a:rPr>
              <a:t>for all foreign locations and </a:t>
            </a:r>
            <a:r>
              <a:rPr lang="en-US" sz="1100" kern="0" dirty="0">
                <a:solidFill>
                  <a:schemeClr val="tx1"/>
                </a:solidFill>
                <a:latin typeface="Segoe UI" panose="020B0502040204020203" pitchFamily="34" charset="0"/>
                <a:cs typeface="Segoe UI" panose="020B0502040204020203" pitchFamily="34" charset="0"/>
                <a:hlinkClick r:id="rId8"/>
              </a:rPr>
              <a:t>General Service Administration </a:t>
            </a:r>
            <a:r>
              <a:rPr lang="en-US" sz="1100" kern="0" dirty="0">
                <a:solidFill>
                  <a:schemeClr val="tx1"/>
                </a:solidFill>
                <a:latin typeface="Segoe UI" panose="020B0502040204020203" pitchFamily="34" charset="0"/>
                <a:cs typeface="Segoe UI" panose="020B0502040204020203" pitchFamily="34" charset="0"/>
              </a:rPr>
              <a:t>for the U.S.</a:t>
            </a:r>
          </a:p>
          <a:p>
            <a:pPr marL="1200150" lvl="2" indent="-285750">
              <a:lnSpc>
                <a:spcPct val="150000"/>
              </a:lnSpc>
              <a:spcBef>
                <a:spcPts val="75"/>
              </a:spcBef>
              <a:buFont typeface="Arial" panose="020B0604020202020204" pitchFamily="34" charset="0"/>
              <a:buChar char="•"/>
            </a:pPr>
            <a:r>
              <a:rPr lang="en-US" sz="1100" kern="0" dirty="0">
                <a:solidFill>
                  <a:schemeClr val="tx1"/>
                </a:solidFill>
                <a:latin typeface="Segoe UI" panose="020B0502040204020203" pitchFamily="34" charset="0"/>
                <a:cs typeface="Segoe UI" panose="020B0502040204020203" pitchFamily="34" charset="0"/>
              </a:rPr>
              <a:t>Can opt to reimburse based on actual cost instead based on policy</a:t>
            </a:r>
          </a:p>
        </p:txBody>
      </p:sp>
    </p:spTree>
    <p:extLst>
      <p:ext uri="{BB962C8B-B14F-4D97-AF65-F5344CB8AC3E}">
        <p14:creationId xmlns:p14="http://schemas.microsoft.com/office/powerpoint/2010/main" val="667598516"/>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4005" y="829263"/>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1" y="1198153"/>
            <a:ext cx="6721313"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travel policy​ (must indicate actual costs or per diem basis)</a:t>
            </a:r>
          </a:p>
          <a:p>
            <a:pPr marL="742950" lvl="1"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Must have a written justification and prior approval for each and must have an approved budget to cover costs.​</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per diem (meals and incidentals - M&amp;IE):</a:t>
            </a:r>
            <a:r>
              <a:rPr lang="en-US" kern="0" dirty="0">
                <a:solidFill>
                  <a:schemeClr val="tx1"/>
                </a:solidFill>
                <a:latin typeface="Segoe UI" panose="020B0502040204020203" pitchFamily="34" charset="0"/>
                <a:cs typeface="Segoe UI" panose="020B0502040204020203" pitchFamily="34" charset="0"/>
              </a:rPr>
              <a:t> Either based on actual costs or fixed rate</a:t>
            </a:r>
            <a:endParaRPr lang="en-US"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lodging </a:t>
            </a:r>
            <a:r>
              <a:rPr lang="en-US" kern="0" dirty="0">
                <a:solidFill>
                  <a:schemeClr val="tx1"/>
                </a:solidFill>
                <a:latin typeface="Segoe UI" panose="020B0502040204020203" pitchFamily="34" charset="0"/>
                <a:cs typeface="Segoe UI" panose="020B0502040204020203" pitchFamily="34" charset="0"/>
              </a:rPr>
              <a:t>– actual cost supported by invoice (includes start and end date of the stay, number of nights, rate per night, traveler name, and total cost​)</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flights </a:t>
            </a:r>
            <a:r>
              <a:rPr lang="en-US" kern="0" dirty="0">
                <a:solidFill>
                  <a:schemeClr val="tx1"/>
                </a:solidFill>
                <a:latin typeface="Segoe UI" panose="020B0502040204020203" pitchFamily="34" charset="0"/>
                <a:cs typeface="Segoe UI" panose="020B0502040204020203" pitchFamily="34" charset="0"/>
              </a:rPr>
              <a:t>- copy of the boarding pass and invoice/ticket​</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other transport </a:t>
            </a:r>
            <a:r>
              <a:rPr lang="en-US" kern="0" dirty="0">
                <a:solidFill>
                  <a:schemeClr val="tx1"/>
                </a:solidFill>
                <a:latin typeface="Segoe UI" panose="020B0502040204020203" pitchFamily="34" charset="0"/>
                <a:cs typeface="Segoe UI" panose="020B0502040204020203" pitchFamily="34" charset="0"/>
              </a:rPr>
              <a:t>– receipt/invoice with the date and amount, and in the expense description of include the departure location and destination</a:t>
            </a:r>
          </a:p>
          <a:p>
            <a:pPr marL="742950" lvl="1" indent="-285750" algn="just" fontAlgn="base">
              <a:lnSpc>
                <a:spcPct val="150000"/>
              </a:lnSpc>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personal vehicle </a:t>
            </a:r>
            <a:r>
              <a:rPr lang="en-US" kern="0" dirty="0">
                <a:solidFill>
                  <a:schemeClr val="tx1"/>
                </a:solidFill>
                <a:latin typeface="Segoe UI" panose="020B0502040204020203" pitchFamily="34" charset="0"/>
                <a:cs typeface="Segoe UI" panose="020B0502040204020203" pitchFamily="34" charset="0"/>
              </a:rPr>
              <a:t>– for business purposes, cannot pay gasoline, only </a:t>
            </a:r>
            <a:r>
              <a:rPr lang="en-US" kern="0" dirty="0">
                <a:solidFill>
                  <a:schemeClr val="tx1"/>
                </a:solidFill>
                <a:latin typeface="Segoe UI" panose="020B0502040204020203" pitchFamily="34" charset="0"/>
                <a:cs typeface="Segoe UI" panose="020B0502040204020203" pitchFamily="34" charset="0"/>
                <a:hlinkClick r:id="rId5"/>
              </a:rPr>
              <a:t>mileage</a:t>
            </a: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90252942"/>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Conferences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Event/Training/Meeting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Defined as a meeting, retreat, seminar, symposium, workshop or event where primary purpose is the dissemination of technical information and is necessary and reasonable for program success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May include rental of facilities, speakers' fees, costs of meals and refreshments, local transportation, and other incidental items </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Exercise discretion and judgment to ensure costs are appropriate, necessary and managed in a manner that minimizes costs to the Federal award </a:t>
            </a:r>
          </a:p>
        </p:txBody>
      </p:sp>
    </p:spTree>
    <p:extLst>
      <p:ext uri="{BB962C8B-B14F-4D97-AF65-F5344CB8AC3E}">
        <p14:creationId xmlns:p14="http://schemas.microsoft.com/office/powerpoint/2010/main" val="1736178703"/>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Conferences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Event/Training/Meeting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155449" y="1418712"/>
            <a:ext cx="6100836"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Contract (if applicable)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Invoice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Agenda for event/training/workshop</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List of attendees for event/training/workshop</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82750754"/>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cs typeface="Segoe UI" pitchFamily="34" charset="0"/>
              </a:rPr>
              <a:t>When in Doubt…</a:t>
            </a:r>
            <a:endParaRPr lang="en-US" sz="3600" kern="0" dirty="0">
              <a:solidFill>
                <a:schemeClr val="tx1"/>
              </a:solidFill>
            </a:endParaRPr>
          </a:p>
        </p:txBody>
      </p:sp>
      <p:sp>
        <p:nvSpPr>
          <p:cNvPr id="7" name="Google Shape;200;p30">
            <a:extLst>
              <a:ext uri="{FF2B5EF4-FFF2-40B4-BE49-F238E27FC236}">
                <a16:creationId xmlns:a16="http://schemas.microsoft.com/office/drawing/2014/main" id="{5DE7FE78-D9AD-2F07-AEC5-CCBEA2D2F5DB}"/>
              </a:ext>
            </a:extLst>
          </p:cNvPr>
          <p:cNvSpPr txBox="1">
            <a:spLocks noGrp="1"/>
          </p:cNvSpPr>
          <p:nvPr>
            <p:ph type="body" idx="1"/>
          </p:nvPr>
        </p:nvSpPr>
        <p:spPr>
          <a:xfrm>
            <a:off x="384048" y="1051560"/>
            <a:ext cx="5711952" cy="3530090"/>
          </a:xfrm>
          <a:prstGeom prst="rect">
            <a:avLst/>
          </a:prstGeom>
        </p:spPr>
        <p:txBody>
          <a:bodyPr spcFirstLastPara="1" wrap="square" lIns="91425" tIns="91425" rIns="91425" bIns="91425" anchor="t" anchorCtr="0">
            <a:noAutofit/>
          </a:bodyPr>
          <a:lstStyle/>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Read the Award Document </a:t>
            </a:r>
          </a:p>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Refer to the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4"/>
              </a:rPr>
              <a:t>2 CFR 200 </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200000"/>
              </a:lnSpc>
              <a:buClrTx/>
              <a:buFont typeface="Arial" panose="020B0604020202020204" pitchFamily="34" charset="0"/>
              <a:buChar char="•"/>
            </a:pPr>
            <a:r>
              <a:rPr lang="en-US" b="1" i="1" dirty="0">
                <a:solidFill>
                  <a:schemeClr val="tx1"/>
                </a:solidFill>
                <a:latin typeface="Segoe UI" panose="020B0502040204020203" pitchFamily="34" charset="0"/>
                <a:ea typeface="Segoe UI" panose="020B0502040204020203" pitchFamily="34" charset="0"/>
                <a:cs typeface="Segoe UI" panose="020B0502040204020203" pitchFamily="34" charset="0"/>
              </a:rPr>
              <a:t>Ask yourself what a prudent person would do!</a:t>
            </a:r>
          </a:p>
        </p:txBody>
      </p:sp>
    </p:spTree>
    <p:extLst>
      <p:ext uri="{BB962C8B-B14F-4D97-AF65-F5344CB8AC3E}">
        <p14:creationId xmlns:p14="http://schemas.microsoft.com/office/powerpoint/2010/main" val="4290795984"/>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dirty="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dirty="0">
                <a:solidFill>
                  <a:schemeClr val="bg1"/>
                </a:solidFill>
                <a:latin typeface="Segoe UI" pitchFamily="34" charset="0"/>
                <a:ea typeface="Segoe UI" pitchFamily="34" charset="0"/>
                <a:cs typeface="Segoe UI" pitchFamily="34" charset="0"/>
              </a:rPr>
              <a:t>Q&amp;A</a:t>
            </a:r>
          </a:p>
        </p:txBody>
      </p:sp>
    </p:spTree>
    <p:extLst>
      <p:ext uri="{BB962C8B-B14F-4D97-AF65-F5344CB8AC3E}">
        <p14:creationId xmlns:p14="http://schemas.microsoft.com/office/powerpoint/2010/main" val="2645672660"/>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2CA712-DB8D-4621-B2A5-2B37108E0470}">
  <ds:schemaRefs>
    <ds:schemaRef ds:uri="http://schemas.microsoft.com/sharepoint/v3/contenttype/forms"/>
  </ds:schemaRefs>
</ds:datastoreItem>
</file>

<file path=customXml/itemProps2.xml><?xml version="1.0" encoding="utf-8"?>
<ds:datastoreItem xmlns:ds="http://schemas.openxmlformats.org/officeDocument/2006/customXml" ds:itemID="{326CE710-A902-4782-88C8-87AB82C50BFF}">
  <ds:schemaRefs>
    <ds:schemaRef ds:uri="http://schemas.microsoft.com/office/2006/metadata/properties"/>
    <ds:schemaRef ds:uri="http://purl.org/dc/elements/1.1/"/>
    <ds:schemaRef ds:uri="http://purl.org/dc/dcmitype/"/>
    <ds:schemaRef ds:uri="dc808d36-874f-4b27-aec2-2fd649817929"/>
    <ds:schemaRef ds:uri="http://schemas.microsoft.com/office/infopath/2007/PartnerControls"/>
    <ds:schemaRef ds:uri="http://schemas.microsoft.com/office/2006/documentManagement/types"/>
    <ds:schemaRef ds:uri="ba2e8617-29ee-40b9-b822-c9e0f853d80d"/>
    <ds:schemaRef ds:uri="http://schemas.openxmlformats.org/package/2006/metadata/core-properties"/>
    <ds:schemaRef ds:uri="http://www.w3.org/XML/1998/namespace"/>
    <ds:schemaRef ds:uri="http://purl.org/dc/terms/"/>
    <ds:schemaRef ds:uri="f2466082-b6bf-4153-98c3-3c41e85fda18"/>
  </ds:schemaRefs>
</ds:datastoreItem>
</file>

<file path=customXml/itemProps3.xml><?xml version="1.0" encoding="utf-8"?>
<ds:datastoreItem xmlns:ds="http://schemas.openxmlformats.org/officeDocument/2006/customXml" ds:itemID="{B15F5935-F8AC-41A6-ACA1-FF69E31A36DB}"/>
</file>

<file path=docProps/app.xml><?xml version="1.0" encoding="utf-8"?>
<Properties xmlns="http://schemas.openxmlformats.org/officeDocument/2006/extended-properties" xmlns:vt="http://schemas.openxmlformats.org/officeDocument/2006/docPropsVTypes">
  <TotalTime>702</TotalTime>
  <Words>4007</Words>
  <Application>Microsoft Office PowerPoint</Application>
  <PresentationFormat>On-screen Show (16:9)</PresentationFormat>
  <Paragraphs>387</Paragraphs>
  <Slides>41</Slides>
  <Notes>41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41</vt:i4>
      </vt:variant>
    </vt:vector>
  </HeadingPairs>
  <TitlesOfParts>
    <vt:vector size="53" baseType="lpstr">
      <vt:lpstr>Arial</vt:lpstr>
      <vt:lpstr>Calibri</vt:lpstr>
      <vt:lpstr>Lao UI</vt:lpstr>
      <vt:lpstr>Lato Hairline</vt:lpstr>
      <vt:lpstr>Lato Light</vt:lpstr>
      <vt:lpstr>Segoe UI</vt:lpstr>
      <vt:lpstr>Trade Gothic</vt:lpstr>
      <vt:lpstr>Verdana</vt:lpstr>
      <vt:lpstr>Wingdings</vt:lpstr>
      <vt:lpstr>Office Theme</vt:lpstr>
      <vt:lpstr>Eglamour template</vt:lpstr>
      <vt:lpstr>1_Eglamour template</vt:lpstr>
      <vt:lpstr>Federal Rules and Regulations: </vt:lpstr>
      <vt:lpstr>OMB Uniform Guidance 2 CFR 200</vt:lpstr>
      <vt:lpstr>UG Contents</vt:lpstr>
      <vt:lpstr>Administrative Requirements</vt:lpstr>
      <vt:lpstr>Grantee System Standards</vt:lpstr>
      <vt:lpstr>Financial Management System</vt:lpstr>
      <vt:lpstr>Suspension &amp; Debarment </vt:lpstr>
      <vt:lpstr>Procurement</vt:lpstr>
      <vt:lpstr>PowerPoint Presentation</vt:lpstr>
      <vt:lpstr>PowerPoint Presentation</vt:lpstr>
      <vt:lpstr>PowerPoint Presentation</vt:lpstr>
      <vt:lpstr>PowerPoint Presentation</vt:lpstr>
      <vt:lpstr>Telecommunications</vt:lpstr>
      <vt:lpstr>Ineligible Commodities</vt:lpstr>
      <vt:lpstr>Restricted Commodities</vt:lpstr>
      <vt:lpstr>Geographic Code</vt:lpstr>
      <vt:lpstr>PowerPoint Presentation</vt:lpstr>
      <vt:lpstr>PowerPoint Presentation</vt:lpstr>
      <vt:lpstr>PowerPoint Presentation</vt:lpstr>
      <vt:lpstr>PowerPoint Presentation</vt:lpstr>
      <vt:lpstr>PowerPoint Presentation</vt:lpstr>
      <vt:lpstr>General Test of Allowability</vt:lpstr>
      <vt:lpstr>PowerPoint Presentation</vt:lpstr>
      <vt:lpstr>PowerPoint Presentation</vt:lpstr>
      <vt:lpstr>PowerPoint Presentation</vt:lpstr>
      <vt:lpstr>PowerPoint Presentation</vt:lpstr>
      <vt:lpstr>Allowability &amp; Supporting Documentation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Rules and Regulations:</dc:title>
  <dc:creator>Abigail Shepard- Moore</dc:creator>
  <cp:lastModifiedBy>Danielle Martin</cp:lastModifiedBy>
  <cp:revision>3</cp:revision>
  <dcterms:created xsi:type="dcterms:W3CDTF">2019-06-24T13:16:26Z</dcterms:created>
  <dcterms:modified xsi:type="dcterms:W3CDTF">2022-10-12T11:14:49Z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13945400</vt:r8>
  </property>
  <property fmtid="{D5CDD505-2E9C-101B-9397-08002B2CF9AE}" pid="4" name="MediaServiceImageTags">
    <vt:lpwstr/>
  </property>
</Properties>
</file>