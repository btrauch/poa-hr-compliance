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2"/>
  </p:notesMasterIdLst>
  <p:handoutMasterIdLst>
    <p:handoutMasterId r:id="rId13"/>
  </p:handoutMasterIdLst>
  <p:sldIdLst>
    <p:sldId id="256" r:id="rId5"/>
    <p:sldId id="318" r:id="rId6"/>
    <p:sldId id="319" r:id="rId7"/>
    <p:sldId id="309" r:id="rId8"/>
    <p:sldId id="308" r:id="rId9"/>
    <p:sldId id="271" r:id="rId10"/>
    <p:sldId id="317"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15386EB-131E-2441-9F30-10B2D8BD703C}">
          <p14:sldIdLst>
            <p14:sldId id="256"/>
            <p14:sldId id="318"/>
            <p14:sldId id="319"/>
            <p14:sldId id="309"/>
            <p14:sldId id="308"/>
            <p14:sldId id="271"/>
            <p14:sldId id="31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4A4"/>
    <a:srgbClr val="008400"/>
    <a:srgbClr val="F8213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13E231-3C14-466E-B9EB-D94F08114FBE}" v="3" dt="2021-11-17T05:51:50.811"/>
    <p1510:client id="{D6C2FDFC-19E1-40A6-A44D-83F9EE505DEE}" v="4" dt="2021-11-17T20:54:17.2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5" autoAdjust="0"/>
    <p:restoredTop sz="90738" autoAdjust="0"/>
  </p:normalViewPr>
  <p:slideViewPr>
    <p:cSldViewPr snapToGrid="0" snapToObjects="1">
      <p:cViewPr>
        <p:scale>
          <a:sx n="79" d="100"/>
          <a:sy n="79" d="100"/>
        </p:scale>
        <p:origin x="1565" y="38"/>
      </p:cViewPr>
      <p:guideLst>
        <p:guide orient="horz" pos="2160"/>
        <p:guide pos="2880"/>
      </p:guideLst>
    </p:cSldViewPr>
  </p:slideViewPr>
  <p:outlineViewPr>
    <p:cViewPr>
      <p:scale>
        <a:sx n="33" d="100"/>
        <a:sy n="33" d="100"/>
      </p:scale>
      <p:origin x="0" y="444"/>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userId="04f63225-1d27-46ab-9c7c-1c8b513bed32" providerId="ADAL" clId="{6464679C-C925-42C4-8FB5-A952FC9A1761}"/>
    <pc:docChg chg="custSel modSld sldOrd">
      <pc:chgData name="Danielle" userId="04f63225-1d27-46ab-9c7c-1c8b513bed32" providerId="ADAL" clId="{6464679C-C925-42C4-8FB5-A952FC9A1761}" dt="2020-10-15T15:18:46.242" v="113" actId="6549"/>
      <pc:docMkLst>
        <pc:docMk/>
      </pc:docMkLst>
      <pc:sldChg chg="ord">
        <pc:chgData name="Danielle" userId="04f63225-1d27-46ab-9c7c-1c8b513bed32" providerId="ADAL" clId="{6464679C-C925-42C4-8FB5-A952FC9A1761}" dt="2020-10-15T15:08:01.385" v="0"/>
        <pc:sldMkLst>
          <pc:docMk/>
          <pc:sldMk cId="628208286" sldId="260"/>
        </pc:sldMkLst>
      </pc:sldChg>
      <pc:sldChg chg="modSp">
        <pc:chgData name="Danielle" userId="04f63225-1d27-46ab-9c7c-1c8b513bed32" providerId="ADAL" clId="{6464679C-C925-42C4-8FB5-A952FC9A1761}" dt="2020-10-15T15:18:46.242" v="113" actId="6549"/>
        <pc:sldMkLst>
          <pc:docMk/>
          <pc:sldMk cId="1505840706" sldId="267"/>
        </pc:sldMkLst>
        <pc:spChg chg="mod">
          <ac:chgData name="Danielle" userId="04f63225-1d27-46ab-9c7c-1c8b513bed32" providerId="ADAL" clId="{6464679C-C925-42C4-8FB5-A952FC9A1761}" dt="2020-10-15T15:18:46.242" v="113" actId="6549"/>
          <ac:spMkLst>
            <pc:docMk/>
            <pc:sldMk cId="1505840706" sldId="267"/>
            <ac:spMk id="3" creationId="{00000000-0000-0000-0000-000000000000}"/>
          </ac:spMkLst>
        </pc:spChg>
      </pc:sldChg>
      <pc:sldChg chg="modSp">
        <pc:chgData name="Danielle" userId="04f63225-1d27-46ab-9c7c-1c8b513bed32" providerId="ADAL" clId="{6464679C-C925-42C4-8FB5-A952FC9A1761}" dt="2020-10-15T15:12:10.916" v="56" actId="20577"/>
        <pc:sldMkLst>
          <pc:docMk/>
          <pc:sldMk cId="2378171338" sldId="297"/>
        </pc:sldMkLst>
        <pc:spChg chg="mod">
          <ac:chgData name="Danielle" userId="04f63225-1d27-46ab-9c7c-1c8b513bed32" providerId="ADAL" clId="{6464679C-C925-42C4-8FB5-A952FC9A1761}" dt="2020-10-15T15:12:10.916" v="56" actId="20577"/>
          <ac:spMkLst>
            <pc:docMk/>
            <pc:sldMk cId="2378171338" sldId="297"/>
            <ac:spMk id="3" creationId="{00000000-0000-0000-0000-000000000000}"/>
          </ac:spMkLst>
        </pc:spChg>
      </pc:sldChg>
    </pc:docChg>
  </pc:docChgLst>
  <pc:docChgLst>
    <pc:chgData name="Danielle" userId="04f63225-1d27-46ab-9c7c-1c8b513bed32" providerId="ADAL" clId="{5C20980E-9489-4E24-895E-4D7855D51011}"/>
    <pc:docChg chg="undo custSel addSld modSld sldOrd modSection">
      <pc:chgData name="Danielle" userId="04f63225-1d27-46ab-9c7c-1c8b513bed32" providerId="ADAL" clId="{5C20980E-9489-4E24-895E-4D7855D51011}" dt="2021-04-30T15:58:03.563" v="1352" actId="33524"/>
      <pc:docMkLst>
        <pc:docMk/>
      </pc:docMkLst>
      <pc:sldChg chg="ord">
        <pc:chgData name="Danielle" userId="04f63225-1d27-46ab-9c7c-1c8b513bed32" providerId="ADAL" clId="{5C20980E-9489-4E24-895E-4D7855D51011}" dt="2021-04-28T21:06:21.932" v="1351"/>
        <pc:sldMkLst>
          <pc:docMk/>
          <pc:sldMk cId="3765842492" sldId="296"/>
        </pc:sldMkLst>
      </pc:sldChg>
      <pc:sldChg chg="modSp mod">
        <pc:chgData name="Danielle" userId="04f63225-1d27-46ab-9c7c-1c8b513bed32" providerId="ADAL" clId="{5C20980E-9489-4E24-895E-4D7855D51011}" dt="2021-04-30T15:58:03.563" v="1352" actId="33524"/>
        <pc:sldMkLst>
          <pc:docMk/>
          <pc:sldMk cId="3603285254" sldId="307"/>
        </pc:sldMkLst>
        <pc:spChg chg="mod">
          <ac:chgData name="Danielle" userId="04f63225-1d27-46ab-9c7c-1c8b513bed32" providerId="ADAL" clId="{5C20980E-9489-4E24-895E-4D7855D51011}" dt="2021-04-30T15:58:03.563" v="1352" actId="33524"/>
          <ac:spMkLst>
            <pc:docMk/>
            <pc:sldMk cId="3603285254" sldId="307"/>
            <ac:spMk id="3" creationId="{00000000-0000-0000-0000-000000000000}"/>
          </ac:spMkLst>
        </pc:spChg>
      </pc:sldChg>
      <pc:sldChg chg="modSp add mod">
        <pc:chgData name="Danielle" userId="04f63225-1d27-46ab-9c7c-1c8b513bed32" providerId="ADAL" clId="{5C20980E-9489-4E24-895E-4D7855D51011}" dt="2021-04-19T18:39:56.828" v="1343" actId="1076"/>
        <pc:sldMkLst>
          <pc:docMk/>
          <pc:sldMk cId="2481432751" sldId="318"/>
        </pc:sldMkLst>
        <pc:spChg chg="mod">
          <ac:chgData name="Danielle" userId="04f63225-1d27-46ab-9c7c-1c8b513bed32" providerId="ADAL" clId="{5C20980E-9489-4E24-895E-4D7855D51011}" dt="2021-04-19T18:28:51.780" v="38" actId="20577"/>
          <ac:spMkLst>
            <pc:docMk/>
            <pc:sldMk cId="2481432751" sldId="318"/>
            <ac:spMk id="2" creationId="{00000000-0000-0000-0000-000000000000}"/>
          </ac:spMkLst>
        </pc:spChg>
        <pc:spChg chg="mod">
          <ac:chgData name="Danielle" userId="04f63225-1d27-46ab-9c7c-1c8b513bed32" providerId="ADAL" clId="{5C20980E-9489-4E24-895E-4D7855D51011}" dt="2021-04-19T18:39:56.828" v="1343" actId="1076"/>
          <ac:spMkLst>
            <pc:docMk/>
            <pc:sldMk cId="2481432751" sldId="318"/>
            <ac:spMk id="3" creationId="{00000000-0000-0000-0000-000000000000}"/>
          </ac:spMkLst>
        </pc:spChg>
      </pc:sldChg>
    </pc:docChg>
  </pc:docChgLst>
  <pc:docChgLst>
    <pc:chgData name="Danielle Martin" userId="04f63225-1d27-46ab-9c7c-1c8b513bed32" providerId="ADAL" clId="{3083253D-BF7E-4D77-80AA-7DAE3BADBB47}"/>
    <pc:docChg chg="modSld">
      <pc:chgData name="Danielle Martin" userId="04f63225-1d27-46ab-9c7c-1c8b513bed32" providerId="ADAL" clId="{3083253D-BF7E-4D77-80AA-7DAE3BADBB47}" dt="2020-06-05T15:22:52.740" v="4" actId="20577"/>
      <pc:docMkLst>
        <pc:docMk/>
      </pc:docMkLst>
      <pc:sldChg chg="modSp">
        <pc:chgData name="Danielle Martin" userId="04f63225-1d27-46ab-9c7c-1c8b513bed32" providerId="ADAL" clId="{3083253D-BF7E-4D77-80AA-7DAE3BADBB47}" dt="2020-06-05T15:22:52.740" v="4" actId="20577"/>
        <pc:sldMkLst>
          <pc:docMk/>
          <pc:sldMk cId="2553327719" sldId="268"/>
        </pc:sldMkLst>
        <pc:spChg chg="mod">
          <ac:chgData name="Danielle Martin" userId="04f63225-1d27-46ab-9c7c-1c8b513bed32" providerId="ADAL" clId="{3083253D-BF7E-4D77-80AA-7DAE3BADBB47}" dt="2020-06-05T15:22:52.740" v="4" actId="20577"/>
          <ac:spMkLst>
            <pc:docMk/>
            <pc:sldMk cId="2553327719" sldId="268"/>
            <ac:spMk id="3" creationId="{00000000-0000-0000-0000-000000000000}"/>
          </ac:spMkLst>
        </pc:spChg>
      </pc:sldChg>
      <pc:sldChg chg="modSp">
        <pc:chgData name="Danielle Martin" userId="04f63225-1d27-46ab-9c7c-1c8b513bed32" providerId="ADAL" clId="{3083253D-BF7E-4D77-80AA-7DAE3BADBB47}" dt="2020-06-05T15:18:21.068" v="0" actId="20577"/>
        <pc:sldMkLst>
          <pc:docMk/>
          <pc:sldMk cId="3765842492" sldId="296"/>
        </pc:sldMkLst>
        <pc:spChg chg="mod">
          <ac:chgData name="Danielle Martin" userId="04f63225-1d27-46ab-9c7c-1c8b513bed32" providerId="ADAL" clId="{3083253D-BF7E-4D77-80AA-7DAE3BADBB47}" dt="2020-06-05T15:18:21.068" v="0" actId="20577"/>
          <ac:spMkLst>
            <pc:docMk/>
            <pc:sldMk cId="3765842492" sldId="296"/>
            <ac:spMk id="3" creationId="{00000000-0000-0000-0000-000000000000}"/>
          </ac:spMkLst>
        </pc:spChg>
      </pc:sldChg>
    </pc:docChg>
  </pc:docChgLst>
  <pc:docChgLst>
    <pc:chgData name="Danielle" userId="04f63225-1d27-46ab-9c7c-1c8b513bed32" providerId="ADAL" clId="{086998E3-3A67-4071-BD80-535A067500CD}"/>
    <pc:docChg chg="modSld">
      <pc:chgData name="Danielle" userId="04f63225-1d27-46ab-9c7c-1c8b513bed32" providerId="ADAL" clId="{086998E3-3A67-4071-BD80-535A067500CD}" dt="2020-12-21T20:48:58.957" v="2" actId="20577"/>
      <pc:docMkLst>
        <pc:docMk/>
      </pc:docMkLst>
      <pc:sldChg chg="modSp mod">
        <pc:chgData name="Danielle" userId="04f63225-1d27-46ab-9c7c-1c8b513bed32" providerId="ADAL" clId="{086998E3-3A67-4071-BD80-535A067500CD}" dt="2020-12-21T20:48:58.957" v="2" actId="20577"/>
        <pc:sldMkLst>
          <pc:docMk/>
          <pc:sldMk cId="1964203576" sldId="280"/>
        </pc:sldMkLst>
        <pc:spChg chg="mod">
          <ac:chgData name="Danielle" userId="04f63225-1d27-46ab-9c7c-1c8b513bed32" providerId="ADAL" clId="{086998E3-3A67-4071-BD80-535A067500CD}" dt="2020-12-21T20:48:58.957" v="2" actId="20577"/>
          <ac:spMkLst>
            <pc:docMk/>
            <pc:sldMk cId="1964203576" sldId="280"/>
            <ac:spMk id="3" creationId="{00000000-0000-0000-0000-000000000000}"/>
          </ac:spMkLst>
        </pc:spChg>
      </pc:sldChg>
    </pc:docChg>
  </pc:docChgLst>
  <pc:docChgLst>
    <pc:chgData name="Danielle" userId="04f63225-1d27-46ab-9c7c-1c8b513bed32" providerId="ADAL" clId="{985F85AC-2927-42BA-B5E6-75959BE114BB}"/>
    <pc:docChg chg="modSld">
      <pc:chgData name="Danielle" userId="04f63225-1d27-46ab-9c7c-1c8b513bed32" providerId="ADAL" clId="{985F85AC-2927-42BA-B5E6-75959BE114BB}" dt="2021-02-19T21:08:59.409" v="82" actId="20577"/>
      <pc:docMkLst>
        <pc:docMk/>
      </pc:docMkLst>
      <pc:sldChg chg="modSp mod">
        <pc:chgData name="Danielle" userId="04f63225-1d27-46ab-9c7c-1c8b513bed32" providerId="ADAL" clId="{985F85AC-2927-42BA-B5E6-75959BE114BB}" dt="2021-02-19T03:17:24.472" v="72" actId="20577"/>
        <pc:sldMkLst>
          <pc:docMk/>
          <pc:sldMk cId="1756117661" sldId="259"/>
        </pc:sldMkLst>
        <pc:spChg chg="mod">
          <ac:chgData name="Danielle" userId="04f63225-1d27-46ab-9c7c-1c8b513bed32" providerId="ADAL" clId="{985F85AC-2927-42BA-B5E6-75959BE114BB}" dt="2021-02-19T03:17:24.472" v="72" actId="20577"/>
          <ac:spMkLst>
            <pc:docMk/>
            <pc:sldMk cId="1756117661" sldId="259"/>
            <ac:spMk id="3" creationId="{00000000-0000-0000-0000-000000000000}"/>
          </ac:spMkLst>
        </pc:spChg>
      </pc:sldChg>
      <pc:sldChg chg="modSp mod">
        <pc:chgData name="Danielle" userId="04f63225-1d27-46ab-9c7c-1c8b513bed32" providerId="ADAL" clId="{985F85AC-2927-42BA-B5E6-75959BE114BB}" dt="2021-02-19T03:15:38.030" v="19" actId="20577"/>
        <pc:sldMkLst>
          <pc:docMk/>
          <pc:sldMk cId="36853573" sldId="265"/>
        </pc:sldMkLst>
        <pc:spChg chg="mod">
          <ac:chgData name="Danielle" userId="04f63225-1d27-46ab-9c7c-1c8b513bed32" providerId="ADAL" clId="{985F85AC-2927-42BA-B5E6-75959BE114BB}" dt="2021-02-19T03:15:38.030" v="19" actId="20577"/>
          <ac:spMkLst>
            <pc:docMk/>
            <pc:sldMk cId="36853573" sldId="265"/>
            <ac:spMk id="3" creationId="{00000000-0000-0000-0000-000000000000}"/>
          </ac:spMkLst>
        </pc:spChg>
      </pc:sldChg>
      <pc:sldChg chg="modSp mod">
        <pc:chgData name="Danielle" userId="04f63225-1d27-46ab-9c7c-1c8b513bed32" providerId="ADAL" clId="{985F85AC-2927-42BA-B5E6-75959BE114BB}" dt="2021-02-19T03:16:30.142" v="43" actId="20577"/>
        <pc:sldMkLst>
          <pc:docMk/>
          <pc:sldMk cId="15513227" sldId="270"/>
        </pc:sldMkLst>
        <pc:spChg chg="mod">
          <ac:chgData name="Danielle" userId="04f63225-1d27-46ab-9c7c-1c8b513bed32" providerId="ADAL" clId="{985F85AC-2927-42BA-B5E6-75959BE114BB}" dt="2021-02-19T03:16:30.142" v="43" actId="20577"/>
          <ac:spMkLst>
            <pc:docMk/>
            <pc:sldMk cId="15513227" sldId="270"/>
            <ac:spMk id="3" creationId="{00000000-0000-0000-0000-000000000000}"/>
          </ac:spMkLst>
        </pc:spChg>
      </pc:sldChg>
      <pc:sldChg chg="modSp mod">
        <pc:chgData name="Danielle" userId="04f63225-1d27-46ab-9c7c-1c8b513bed32" providerId="ADAL" clId="{985F85AC-2927-42BA-B5E6-75959BE114BB}" dt="2021-02-19T21:08:59.409" v="82" actId="20577"/>
        <pc:sldMkLst>
          <pc:docMk/>
          <pc:sldMk cId="3392060563" sldId="279"/>
        </pc:sldMkLst>
        <pc:spChg chg="mod">
          <ac:chgData name="Danielle" userId="04f63225-1d27-46ab-9c7c-1c8b513bed32" providerId="ADAL" clId="{985F85AC-2927-42BA-B5E6-75959BE114BB}" dt="2021-02-19T21:08:59.409" v="82" actId="20577"/>
          <ac:spMkLst>
            <pc:docMk/>
            <pc:sldMk cId="3392060563" sldId="279"/>
            <ac:spMk id="3" creationId="{00000000-0000-0000-0000-000000000000}"/>
          </ac:spMkLst>
        </pc:spChg>
      </pc:sldChg>
    </pc:docChg>
  </pc:docChgLst>
  <pc:docChgLst>
    <pc:chgData name="Danielle Martin" userId="04f63225-1d27-46ab-9c7c-1c8b513bed32" providerId="ADAL" clId="{D6C2FDFC-19E1-40A6-A44D-83F9EE505DEE}"/>
    <pc:docChg chg="undo custSel addSld delSld modSld sldOrd modSection">
      <pc:chgData name="Danielle Martin" userId="04f63225-1d27-46ab-9c7c-1c8b513bed32" providerId="ADAL" clId="{D6C2FDFC-19E1-40A6-A44D-83F9EE505DEE}" dt="2021-11-17T22:47:30.881" v="1532" actId="20577"/>
      <pc:docMkLst>
        <pc:docMk/>
      </pc:docMkLst>
      <pc:sldChg chg="del">
        <pc:chgData name="Danielle Martin" userId="04f63225-1d27-46ab-9c7c-1c8b513bed32" providerId="ADAL" clId="{D6C2FDFC-19E1-40A6-A44D-83F9EE505DEE}" dt="2021-11-17T05:53:37.489" v="0" actId="47"/>
        <pc:sldMkLst>
          <pc:docMk/>
          <pc:sldMk cId="1756117661" sldId="259"/>
        </pc:sldMkLst>
      </pc:sldChg>
      <pc:sldChg chg="del">
        <pc:chgData name="Danielle Martin" userId="04f63225-1d27-46ab-9c7c-1c8b513bed32" providerId="ADAL" clId="{D6C2FDFC-19E1-40A6-A44D-83F9EE505DEE}" dt="2021-11-17T15:08:17.708" v="404" actId="47"/>
        <pc:sldMkLst>
          <pc:docMk/>
          <pc:sldMk cId="628208286" sldId="260"/>
        </pc:sldMkLst>
      </pc:sldChg>
      <pc:sldChg chg="del">
        <pc:chgData name="Danielle Martin" userId="04f63225-1d27-46ab-9c7c-1c8b513bed32" providerId="ADAL" clId="{D6C2FDFC-19E1-40A6-A44D-83F9EE505DEE}" dt="2021-11-17T15:07:03.803" v="394" actId="47"/>
        <pc:sldMkLst>
          <pc:docMk/>
          <pc:sldMk cId="36853573" sldId="264"/>
        </pc:sldMkLst>
      </pc:sldChg>
      <pc:sldChg chg="modSp mod">
        <pc:chgData name="Danielle Martin" userId="04f63225-1d27-46ab-9c7c-1c8b513bed32" providerId="ADAL" clId="{D6C2FDFC-19E1-40A6-A44D-83F9EE505DEE}" dt="2021-11-17T22:45:55.093" v="1406" actId="20577"/>
        <pc:sldMkLst>
          <pc:docMk/>
          <pc:sldMk cId="2262606785" sldId="271"/>
        </pc:sldMkLst>
        <pc:spChg chg="mod">
          <ac:chgData name="Danielle Martin" userId="04f63225-1d27-46ab-9c7c-1c8b513bed32" providerId="ADAL" clId="{D6C2FDFC-19E1-40A6-A44D-83F9EE505DEE}" dt="2021-11-17T22:45:55.093" v="1406" actId="20577"/>
          <ac:spMkLst>
            <pc:docMk/>
            <pc:sldMk cId="2262606785" sldId="271"/>
            <ac:spMk id="3" creationId="{00000000-0000-0000-0000-000000000000}"/>
          </ac:spMkLst>
        </pc:spChg>
      </pc:sldChg>
      <pc:sldChg chg="del">
        <pc:chgData name="Danielle Martin" userId="04f63225-1d27-46ab-9c7c-1c8b513bed32" providerId="ADAL" clId="{D6C2FDFC-19E1-40A6-A44D-83F9EE505DEE}" dt="2021-11-17T15:08:12.989" v="403" actId="47"/>
        <pc:sldMkLst>
          <pc:docMk/>
          <pc:sldMk cId="1867741448" sldId="273"/>
        </pc:sldMkLst>
      </pc:sldChg>
      <pc:sldChg chg="modSp mod ord">
        <pc:chgData name="Danielle Martin" userId="04f63225-1d27-46ab-9c7c-1c8b513bed32" providerId="ADAL" clId="{D6C2FDFC-19E1-40A6-A44D-83F9EE505DEE}" dt="2021-11-17T18:58:05.716" v="749" actId="20577"/>
        <pc:sldMkLst>
          <pc:docMk/>
          <pc:sldMk cId="404907745" sldId="308"/>
        </pc:sldMkLst>
        <pc:spChg chg="mod">
          <ac:chgData name="Danielle Martin" userId="04f63225-1d27-46ab-9c7c-1c8b513bed32" providerId="ADAL" clId="{D6C2FDFC-19E1-40A6-A44D-83F9EE505DEE}" dt="2021-11-17T18:58:05.716" v="749" actId="20577"/>
          <ac:spMkLst>
            <pc:docMk/>
            <pc:sldMk cId="404907745" sldId="308"/>
            <ac:spMk id="3" creationId="{00000000-0000-0000-0000-000000000000}"/>
          </ac:spMkLst>
        </pc:spChg>
      </pc:sldChg>
      <pc:sldChg chg="modSp mod ord">
        <pc:chgData name="Danielle Martin" userId="04f63225-1d27-46ab-9c7c-1c8b513bed32" providerId="ADAL" clId="{D6C2FDFC-19E1-40A6-A44D-83F9EE505DEE}" dt="2021-11-17T21:54:14.575" v="910"/>
        <pc:sldMkLst>
          <pc:docMk/>
          <pc:sldMk cId="1055862491" sldId="309"/>
        </pc:sldMkLst>
        <pc:spChg chg="mod">
          <ac:chgData name="Danielle Martin" userId="04f63225-1d27-46ab-9c7c-1c8b513bed32" providerId="ADAL" clId="{D6C2FDFC-19E1-40A6-A44D-83F9EE505DEE}" dt="2021-11-17T20:40:00.855" v="772" actId="27636"/>
          <ac:spMkLst>
            <pc:docMk/>
            <pc:sldMk cId="1055862491" sldId="309"/>
            <ac:spMk id="3" creationId="{00000000-0000-0000-0000-000000000000}"/>
          </ac:spMkLst>
        </pc:spChg>
      </pc:sldChg>
      <pc:sldChg chg="modSp mod">
        <pc:chgData name="Danielle Martin" userId="04f63225-1d27-46ab-9c7c-1c8b513bed32" providerId="ADAL" clId="{D6C2FDFC-19E1-40A6-A44D-83F9EE505DEE}" dt="2021-11-17T22:47:30.881" v="1532" actId="20577"/>
        <pc:sldMkLst>
          <pc:docMk/>
          <pc:sldMk cId="1520623683" sldId="317"/>
        </pc:sldMkLst>
        <pc:spChg chg="mod">
          <ac:chgData name="Danielle Martin" userId="04f63225-1d27-46ab-9c7c-1c8b513bed32" providerId="ADAL" clId="{D6C2FDFC-19E1-40A6-A44D-83F9EE505DEE}" dt="2021-11-17T22:47:30.881" v="1532" actId="20577"/>
          <ac:spMkLst>
            <pc:docMk/>
            <pc:sldMk cId="1520623683" sldId="317"/>
            <ac:spMk id="3" creationId="{00000000-0000-0000-0000-000000000000}"/>
          </ac:spMkLst>
        </pc:spChg>
      </pc:sldChg>
      <pc:sldChg chg="modSp mod">
        <pc:chgData name="Danielle Martin" userId="04f63225-1d27-46ab-9c7c-1c8b513bed32" providerId="ADAL" clId="{D6C2FDFC-19E1-40A6-A44D-83F9EE505DEE}" dt="2021-11-17T20:54:23.405" v="908" actId="1076"/>
        <pc:sldMkLst>
          <pc:docMk/>
          <pc:sldMk cId="651077990" sldId="318"/>
        </pc:sldMkLst>
        <pc:spChg chg="mod">
          <ac:chgData name="Danielle Martin" userId="04f63225-1d27-46ab-9c7c-1c8b513bed32" providerId="ADAL" clId="{D6C2FDFC-19E1-40A6-A44D-83F9EE505DEE}" dt="2021-11-17T20:53:21.358" v="834" actId="1076"/>
          <ac:spMkLst>
            <pc:docMk/>
            <pc:sldMk cId="651077990" sldId="318"/>
            <ac:spMk id="2" creationId="{00000000-0000-0000-0000-000000000000}"/>
          </ac:spMkLst>
        </pc:spChg>
        <pc:spChg chg="mod">
          <ac:chgData name="Danielle Martin" userId="04f63225-1d27-46ab-9c7c-1c8b513bed32" providerId="ADAL" clId="{D6C2FDFC-19E1-40A6-A44D-83F9EE505DEE}" dt="2021-11-17T20:54:23.405" v="908" actId="1076"/>
          <ac:spMkLst>
            <pc:docMk/>
            <pc:sldMk cId="651077990" sldId="318"/>
            <ac:spMk id="3" creationId="{00000000-0000-0000-0000-000000000000}"/>
          </ac:spMkLst>
        </pc:spChg>
      </pc:sldChg>
      <pc:sldChg chg="add">
        <pc:chgData name="Danielle Martin" userId="04f63225-1d27-46ab-9c7c-1c8b513bed32" providerId="ADAL" clId="{D6C2FDFC-19E1-40A6-A44D-83F9EE505DEE}" dt="2021-11-17T20:52:41.541" v="781" actId="2890"/>
        <pc:sldMkLst>
          <pc:docMk/>
          <pc:sldMk cId="1376197425" sldId="319"/>
        </pc:sldMkLst>
      </pc:sldChg>
    </pc:docChg>
  </pc:docChgLst>
  <pc:docChgLst>
    <pc:chgData name="Danielle" userId="04f63225-1d27-46ab-9c7c-1c8b513bed32" providerId="ADAL" clId="{BFFB0F6D-3519-4031-AC08-D7B70782A8A1}"/>
    <pc:docChg chg="custSel modSld sldOrd">
      <pc:chgData name="Danielle" userId="04f63225-1d27-46ab-9c7c-1c8b513bed32" providerId="ADAL" clId="{BFFB0F6D-3519-4031-AC08-D7B70782A8A1}" dt="2020-11-12T17:34:14.171" v="2" actId="27636"/>
      <pc:docMkLst>
        <pc:docMk/>
      </pc:docMkLst>
      <pc:sldChg chg="modSp">
        <pc:chgData name="Danielle" userId="04f63225-1d27-46ab-9c7c-1c8b513bed32" providerId="ADAL" clId="{BFFB0F6D-3519-4031-AC08-D7B70782A8A1}" dt="2020-11-12T17:34:14.171" v="2" actId="27636"/>
        <pc:sldMkLst>
          <pc:docMk/>
          <pc:sldMk cId="2195691085" sldId="282"/>
        </pc:sldMkLst>
        <pc:spChg chg="mod">
          <ac:chgData name="Danielle" userId="04f63225-1d27-46ab-9c7c-1c8b513bed32" providerId="ADAL" clId="{BFFB0F6D-3519-4031-AC08-D7B70782A8A1}" dt="2020-11-12T17:34:14.171" v="2" actId="27636"/>
          <ac:spMkLst>
            <pc:docMk/>
            <pc:sldMk cId="2195691085" sldId="282"/>
            <ac:spMk id="3" creationId="{00000000-0000-0000-0000-000000000000}"/>
          </ac:spMkLst>
        </pc:spChg>
      </pc:sldChg>
      <pc:sldChg chg="ord">
        <pc:chgData name="Danielle" userId="04f63225-1d27-46ab-9c7c-1c8b513bed32" providerId="ADAL" clId="{BFFB0F6D-3519-4031-AC08-D7B70782A8A1}" dt="2020-11-12T17:33:19.420" v="0"/>
        <pc:sldMkLst>
          <pc:docMk/>
          <pc:sldMk cId="1520623683" sldId="317"/>
        </pc:sldMkLst>
      </pc:sldChg>
    </pc:docChg>
  </pc:docChgLst>
  <pc:docChgLst>
    <pc:chgData name="Danielle" userId="04f63225-1d27-46ab-9c7c-1c8b513bed32" providerId="ADAL" clId="{EF1DAEB1-4E10-4C28-9B4D-578136D67522}"/>
    <pc:docChg chg="undo redo custSel modSld">
      <pc:chgData name="Danielle" userId="04f63225-1d27-46ab-9c7c-1c8b513bed32" providerId="ADAL" clId="{EF1DAEB1-4E10-4C28-9B4D-578136D67522}" dt="2020-10-15T13:35:33.800" v="115" actId="6549"/>
      <pc:docMkLst>
        <pc:docMk/>
      </pc:docMkLst>
      <pc:sldChg chg="addSp delSp modSp">
        <pc:chgData name="Danielle" userId="04f63225-1d27-46ab-9c7c-1c8b513bed32" providerId="ADAL" clId="{EF1DAEB1-4E10-4C28-9B4D-578136D67522}" dt="2020-10-15T13:29:45.258" v="30" actId="14100"/>
        <pc:sldMkLst>
          <pc:docMk/>
          <pc:sldMk cId="628208286" sldId="260"/>
        </pc:sldMkLst>
        <pc:spChg chg="mod">
          <ac:chgData name="Danielle" userId="04f63225-1d27-46ab-9c7c-1c8b513bed32" providerId="ADAL" clId="{EF1DAEB1-4E10-4C28-9B4D-578136D67522}" dt="2020-10-15T13:28:40.807" v="23" actId="20577"/>
          <ac:spMkLst>
            <pc:docMk/>
            <pc:sldMk cId="628208286" sldId="260"/>
            <ac:spMk id="3" creationId="{00000000-0000-0000-0000-000000000000}"/>
          </ac:spMkLst>
        </pc:spChg>
        <pc:picChg chg="del">
          <ac:chgData name="Danielle" userId="04f63225-1d27-46ab-9c7c-1c8b513bed32" providerId="ADAL" clId="{EF1DAEB1-4E10-4C28-9B4D-578136D67522}" dt="2020-10-15T13:28:44.315" v="24" actId="478"/>
          <ac:picMkLst>
            <pc:docMk/>
            <pc:sldMk cId="628208286" sldId="260"/>
            <ac:picMk id="4" creationId="{00000000-0000-0000-0000-000000000000}"/>
          </ac:picMkLst>
        </pc:picChg>
        <pc:picChg chg="del">
          <ac:chgData name="Danielle" userId="04f63225-1d27-46ab-9c7c-1c8b513bed32" providerId="ADAL" clId="{EF1DAEB1-4E10-4C28-9B4D-578136D67522}" dt="2020-10-15T13:28:47.262" v="25" actId="478"/>
          <ac:picMkLst>
            <pc:docMk/>
            <pc:sldMk cId="628208286" sldId="260"/>
            <ac:picMk id="5" creationId="{00000000-0000-0000-0000-000000000000}"/>
          </ac:picMkLst>
        </pc:picChg>
        <pc:picChg chg="add mod modCrop">
          <ac:chgData name="Danielle" userId="04f63225-1d27-46ab-9c7c-1c8b513bed32" providerId="ADAL" clId="{EF1DAEB1-4E10-4C28-9B4D-578136D67522}" dt="2020-10-15T13:29:45.258" v="30" actId="14100"/>
          <ac:picMkLst>
            <pc:docMk/>
            <pc:sldMk cId="628208286" sldId="260"/>
            <ac:picMk id="6" creationId="{81D3A2F8-5F3C-415E-BC90-81AE6CBDCE5C}"/>
          </ac:picMkLst>
        </pc:picChg>
      </pc:sldChg>
      <pc:sldChg chg="modSp">
        <pc:chgData name="Danielle" userId="04f63225-1d27-46ab-9c7c-1c8b513bed32" providerId="ADAL" clId="{EF1DAEB1-4E10-4C28-9B4D-578136D67522}" dt="2020-10-15T13:28:40.366" v="11" actId="27636"/>
        <pc:sldMkLst>
          <pc:docMk/>
          <pc:sldMk cId="36853573" sldId="265"/>
        </pc:sldMkLst>
        <pc:spChg chg="mod">
          <ac:chgData name="Danielle" userId="04f63225-1d27-46ab-9c7c-1c8b513bed32" providerId="ADAL" clId="{EF1DAEB1-4E10-4C28-9B4D-578136D67522}" dt="2020-10-15T13:28:40.366" v="11" actId="27636"/>
          <ac:spMkLst>
            <pc:docMk/>
            <pc:sldMk cId="36853573" sldId="265"/>
            <ac:spMk id="3" creationId="{00000000-0000-0000-0000-000000000000}"/>
          </ac:spMkLst>
        </pc:spChg>
      </pc:sldChg>
      <pc:sldChg chg="modSp">
        <pc:chgData name="Danielle" userId="04f63225-1d27-46ab-9c7c-1c8b513bed32" providerId="ADAL" clId="{EF1DAEB1-4E10-4C28-9B4D-578136D67522}" dt="2020-10-15T13:28:40.405" v="13" actId="27636"/>
        <pc:sldMkLst>
          <pc:docMk/>
          <pc:sldMk cId="4203792416" sldId="269"/>
        </pc:sldMkLst>
        <pc:spChg chg="mod">
          <ac:chgData name="Danielle" userId="04f63225-1d27-46ab-9c7c-1c8b513bed32" providerId="ADAL" clId="{EF1DAEB1-4E10-4C28-9B4D-578136D67522}" dt="2020-10-15T13:28:40.405" v="13" actId="27636"/>
          <ac:spMkLst>
            <pc:docMk/>
            <pc:sldMk cId="4203792416" sldId="269"/>
            <ac:spMk id="3" creationId="{00000000-0000-0000-0000-000000000000}"/>
          </ac:spMkLst>
        </pc:spChg>
      </pc:sldChg>
      <pc:sldChg chg="addSp delSp modSp">
        <pc:chgData name="Danielle" userId="04f63225-1d27-46ab-9c7c-1c8b513bed32" providerId="ADAL" clId="{EF1DAEB1-4E10-4C28-9B4D-578136D67522}" dt="2020-10-15T13:35:33.800" v="115" actId="6549"/>
        <pc:sldMkLst>
          <pc:docMk/>
          <pc:sldMk cId="1867741448" sldId="273"/>
        </pc:sldMkLst>
        <pc:spChg chg="mod">
          <ac:chgData name="Danielle" userId="04f63225-1d27-46ab-9c7c-1c8b513bed32" providerId="ADAL" clId="{EF1DAEB1-4E10-4C28-9B4D-578136D67522}" dt="2020-10-15T13:35:33.800" v="115" actId="6549"/>
          <ac:spMkLst>
            <pc:docMk/>
            <pc:sldMk cId="1867741448" sldId="273"/>
            <ac:spMk id="3" creationId="{00000000-0000-0000-0000-000000000000}"/>
          </ac:spMkLst>
        </pc:spChg>
        <pc:picChg chg="add del">
          <ac:chgData name="Danielle" userId="04f63225-1d27-46ab-9c7c-1c8b513bed32" providerId="ADAL" clId="{EF1DAEB1-4E10-4C28-9B4D-578136D67522}" dt="2020-10-15T13:34:30.087" v="60"/>
          <ac:picMkLst>
            <pc:docMk/>
            <pc:sldMk cId="1867741448" sldId="273"/>
            <ac:picMk id="4" creationId="{A53EE732-7C02-42EB-8DB2-AF342DD9C302}"/>
          </ac:picMkLst>
        </pc:picChg>
      </pc:sldChg>
      <pc:sldChg chg="modSp">
        <pc:chgData name="Danielle" userId="04f63225-1d27-46ab-9c7c-1c8b513bed32" providerId="ADAL" clId="{EF1DAEB1-4E10-4C28-9B4D-578136D67522}" dt="2020-10-15T13:28:40.544" v="19" actId="27636"/>
        <pc:sldMkLst>
          <pc:docMk/>
          <pc:sldMk cId="1964203576" sldId="280"/>
        </pc:sldMkLst>
        <pc:spChg chg="mod">
          <ac:chgData name="Danielle" userId="04f63225-1d27-46ab-9c7c-1c8b513bed32" providerId="ADAL" clId="{EF1DAEB1-4E10-4C28-9B4D-578136D67522}" dt="2020-10-15T13:28:40.544" v="19" actId="27636"/>
          <ac:spMkLst>
            <pc:docMk/>
            <pc:sldMk cId="1964203576" sldId="280"/>
            <ac:spMk id="2" creationId="{00000000-0000-0000-0000-000000000000}"/>
          </ac:spMkLst>
        </pc:spChg>
      </pc:sldChg>
      <pc:sldChg chg="modSp">
        <pc:chgData name="Danielle" userId="04f63225-1d27-46ab-9c7c-1c8b513bed32" providerId="ADAL" clId="{EF1DAEB1-4E10-4C28-9B4D-578136D67522}" dt="2020-10-15T13:28:40.498" v="17" actId="27636"/>
        <pc:sldMkLst>
          <pc:docMk/>
          <pc:sldMk cId="1692586781" sldId="294"/>
        </pc:sldMkLst>
        <pc:spChg chg="mod">
          <ac:chgData name="Danielle" userId="04f63225-1d27-46ab-9c7c-1c8b513bed32" providerId="ADAL" clId="{EF1DAEB1-4E10-4C28-9B4D-578136D67522}" dt="2020-10-15T13:28:40.488" v="16" actId="27636"/>
          <ac:spMkLst>
            <pc:docMk/>
            <pc:sldMk cId="1692586781" sldId="294"/>
            <ac:spMk id="2" creationId="{00000000-0000-0000-0000-000000000000}"/>
          </ac:spMkLst>
        </pc:spChg>
        <pc:spChg chg="mod">
          <ac:chgData name="Danielle" userId="04f63225-1d27-46ab-9c7c-1c8b513bed32" providerId="ADAL" clId="{EF1DAEB1-4E10-4C28-9B4D-578136D67522}" dt="2020-10-15T13:28:40.498" v="17" actId="27636"/>
          <ac:spMkLst>
            <pc:docMk/>
            <pc:sldMk cId="1692586781" sldId="294"/>
            <ac:spMk id="3" creationId="{00000000-0000-0000-0000-000000000000}"/>
          </ac:spMkLst>
        </pc:spChg>
      </pc:sldChg>
      <pc:sldChg chg="modSp">
        <pc:chgData name="Danielle" userId="04f63225-1d27-46ab-9c7c-1c8b513bed32" providerId="ADAL" clId="{EF1DAEB1-4E10-4C28-9B4D-578136D67522}" dt="2020-10-15T13:28:40.532" v="18" actId="27636"/>
        <pc:sldMkLst>
          <pc:docMk/>
          <pc:sldMk cId="1139437449" sldId="295"/>
        </pc:sldMkLst>
        <pc:spChg chg="mod">
          <ac:chgData name="Danielle" userId="04f63225-1d27-46ab-9c7c-1c8b513bed32" providerId="ADAL" clId="{EF1DAEB1-4E10-4C28-9B4D-578136D67522}" dt="2020-10-15T13:28:40.532" v="18" actId="27636"/>
          <ac:spMkLst>
            <pc:docMk/>
            <pc:sldMk cId="1139437449" sldId="295"/>
            <ac:spMk id="3" creationId="{00000000-0000-0000-0000-000000000000}"/>
          </ac:spMkLst>
        </pc:spChg>
      </pc:sldChg>
      <pc:sldChg chg="modSp">
        <pc:chgData name="Danielle" userId="04f63225-1d27-46ab-9c7c-1c8b513bed32" providerId="ADAL" clId="{EF1DAEB1-4E10-4C28-9B4D-578136D67522}" dt="2020-10-15T13:28:40.445" v="15" actId="27636"/>
        <pc:sldMkLst>
          <pc:docMk/>
          <pc:sldMk cId="924245429" sldId="301"/>
        </pc:sldMkLst>
        <pc:spChg chg="mod">
          <ac:chgData name="Danielle" userId="04f63225-1d27-46ab-9c7c-1c8b513bed32" providerId="ADAL" clId="{EF1DAEB1-4E10-4C28-9B4D-578136D67522}" dt="2020-10-15T13:28:40.431" v="14" actId="27636"/>
          <ac:spMkLst>
            <pc:docMk/>
            <pc:sldMk cId="924245429" sldId="301"/>
            <ac:spMk id="2" creationId="{00000000-0000-0000-0000-000000000000}"/>
          </ac:spMkLst>
        </pc:spChg>
        <pc:spChg chg="mod">
          <ac:chgData name="Danielle" userId="04f63225-1d27-46ab-9c7c-1c8b513bed32" providerId="ADAL" clId="{EF1DAEB1-4E10-4C28-9B4D-578136D67522}" dt="2020-10-15T13:28:40.445" v="15" actId="27636"/>
          <ac:spMkLst>
            <pc:docMk/>
            <pc:sldMk cId="924245429" sldId="301"/>
            <ac:spMk id="3" creationId="{00000000-0000-0000-0000-000000000000}"/>
          </ac:spMkLst>
        </pc:spChg>
      </pc:sldChg>
      <pc:sldChg chg="modSp">
        <pc:chgData name="Danielle" userId="04f63225-1d27-46ab-9c7c-1c8b513bed32" providerId="ADAL" clId="{EF1DAEB1-4E10-4C28-9B4D-578136D67522}" dt="2020-10-15T13:28:40.651" v="22" actId="27636"/>
        <pc:sldMkLst>
          <pc:docMk/>
          <pc:sldMk cId="3603285254" sldId="307"/>
        </pc:sldMkLst>
        <pc:spChg chg="mod">
          <ac:chgData name="Danielle" userId="04f63225-1d27-46ab-9c7c-1c8b513bed32" providerId="ADAL" clId="{EF1DAEB1-4E10-4C28-9B4D-578136D67522}" dt="2020-10-15T13:28:40.651" v="22" actId="27636"/>
          <ac:spMkLst>
            <pc:docMk/>
            <pc:sldMk cId="3603285254" sldId="307"/>
            <ac:spMk id="2" creationId="{00000000-0000-0000-0000-000000000000}"/>
          </ac:spMkLst>
        </pc:spChg>
      </pc:sldChg>
      <pc:sldChg chg="modSp">
        <pc:chgData name="Danielle" userId="04f63225-1d27-46ab-9c7c-1c8b513bed32" providerId="ADAL" clId="{EF1DAEB1-4E10-4C28-9B4D-578136D67522}" dt="2020-10-15T13:28:40.595" v="20" actId="27636"/>
        <pc:sldMkLst>
          <pc:docMk/>
          <pc:sldMk cId="2484058205" sldId="312"/>
        </pc:sldMkLst>
        <pc:spChg chg="mod">
          <ac:chgData name="Danielle" userId="04f63225-1d27-46ab-9c7c-1c8b513bed32" providerId="ADAL" clId="{EF1DAEB1-4E10-4C28-9B4D-578136D67522}" dt="2020-10-15T13:28:40.595" v="20" actId="27636"/>
          <ac:spMkLst>
            <pc:docMk/>
            <pc:sldMk cId="2484058205" sldId="312"/>
            <ac:spMk id="3" creationId="{00000000-0000-0000-0000-000000000000}"/>
          </ac:spMkLst>
        </pc:spChg>
      </pc:sldChg>
      <pc:sldChg chg="modSp">
        <pc:chgData name="Danielle" userId="04f63225-1d27-46ab-9c7c-1c8b513bed32" providerId="ADAL" clId="{EF1DAEB1-4E10-4C28-9B4D-578136D67522}" dt="2020-10-15T13:28:40.623" v="21" actId="27636"/>
        <pc:sldMkLst>
          <pc:docMk/>
          <pc:sldMk cId="839178257" sldId="314"/>
        </pc:sldMkLst>
        <pc:spChg chg="mod">
          <ac:chgData name="Danielle" userId="04f63225-1d27-46ab-9c7c-1c8b513bed32" providerId="ADAL" clId="{EF1DAEB1-4E10-4C28-9B4D-578136D67522}" dt="2020-10-15T13:28:40.623" v="21" actId="27636"/>
          <ac:spMkLst>
            <pc:docMk/>
            <pc:sldMk cId="839178257" sldId="314"/>
            <ac:spMk id="3" creationId="{00000000-0000-0000-0000-000000000000}"/>
          </ac:spMkLst>
        </pc:spChg>
      </pc:sldChg>
      <pc:sldChg chg="modSp">
        <pc:chgData name="Danielle" userId="04f63225-1d27-46ab-9c7c-1c8b513bed32" providerId="ADAL" clId="{EF1DAEB1-4E10-4C28-9B4D-578136D67522}" dt="2020-10-15T12:50:32.482" v="0" actId="20577"/>
        <pc:sldMkLst>
          <pc:docMk/>
          <pc:sldMk cId="1520623683" sldId="317"/>
        </pc:sldMkLst>
        <pc:spChg chg="mod">
          <ac:chgData name="Danielle" userId="04f63225-1d27-46ab-9c7c-1c8b513bed32" providerId="ADAL" clId="{EF1DAEB1-4E10-4C28-9B4D-578136D67522}" dt="2020-10-15T12:50:32.482" v="0" actId="20577"/>
          <ac:spMkLst>
            <pc:docMk/>
            <pc:sldMk cId="1520623683" sldId="317"/>
            <ac:spMk id="3" creationId="{00000000-0000-0000-0000-000000000000}"/>
          </ac:spMkLst>
        </pc:spChg>
      </pc:sldChg>
    </pc:docChg>
  </pc:docChgLst>
  <pc:docChgLst>
    <pc:chgData name="Danielle Martin" userId="04f63225-1d27-46ab-9c7c-1c8b513bed32" providerId="ADAL" clId="{07B35466-6304-4B27-AEEA-5C352D453805}"/>
    <pc:docChg chg="undo custSel addSld delSld modSld modSection">
      <pc:chgData name="Danielle Martin" userId="04f63225-1d27-46ab-9c7c-1c8b513bed32" providerId="ADAL" clId="{07B35466-6304-4B27-AEEA-5C352D453805}" dt="2021-11-17T02:37:17.613" v="164" actId="20577"/>
      <pc:docMkLst>
        <pc:docMk/>
      </pc:docMkLst>
      <pc:sldChg chg="addSp delSp modSp mod">
        <pc:chgData name="Danielle Martin" userId="04f63225-1d27-46ab-9c7c-1c8b513bed32" providerId="ADAL" clId="{07B35466-6304-4B27-AEEA-5C352D453805}" dt="2021-11-17T02:37:17.613" v="164" actId="20577"/>
        <pc:sldMkLst>
          <pc:docMk/>
          <pc:sldMk cId="2462752721" sldId="256"/>
        </pc:sldMkLst>
        <pc:spChg chg="del">
          <ac:chgData name="Danielle Martin" userId="04f63225-1d27-46ab-9c7c-1c8b513bed32" providerId="ADAL" clId="{07B35466-6304-4B27-AEEA-5C352D453805}" dt="2021-11-17T02:34:39.751" v="0" actId="478"/>
          <ac:spMkLst>
            <pc:docMk/>
            <pc:sldMk cId="2462752721" sldId="256"/>
            <ac:spMk id="2" creationId="{00000000-0000-0000-0000-000000000000}"/>
          </ac:spMkLst>
        </pc:spChg>
        <pc:spChg chg="mod">
          <ac:chgData name="Danielle Martin" userId="04f63225-1d27-46ab-9c7c-1c8b513bed32" providerId="ADAL" clId="{07B35466-6304-4B27-AEEA-5C352D453805}" dt="2021-11-17T02:35:07.990" v="103" actId="20577"/>
          <ac:spMkLst>
            <pc:docMk/>
            <pc:sldMk cId="2462752721" sldId="256"/>
            <ac:spMk id="3" creationId="{00000000-0000-0000-0000-000000000000}"/>
          </ac:spMkLst>
        </pc:spChg>
        <pc:spChg chg="add mod">
          <ac:chgData name="Danielle Martin" userId="04f63225-1d27-46ab-9c7c-1c8b513bed32" providerId="ADAL" clId="{07B35466-6304-4B27-AEEA-5C352D453805}" dt="2021-11-17T02:37:17.613" v="164" actId="20577"/>
          <ac:spMkLst>
            <pc:docMk/>
            <pc:sldMk cId="2462752721" sldId="256"/>
            <ac:spMk id="5" creationId="{FD64BB03-0F37-4714-B121-F84E7CD784A6}"/>
          </ac:spMkLst>
        </pc:spChg>
      </pc:sldChg>
      <pc:sldChg chg="add del">
        <pc:chgData name="Danielle Martin" userId="04f63225-1d27-46ab-9c7c-1c8b513bed32" providerId="ADAL" clId="{07B35466-6304-4B27-AEEA-5C352D453805}" dt="2021-11-17T02:35:59.238" v="108" actId="47"/>
        <pc:sldMkLst>
          <pc:docMk/>
          <pc:sldMk cId="36853573" sldId="265"/>
        </pc:sldMkLst>
      </pc:sldChg>
      <pc:sldChg chg="del">
        <pc:chgData name="Danielle Martin" userId="04f63225-1d27-46ab-9c7c-1c8b513bed32" providerId="ADAL" clId="{07B35466-6304-4B27-AEEA-5C352D453805}" dt="2021-11-17T02:36:16.450" v="125" actId="47"/>
        <pc:sldMkLst>
          <pc:docMk/>
          <pc:sldMk cId="1505840706" sldId="267"/>
        </pc:sldMkLst>
      </pc:sldChg>
      <pc:sldChg chg="del">
        <pc:chgData name="Danielle Martin" userId="04f63225-1d27-46ab-9c7c-1c8b513bed32" providerId="ADAL" clId="{07B35466-6304-4B27-AEEA-5C352D453805}" dt="2021-11-17T02:36:10.708" v="120" actId="47"/>
        <pc:sldMkLst>
          <pc:docMk/>
          <pc:sldMk cId="2553327719" sldId="268"/>
        </pc:sldMkLst>
      </pc:sldChg>
      <pc:sldChg chg="del">
        <pc:chgData name="Danielle Martin" userId="04f63225-1d27-46ab-9c7c-1c8b513bed32" providerId="ADAL" clId="{07B35466-6304-4B27-AEEA-5C352D453805}" dt="2021-11-17T02:36:02.566" v="109" actId="47"/>
        <pc:sldMkLst>
          <pc:docMk/>
          <pc:sldMk cId="4203792416" sldId="269"/>
        </pc:sldMkLst>
      </pc:sldChg>
      <pc:sldChg chg="del">
        <pc:chgData name="Danielle Martin" userId="04f63225-1d27-46ab-9c7c-1c8b513bed32" providerId="ADAL" clId="{07B35466-6304-4B27-AEEA-5C352D453805}" dt="2021-11-17T02:36:03.150" v="110" actId="47"/>
        <pc:sldMkLst>
          <pc:docMk/>
          <pc:sldMk cId="15513227" sldId="270"/>
        </pc:sldMkLst>
      </pc:sldChg>
      <pc:sldChg chg="add del">
        <pc:chgData name="Danielle Martin" userId="04f63225-1d27-46ab-9c7c-1c8b513bed32" providerId="ADAL" clId="{07B35466-6304-4B27-AEEA-5C352D453805}" dt="2021-11-17T02:35:54.596" v="106" actId="47"/>
        <pc:sldMkLst>
          <pc:docMk/>
          <pc:sldMk cId="1867741448" sldId="273"/>
        </pc:sldMkLst>
      </pc:sldChg>
      <pc:sldChg chg="del">
        <pc:chgData name="Danielle Martin" userId="04f63225-1d27-46ab-9c7c-1c8b513bed32" providerId="ADAL" clId="{07B35466-6304-4B27-AEEA-5C352D453805}" dt="2021-11-17T02:36:27.361" v="138" actId="47"/>
        <pc:sldMkLst>
          <pc:docMk/>
          <pc:sldMk cId="3392060563" sldId="279"/>
        </pc:sldMkLst>
      </pc:sldChg>
      <pc:sldChg chg="del">
        <pc:chgData name="Danielle Martin" userId="04f63225-1d27-46ab-9c7c-1c8b513bed32" providerId="ADAL" clId="{07B35466-6304-4B27-AEEA-5C352D453805}" dt="2021-11-17T02:36:14.500" v="123" actId="47"/>
        <pc:sldMkLst>
          <pc:docMk/>
          <pc:sldMk cId="1964203576" sldId="280"/>
        </pc:sldMkLst>
      </pc:sldChg>
      <pc:sldChg chg="del">
        <pc:chgData name="Danielle Martin" userId="04f63225-1d27-46ab-9c7c-1c8b513bed32" providerId="ADAL" clId="{07B35466-6304-4B27-AEEA-5C352D453805}" dt="2021-11-17T02:36:17.571" v="126" actId="47"/>
        <pc:sldMkLst>
          <pc:docMk/>
          <pc:sldMk cId="2195691085" sldId="282"/>
        </pc:sldMkLst>
      </pc:sldChg>
      <pc:sldChg chg="del">
        <pc:chgData name="Danielle Martin" userId="04f63225-1d27-46ab-9c7c-1c8b513bed32" providerId="ADAL" clId="{07B35466-6304-4B27-AEEA-5C352D453805}" dt="2021-11-17T02:36:18.117" v="127" actId="47"/>
        <pc:sldMkLst>
          <pc:docMk/>
          <pc:sldMk cId="3161671308" sldId="285"/>
        </pc:sldMkLst>
      </pc:sldChg>
      <pc:sldChg chg="del">
        <pc:chgData name="Danielle Martin" userId="04f63225-1d27-46ab-9c7c-1c8b513bed32" providerId="ADAL" clId="{07B35466-6304-4B27-AEEA-5C352D453805}" dt="2021-11-17T02:36:09.362" v="119" actId="47"/>
        <pc:sldMkLst>
          <pc:docMk/>
          <pc:sldMk cId="1692586781" sldId="294"/>
        </pc:sldMkLst>
      </pc:sldChg>
      <pc:sldChg chg="del">
        <pc:chgData name="Danielle Martin" userId="04f63225-1d27-46ab-9c7c-1c8b513bed32" providerId="ADAL" clId="{07B35466-6304-4B27-AEEA-5C352D453805}" dt="2021-11-17T02:36:11.942" v="121" actId="47"/>
        <pc:sldMkLst>
          <pc:docMk/>
          <pc:sldMk cId="1139437449" sldId="295"/>
        </pc:sldMkLst>
      </pc:sldChg>
      <pc:sldChg chg="del">
        <pc:chgData name="Danielle Martin" userId="04f63225-1d27-46ab-9c7c-1c8b513bed32" providerId="ADAL" clId="{07B35466-6304-4B27-AEEA-5C352D453805}" dt="2021-11-17T02:36:04.686" v="112" actId="47"/>
        <pc:sldMkLst>
          <pc:docMk/>
          <pc:sldMk cId="3765842492" sldId="296"/>
        </pc:sldMkLst>
      </pc:sldChg>
      <pc:sldChg chg="del">
        <pc:chgData name="Danielle Martin" userId="04f63225-1d27-46ab-9c7c-1c8b513bed32" providerId="ADAL" clId="{07B35466-6304-4B27-AEEA-5C352D453805}" dt="2021-11-17T02:36:03.743" v="111" actId="47"/>
        <pc:sldMkLst>
          <pc:docMk/>
          <pc:sldMk cId="2378171338" sldId="297"/>
        </pc:sldMkLst>
      </pc:sldChg>
      <pc:sldChg chg="del">
        <pc:chgData name="Danielle Martin" userId="04f63225-1d27-46ab-9c7c-1c8b513bed32" providerId="ADAL" clId="{07B35466-6304-4B27-AEEA-5C352D453805}" dt="2021-11-17T02:36:22.397" v="131" actId="47"/>
        <pc:sldMkLst>
          <pc:docMk/>
          <pc:sldMk cId="2380556952" sldId="298"/>
        </pc:sldMkLst>
      </pc:sldChg>
      <pc:sldChg chg="del">
        <pc:chgData name="Danielle Martin" userId="04f63225-1d27-46ab-9c7c-1c8b513bed32" providerId="ADAL" clId="{07B35466-6304-4B27-AEEA-5C352D453805}" dt="2021-11-17T02:36:21.327" v="130" actId="47"/>
        <pc:sldMkLst>
          <pc:docMk/>
          <pc:sldMk cId="2468337771" sldId="299"/>
        </pc:sldMkLst>
      </pc:sldChg>
      <pc:sldChg chg="del">
        <pc:chgData name="Danielle Martin" userId="04f63225-1d27-46ab-9c7c-1c8b513bed32" providerId="ADAL" clId="{07B35466-6304-4B27-AEEA-5C352D453805}" dt="2021-11-17T02:36:15.458" v="124" actId="47"/>
        <pc:sldMkLst>
          <pc:docMk/>
          <pc:sldMk cId="3515195073" sldId="300"/>
        </pc:sldMkLst>
      </pc:sldChg>
      <pc:sldChg chg="del">
        <pc:chgData name="Danielle Martin" userId="04f63225-1d27-46ab-9c7c-1c8b513bed32" providerId="ADAL" clId="{07B35466-6304-4B27-AEEA-5C352D453805}" dt="2021-11-17T02:36:05.301" v="113" actId="47"/>
        <pc:sldMkLst>
          <pc:docMk/>
          <pc:sldMk cId="924245429" sldId="301"/>
        </pc:sldMkLst>
      </pc:sldChg>
      <pc:sldChg chg="del">
        <pc:chgData name="Danielle Martin" userId="04f63225-1d27-46ab-9c7c-1c8b513bed32" providerId="ADAL" clId="{07B35466-6304-4B27-AEEA-5C352D453805}" dt="2021-11-17T02:36:07.898" v="117" actId="47"/>
        <pc:sldMkLst>
          <pc:docMk/>
          <pc:sldMk cId="3625330530" sldId="302"/>
        </pc:sldMkLst>
      </pc:sldChg>
      <pc:sldChg chg="del">
        <pc:chgData name="Danielle Martin" userId="04f63225-1d27-46ab-9c7c-1c8b513bed32" providerId="ADAL" clId="{07B35466-6304-4B27-AEEA-5C352D453805}" dt="2021-11-17T02:36:08.523" v="118" actId="47"/>
        <pc:sldMkLst>
          <pc:docMk/>
          <pc:sldMk cId="1238487165" sldId="303"/>
        </pc:sldMkLst>
      </pc:sldChg>
      <pc:sldChg chg="del">
        <pc:chgData name="Danielle Martin" userId="04f63225-1d27-46ab-9c7c-1c8b513bed32" providerId="ADAL" clId="{07B35466-6304-4B27-AEEA-5C352D453805}" dt="2021-11-17T02:36:06.459" v="115" actId="47"/>
        <pc:sldMkLst>
          <pc:docMk/>
          <pc:sldMk cId="3823631711" sldId="304"/>
        </pc:sldMkLst>
      </pc:sldChg>
      <pc:sldChg chg="del">
        <pc:chgData name="Danielle Martin" userId="04f63225-1d27-46ab-9c7c-1c8b513bed32" providerId="ADAL" clId="{07B35466-6304-4B27-AEEA-5C352D453805}" dt="2021-11-17T02:36:07.181" v="116" actId="47"/>
        <pc:sldMkLst>
          <pc:docMk/>
          <pc:sldMk cId="3013257180" sldId="305"/>
        </pc:sldMkLst>
      </pc:sldChg>
      <pc:sldChg chg="del">
        <pc:chgData name="Danielle Martin" userId="04f63225-1d27-46ab-9c7c-1c8b513bed32" providerId="ADAL" clId="{07B35466-6304-4B27-AEEA-5C352D453805}" dt="2021-11-17T02:36:05.843" v="114" actId="47"/>
        <pc:sldMkLst>
          <pc:docMk/>
          <pc:sldMk cId="2904671261" sldId="306"/>
        </pc:sldMkLst>
      </pc:sldChg>
      <pc:sldChg chg="del">
        <pc:chgData name="Danielle Martin" userId="04f63225-1d27-46ab-9c7c-1c8b513bed32" providerId="ADAL" clId="{07B35466-6304-4B27-AEEA-5C352D453805}" dt="2021-11-17T02:36:26.395" v="137" actId="47"/>
        <pc:sldMkLst>
          <pc:docMk/>
          <pc:sldMk cId="3603285254" sldId="307"/>
        </pc:sldMkLst>
      </pc:sldChg>
      <pc:sldChg chg="modSp mod">
        <pc:chgData name="Danielle Martin" userId="04f63225-1d27-46ab-9c7c-1c8b513bed32" providerId="ADAL" clId="{07B35466-6304-4B27-AEEA-5C352D453805}" dt="2021-11-17T02:36:47.558" v="139" actId="20577"/>
        <pc:sldMkLst>
          <pc:docMk/>
          <pc:sldMk cId="404907745" sldId="308"/>
        </pc:sldMkLst>
        <pc:spChg chg="mod">
          <ac:chgData name="Danielle Martin" userId="04f63225-1d27-46ab-9c7c-1c8b513bed32" providerId="ADAL" clId="{07B35466-6304-4B27-AEEA-5C352D453805}" dt="2021-11-17T02:36:47.558" v="139" actId="20577"/>
          <ac:spMkLst>
            <pc:docMk/>
            <pc:sldMk cId="404907745" sldId="308"/>
            <ac:spMk id="3" creationId="{00000000-0000-0000-0000-000000000000}"/>
          </ac:spMkLst>
        </pc:spChg>
      </pc:sldChg>
      <pc:sldChg chg="del">
        <pc:chgData name="Danielle Martin" userId="04f63225-1d27-46ab-9c7c-1c8b513bed32" providerId="ADAL" clId="{07B35466-6304-4B27-AEEA-5C352D453805}" dt="2021-11-17T02:36:25.714" v="136" actId="47"/>
        <pc:sldMkLst>
          <pc:docMk/>
          <pc:sldMk cId="2571508918" sldId="310"/>
        </pc:sldMkLst>
      </pc:sldChg>
      <pc:sldChg chg="del">
        <pc:chgData name="Danielle Martin" userId="04f63225-1d27-46ab-9c7c-1c8b513bed32" providerId="ADAL" clId="{07B35466-6304-4B27-AEEA-5C352D453805}" dt="2021-11-17T02:36:23.405" v="133" actId="47"/>
        <pc:sldMkLst>
          <pc:docMk/>
          <pc:sldMk cId="543745489" sldId="311"/>
        </pc:sldMkLst>
      </pc:sldChg>
      <pc:sldChg chg="del">
        <pc:chgData name="Danielle Martin" userId="04f63225-1d27-46ab-9c7c-1c8b513bed32" providerId="ADAL" clId="{07B35466-6304-4B27-AEEA-5C352D453805}" dt="2021-11-17T02:36:22.940" v="132" actId="47"/>
        <pc:sldMkLst>
          <pc:docMk/>
          <pc:sldMk cId="2484058205" sldId="312"/>
        </pc:sldMkLst>
      </pc:sldChg>
      <pc:sldChg chg="del">
        <pc:chgData name="Danielle Martin" userId="04f63225-1d27-46ab-9c7c-1c8b513bed32" providerId="ADAL" clId="{07B35466-6304-4B27-AEEA-5C352D453805}" dt="2021-11-17T02:36:24.760" v="135" actId="47"/>
        <pc:sldMkLst>
          <pc:docMk/>
          <pc:sldMk cId="3359353191" sldId="313"/>
        </pc:sldMkLst>
      </pc:sldChg>
      <pc:sldChg chg="del">
        <pc:chgData name="Danielle Martin" userId="04f63225-1d27-46ab-9c7c-1c8b513bed32" providerId="ADAL" clId="{07B35466-6304-4B27-AEEA-5C352D453805}" dt="2021-11-17T02:36:23.921" v="134" actId="47"/>
        <pc:sldMkLst>
          <pc:docMk/>
          <pc:sldMk cId="839178257" sldId="314"/>
        </pc:sldMkLst>
      </pc:sldChg>
      <pc:sldChg chg="del">
        <pc:chgData name="Danielle Martin" userId="04f63225-1d27-46ab-9c7c-1c8b513bed32" providerId="ADAL" clId="{07B35466-6304-4B27-AEEA-5C352D453805}" dt="2021-11-17T02:36:13.107" v="122" actId="47"/>
        <pc:sldMkLst>
          <pc:docMk/>
          <pc:sldMk cId="3480800267" sldId="315"/>
        </pc:sldMkLst>
      </pc:sldChg>
      <pc:sldChg chg="del">
        <pc:chgData name="Danielle Martin" userId="04f63225-1d27-46ab-9c7c-1c8b513bed32" providerId="ADAL" clId="{07B35466-6304-4B27-AEEA-5C352D453805}" dt="2021-11-17T02:36:20.678" v="129" actId="47"/>
        <pc:sldMkLst>
          <pc:docMk/>
          <pc:sldMk cId="957614778" sldId="316"/>
        </pc:sldMkLst>
      </pc:sldChg>
      <pc:sldChg chg="del">
        <pc:chgData name="Danielle Martin" userId="04f63225-1d27-46ab-9c7c-1c8b513bed32" providerId="ADAL" clId="{07B35466-6304-4B27-AEEA-5C352D453805}" dt="2021-11-17T02:36:19.386" v="128" actId="47"/>
        <pc:sldMkLst>
          <pc:docMk/>
          <pc:sldMk cId="2481432751" sldId="318"/>
        </pc:sldMkLst>
      </pc:sldChg>
    </pc:docChg>
  </pc:docChgLst>
  <pc:docChgLst>
    <pc:chgData name="Danielle Martin" userId="04f63225-1d27-46ab-9c7c-1c8b513bed32" providerId="ADAL" clId="{1313E231-3C14-466E-B9EB-D94F08114FBE}"/>
    <pc:docChg chg="custSel addSld modSld sldOrd modSection">
      <pc:chgData name="Danielle Martin" userId="04f63225-1d27-46ab-9c7c-1c8b513bed32" providerId="ADAL" clId="{1313E231-3C14-466E-B9EB-D94F08114FBE}" dt="2021-11-17T05:53:16.789" v="242" actId="20577"/>
      <pc:docMkLst>
        <pc:docMk/>
      </pc:docMkLst>
      <pc:sldChg chg="modSp mod">
        <pc:chgData name="Danielle Martin" userId="04f63225-1d27-46ab-9c7c-1c8b513bed32" providerId="ADAL" clId="{1313E231-3C14-466E-B9EB-D94F08114FBE}" dt="2021-11-17T05:53:16.789" v="242" actId="20577"/>
        <pc:sldMkLst>
          <pc:docMk/>
          <pc:sldMk cId="2462752721" sldId="256"/>
        </pc:sldMkLst>
        <pc:spChg chg="mod">
          <ac:chgData name="Danielle Martin" userId="04f63225-1d27-46ab-9c7c-1c8b513bed32" providerId="ADAL" clId="{1313E231-3C14-466E-B9EB-D94F08114FBE}" dt="2021-11-17T05:53:16.789" v="242" actId="20577"/>
          <ac:spMkLst>
            <pc:docMk/>
            <pc:sldMk cId="2462752721" sldId="256"/>
            <ac:spMk id="5" creationId="{FD64BB03-0F37-4714-B121-F84E7CD784A6}"/>
          </ac:spMkLst>
        </pc:spChg>
      </pc:sldChg>
      <pc:sldChg chg="modSp mod">
        <pc:chgData name="Danielle Martin" userId="04f63225-1d27-46ab-9c7c-1c8b513bed32" providerId="ADAL" clId="{1313E231-3C14-466E-B9EB-D94F08114FBE}" dt="2021-11-17T05:52:49.553" v="219" actId="12"/>
        <pc:sldMkLst>
          <pc:docMk/>
          <pc:sldMk cId="1756117661" sldId="259"/>
        </pc:sldMkLst>
        <pc:spChg chg="mod">
          <ac:chgData name="Danielle Martin" userId="04f63225-1d27-46ab-9c7c-1c8b513bed32" providerId="ADAL" clId="{1313E231-3C14-466E-B9EB-D94F08114FBE}" dt="2021-11-17T05:52:49.553" v="219" actId="12"/>
          <ac:spMkLst>
            <pc:docMk/>
            <pc:sldMk cId="1756117661" sldId="259"/>
            <ac:spMk id="3" creationId="{00000000-0000-0000-0000-000000000000}"/>
          </ac:spMkLst>
        </pc:spChg>
      </pc:sldChg>
      <pc:sldChg chg="modSp add mod ord">
        <pc:chgData name="Danielle Martin" userId="04f63225-1d27-46ab-9c7c-1c8b513bed32" providerId="ADAL" clId="{1313E231-3C14-466E-B9EB-D94F08114FBE}" dt="2021-11-17T05:52:13.787" v="163"/>
        <pc:sldMkLst>
          <pc:docMk/>
          <pc:sldMk cId="651077990" sldId="318"/>
        </pc:sldMkLst>
        <pc:spChg chg="mod">
          <ac:chgData name="Danielle Martin" userId="04f63225-1d27-46ab-9c7c-1c8b513bed32" providerId="ADAL" clId="{1313E231-3C14-466E-B9EB-D94F08114FBE}" dt="2021-11-17T05:51:58.224" v="160" actId="20577"/>
          <ac:spMkLst>
            <pc:docMk/>
            <pc:sldMk cId="651077990" sldId="318"/>
            <ac:spMk id="2" creationId="{00000000-0000-0000-0000-000000000000}"/>
          </ac:spMkLst>
        </pc:spChg>
        <pc:spChg chg="mod">
          <ac:chgData name="Danielle Martin" userId="04f63225-1d27-46ab-9c7c-1c8b513bed32" providerId="ADAL" clId="{1313E231-3C14-466E-B9EB-D94F08114FBE}" dt="2021-11-17T05:52:03.349" v="161" actId="20577"/>
          <ac:spMkLst>
            <pc:docMk/>
            <pc:sldMk cId="651077990" sldId="318"/>
            <ac:spMk id="3" creationId="{00000000-0000-0000-0000-000000000000}"/>
          </ac:spMkLst>
        </pc:spChg>
      </pc:sldChg>
    </pc:docChg>
  </pc:docChgLst>
  <pc:docChgLst>
    <pc:chgData name="Danielle Martin" userId="04f63225-1d27-46ab-9c7c-1c8b513bed32" providerId="ADAL" clId="{CA96C98E-DA2B-4D46-B6D1-8C97A34A942C}"/>
    <pc:docChg chg="custSel modSld">
      <pc:chgData name="Danielle Martin" userId="04f63225-1d27-46ab-9c7c-1c8b513bed32" providerId="ADAL" clId="{CA96C98E-DA2B-4D46-B6D1-8C97A34A942C}" dt="2020-06-05T12:32:55.245" v="188" actId="27636"/>
      <pc:docMkLst>
        <pc:docMk/>
      </pc:docMkLst>
      <pc:sldChg chg="modSp">
        <pc:chgData name="Danielle Martin" userId="04f63225-1d27-46ab-9c7c-1c8b513bed32" providerId="ADAL" clId="{CA96C98E-DA2B-4D46-B6D1-8C97A34A942C}" dt="2020-06-05T12:32:55.245" v="188" actId="27636"/>
        <pc:sldMkLst>
          <pc:docMk/>
          <pc:sldMk cId="3765842492" sldId="296"/>
        </pc:sldMkLst>
        <pc:spChg chg="mod">
          <ac:chgData name="Danielle Martin" userId="04f63225-1d27-46ab-9c7c-1c8b513bed32" providerId="ADAL" clId="{CA96C98E-DA2B-4D46-B6D1-8C97A34A942C}" dt="2020-06-05T12:32:55.245" v="188" actId="27636"/>
          <ac:spMkLst>
            <pc:docMk/>
            <pc:sldMk cId="3765842492" sldId="296"/>
            <ac:spMk id="3" creationId="{00000000-0000-0000-0000-000000000000}"/>
          </ac:spMkLst>
        </pc:spChg>
      </pc:sldChg>
    </pc:docChg>
  </pc:docChgLst>
  <pc:docChgLst>
    <pc:chgData name="Danielle Martin" userId="04f63225-1d27-46ab-9c7c-1c8b513bed32" providerId="ADAL" clId="{0AE3F476-4D60-4C42-BA4B-5822FC3962B8}"/>
    <pc:docChg chg="undo redo custSel addSld modSld sldOrd">
      <pc:chgData name="Danielle Martin" userId="04f63225-1d27-46ab-9c7c-1c8b513bed32" providerId="ADAL" clId="{0AE3F476-4D60-4C42-BA4B-5822FC3962B8}" dt="2019-10-17T13:14:24.969" v="1700" actId="27636"/>
      <pc:docMkLst>
        <pc:docMk/>
      </pc:docMkLst>
      <pc:sldChg chg="modSp">
        <pc:chgData name="Danielle Martin" userId="04f63225-1d27-46ab-9c7c-1c8b513bed32" providerId="ADAL" clId="{0AE3F476-4D60-4C42-BA4B-5822FC3962B8}" dt="2019-10-17T13:13:53.917" v="1679" actId="20577"/>
        <pc:sldMkLst>
          <pc:docMk/>
          <pc:sldMk cId="1756117661" sldId="259"/>
        </pc:sldMkLst>
        <pc:spChg chg="mod">
          <ac:chgData name="Danielle Martin" userId="04f63225-1d27-46ab-9c7c-1c8b513bed32" providerId="ADAL" clId="{0AE3F476-4D60-4C42-BA4B-5822FC3962B8}" dt="2019-10-17T13:13:53.917" v="1679" actId="20577"/>
          <ac:spMkLst>
            <pc:docMk/>
            <pc:sldMk cId="1756117661" sldId="259"/>
            <ac:spMk id="3" creationId="{00000000-0000-0000-0000-000000000000}"/>
          </ac:spMkLst>
        </pc:spChg>
      </pc:sldChg>
      <pc:sldChg chg="modSp">
        <pc:chgData name="Danielle Martin" userId="04f63225-1d27-46ab-9c7c-1c8b513bed32" providerId="ADAL" clId="{0AE3F476-4D60-4C42-BA4B-5822FC3962B8}" dt="2019-10-17T05:01:43.358" v="29" actId="14100"/>
        <pc:sldMkLst>
          <pc:docMk/>
          <pc:sldMk cId="628208286" sldId="260"/>
        </pc:sldMkLst>
        <pc:spChg chg="mod">
          <ac:chgData name="Danielle Martin" userId="04f63225-1d27-46ab-9c7c-1c8b513bed32" providerId="ADAL" clId="{0AE3F476-4D60-4C42-BA4B-5822FC3962B8}" dt="2019-10-17T05:01:43.358" v="29" actId="14100"/>
          <ac:spMkLst>
            <pc:docMk/>
            <pc:sldMk cId="628208286" sldId="260"/>
            <ac:spMk id="3" creationId="{00000000-0000-0000-0000-000000000000}"/>
          </ac:spMkLst>
        </pc:spChg>
      </pc:sldChg>
      <pc:sldChg chg="modSp">
        <pc:chgData name="Danielle Martin" userId="04f63225-1d27-46ab-9c7c-1c8b513bed32" providerId="ADAL" clId="{0AE3F476-4D60-4C42-BA4B-5822FC3962B8}" dt="2019-10-17T05:05:49.386" v="185" actId="14100"/>
        <pc:sldMkLst>
          <pc:docMk/>
          <pc:sldMk cId="2553327719" sldId="268"/>
        </pc:sldMkLst>
        <pc:spChg chg="mod">
          <ac:chgData name="Danielle Martin" userId="04f63225-1d27-46ab-9c7c-1c8b513bed32" providerId="ADAL" clId="{0AE3F476-4D60-4C42-BA4B-5822FC3962B8}" dt="2019-10-17T05:05:49.386" v="185" actId="14100"/>
          <ac:spMkLst>
            <pc:docMk/>
            <pc:sldMk cId="2553327719" sldId="268"/>
            <ac:spMk id="3" creationId="{00000000-0000-0000-0000-000000000000}"/>
          </ac:spMkLst>
        </pc:spChg>
      </pc:sldChg>
      <pc:sldChg chg="modSp">
        <pc:chgData name="Danielle Martin" userId="04f63225-1d27-46ab-9c7c-1c8b513bed32" providerId="ADAL" clId="{0AE3F476-4D60-4C42-BA4B-5822FC3962B8}" dt="2019-10-17T05:02:58.214" v="164" actId="20577"/>
        <pc:sldMkLst>
          <pc:docMk/>
          <pc:sldMk cId="1867741448" sldId="273"/>
        </pc:sldMkLst>
        <pc:spChg chg="mod">
          <ac:chgData name="Danielle Martin" userId="04f63225-1d27-46ab-9c7c-1c8b513bed32" providerId="ADAL" clId="{0AE3F476-4D60-4C42-BA4B-5822FC3962B8}" dt="2019-10-17T05:02:58.214" v="164" actId="20577"/>
          <ac:spMkLst>
            <pc:docMk/>
            <pc:sldMk cId="1867741448" sldId="273"/>
            <ac:spMk id="3" creationId="{00000000-0000-0000-0000-000000000000}"/>
          </ac:spMkLst>
        </pc:spChg>
      </pc:sldChg>
      <pc:sldChg chg="modSp ord">
        <pc:chgData name="Danielle Martin" userId="04f63225-1d27-46ab-9c7c-1c8b513bed32" providerId="ADAL" clId="{0AE3F476-4D60-4C42-BA4B-5822FC3962B8}" dt="2019-10-17T05:04:47.092" v="179" actId="20577"/>
        <pc:sldMkLst>
          <pc:docMk/>
          <pc:sldMk cId="1692586781" sldId="294"/>
        </pc:sldMkLst>
        <pc:spChg chg="mod">
          <ac:chgData name="Danielle Martin" userId="04f63225-1d27-46ab-9c7c-1c8b513bed32" providerId="ADAL" clId="{0AE3F476-4D60-4C42-BA4B-5822FC3962B8}" dt="2019-10-17T05:04:47.092" v="179" actId="20577"/>
          <ac:spMkLst>
            <pc:docMk/>
            <pc:sldMk cId="1692586781" sldId="294"/>
            <ac:spMk id="2" creationId="{00000000-0000-0000-0000-000000000000}"/>
          </ac:spMkLst>
        </pc:spChg>
      </pc:sldChg>
      <pc:sldChg chg="modSp">
        <pc:chgData name="Danielle Martin" userId="04f63225-1d27-46ab-9c7c-1c8b513bed32" providerId="ADAL" clId="{0AE3F476-4D60-4C42-BA4B-5822FC3962B8}" dt="2019-10-17T13:13:05.285" v="1655" actId="20577"/>
        <pc:sldMkLst>
          <pc:docMk/>
          <pc:sldMk cId="2380556952" sldId="298"/>
        </pc:sldMkLst>
        <pc:spChg chg="mod">
          <ac:chgData name="Danielle Martin" userId="04f63225-1d27-46ab-9c7c-1c8b513bed32" providerId="ADAL" clId="{0AE3F476-4D60-4C42-BA4B-5822FC3962B8}" dt="2019-10-17T13:12:35.878" v="1639" actId="1076"/>
          <ac:spMkLst>
            <pc:docMk/>
            <pc:sldMk cId="2380556952" sldId="298"/>
            <ac:spMk id="2" creationId="{00000000-0000-0000-0000-000000000000}"/>
          </ac:spMkLst>
        </pc:spChg>
        <pc:spChg chg="mod">
          <ac:chgData name="Danielle Martin" userId="04f63225-1d27-46ab-9c7c-1c8b513bed32" providerId="ADAL" clId="{0AE3F476-4D60-4C42-BA4B-5822FC3962B8}" dt="2019-10-17T13:13:05.285" v="1655" actId="20577"/>
          <ac:spMkLst>
            <pc:docMk/>
            <pc:sldMk cId="2380556952" sldId="298"/>
            <ac:spMk id="3" creationId="{00000000-0000-0000-0000-000000000000}"/>
          </ac:spMkLst>
        </pc:spChg>
      </pc:sldChg>
      <pc:sldChg chg="modSp add">
        <pc:chgData name="Danielle Martin" userId="04f63225-1d27-46ab-9c7c-1c8b513bed32" providerId="ADAL" clId="{0AE3F476-4D60-4C42-BA4B-5822FC3962B8}" dt="2019-10-17T12:33:26.183" v="1167" actId="1076"/>
        <pc:sldMkLst>
          <pc:docMk/>
          <pc:sldMk cId="3603285254" sldId="307"/>
        </pc:sldMkLst>
        <pc:spChg chg="mod">
          <ac:chgData name="Danielle Martin" userId="04f63225-1d27-46ab-9c7c-1c8b513bed32" providerId="ADAL" clId="{0AE3F476-4D60-4C42-BA4B-5822FC3962B8}" dt="2019-10-17T05:07:03.341" v="210" actId="20577"/>
          <ac:spMkLst>
            <pc:docMk/>
            <pc:sldMk cId="3603285254" sldId="307"/>
            <ac:spMk id="2" creationId="{00000000-0000-0000-0000-000000000000}"/>
          </ac:spMkLst>
        </pc:spChg>
        <pc:spChg chg="mod">
          <ac:chgData name="Danielle Martin" userId="04f63225-1d27-46ab-9c7c-1c8b513bed32" providerId="ADAL" clId="{0AE3F476-4D60-4C42-BA4B-5822FC3962B8}" dt="2019-10-17T12:33:26.183" v="1167" actId="1076"/>
          <ac:spMkLst>
            <pc:docMk/>
            <pc:sldMk cId="3603285254" sldId="307"/>
            <ac:spMk id="3" creationId="{00000000-0000-0000-0000-000000000000}"/>
          </ac:spMkLst>
        </pc:spChg>
      </pc:sldChg>
      <pc:sldChg chg="modSp add">
        <pc:chgData name="Danielle Martin" userId="04f63225-1d27-46ab-9c7c-1c8b513bed32" providerId="ADAL" clId="{0AE3F476-4D60-4C42-BA4B-5822FC3962B8}" dt="2019-10-17T13:14:24.969" v="1700" actId="27636"/>
        <pc:sldMkLst>
          <pc:docMk/>
          <pc:sldMk cId="404907745" sldId="308"/>
        </pc:sldMkLst>
        <pc:spChg chg="mod">
          <ac:chgData name="Danielle Martin" userId="04f63225-1d27-46ab-9c7c-1c8b513bed32" providerId="ADAL" clId="{0AE3F476-4D60-4C42-BA4B-5822FC3962B8}" dt="2019-10-17T13:14:20.533" v="1698" actId="20577"/>
          <ac:spMkLst>
            <pc:docMk/>
            <pc:sldMk cId="404907745" sldId="308"/>
            <ac:spMk id="2" creationId="{00000000-0000-0000-0000-000000000000}"/>
          </ac:spMkLst>
        </pc:spChg>
        <pc:spChg chg="mod">
          <ac:chgData name="Danielle Martin" userId="04f63225-1d27-46ab-9c7c-1c8b513bed32" providerId="ADAL" clId="{0AE3F476-4D60-4C42-BA4B-5822FC3962B8}" dt="2019-10-17T13:14:24.969" v="1700" actId="27636"/>
          <ac:spMkLst>
            <pc:docMk/>
            <pc:sldMk cId="404907745" sldId="308"/>
            <ac:spMk id="3" creationId="{00000000-0000-0000-0000-000000000000}"/>
          </ac:spMkLst>
        </pc:spChg>
      </pc:sldChg>
    </pc:docChg>
  </pc:docChgLst>
  <pc:docChgLst>
    <pc:chgData name="Danielle" userId="04f63225-1d27-46ab-9c7c-1c8b513bed32" providerId="ADAL" clId="{BE798117-B1BC-464C-A7E1-C9678D3BAD99}"/>
    <pc:docChg chg="custSel modSld sldOrd">
      <pc:chgData name="Danielle" userId="04f63225-1d27-46ab-9c7c-1c8b513bed32" providerId="ADAL" clId="{BE798117-B1BC-464C-A7E1-C9678D3BAD99}" dt="2021-06-21T16:32:08.822" v="3" actId="478"/>
      <pc:docMkLst>
        <pc:docMk/>
      </pc:docMkLst>
      <pc:sldChg chg="addSp delSp modSp mod ord">
        <pc:chgData name="Danielle" userId="04f63225-1d27-46ab-9c7c-1c8b513bed32" providerId="ADAL" clId="{BE798117-B1BC-464C-A7E1-C9678D3BAD99}" dt="2021-06-21T16:32:08.822" v="3" actId="478"/>
        <pc:sldMkLst>
          <pc:docMk/>
          <pc:sldMk cId="2553327719" sldId="268"/>
        </pc:sldMkLst>
        <pc:graphicFrameChg chg="add del modGraphic">
          <ac:chgData name="Danielle" userId="04f63225-1d27-46ab-9c7c-1c8b513bed32" providerId="ADAL" clId="{BE798117-B1BC-464C-A7E1-C9678D3BAD99}" dt="2021-06-21T16:32:08.822" v="3" actId="478"/>
          <ac:graphicFrameMkLst>
            <pc:docMk/>
            <pc:sldMk cId="2553327719" sldId="268"/>
            <ac:graphicFrameMk id="5" creationId="{DDF1476A-9683-4CC8-A0DE-773AFC96A0E6}"/>
          </ac:graphicFrameMkLst>
        </pc:graphicFrameChg>
      </pc:sldChg>
    </pc:docChg>
  </pc:docChgLst>
  <pc:docChgLst>
    <pc:chgData name="Danielle Martin" userId="04f63225-1d27-46ab-9c7c-1c8b513bed32" providerId="ADAL" clId="{784C21A1-872A-42C9-AFB3-4FCC6E0715C0}"/>
    <pc:docChg chg="undo redo custSel addSld delSld modSld sldOrd">
      <pc:chgData name="Danielle Martin" userId="04f63225-1d27-46ab-9c7c-1c8b513bed32" providerId="ADAL" clId="{784C21A1-872A-42C9-AFB3-4FCC6E0715C0}" dt="2019-11-27T20:26:32.431" v="3442" actId="20577"/>
      <pc:docMkLst>
        <pc:docMk/>
      </pc:docMkLst>
      <pc:sldChg chg="modSp">
        <pc:chgData name="Danielle Martin" userId="04f63225-1d27-46ab-9c7c-1c8b513bed32" providerId="ADAL" clId="{784C21A1-872A-42C9-AFB3-4FCC6E0715C0}" dt="2019-10-24T13:30:29.785" v="879" actId="108"/>
        <pc:sldMkLst>
          <pc:docMk/>
          <pc:sldMk cId="2462752721" sldId="256"/>
        </pc:sldMkLst>
        <pc:spChg chg="mod">
          <ac:chgData name="Danielle Martin" userId="04f63225-1d27-46ab-9c7c-1c8b513bed32" providerId="ADAL" clId="{784C21A1-872A-42C9-AFB3-4FCC6E0715C0}" dt="2019-10-24T13:30:29.785" v="879" actId="108"/>
          <ac:spMkLst>
            <pc:docMk/>
            <pc:sldMk cId="2462752721" sldId="256"/>
            <ac:spMk id="3" creationId="{00000000-0000-0000-0000-000000000000}"/>
          </ac:spMkLst>
        </pc:spChg>
      </pc:sldChg>
      <pc:sldChg chg="modSp">
        <pc:chgData name="Danielle Martin" userId="04f63225-1d27-46ab-9c7c-1c8b513bed32" providerId="ADAL" clId="{784C21A1-872A-42C9-AFB3-4FCC6E0715C0}" dt="2019-10-24T14:29:48.785" v="934" actId="20577"/>
        <pc:sldMkLst>
          <pc:docMk/>
          <pc:sldMk cId="628208286" sldId="260"/>
        </pc:sldMkLst>
        <pc:spChg chg="mod">
          <ac:chgData name="Danielle Martin" userId="04f63225-1d27-46ab-9c7c-1c8b513bed32" providerId="ADAL" clId="{784C21A1-872A-42C9-AFB3-4FCC6E0715C0}" dt="2019-10-24T14:28:38.504" v="926" actId="20577"/>
          <ac:spMkLst>
            <pc:docMk/>
            <pc:sldMk cId="628208286" sldId="260"/>
            <ac:spMk id="2" creationId="{00000000-0000-0000-0000-000000000000}"/>
          </ac:spMkLst>
        </pc:spChg>
        <pc:spChg chg="mod">
          <ac:chgData name="Danielle Martin" userId="04f63225-1d27-46ab-9c7c-1c8b513bed32" providerId="ADAL" clId="{784C21A1-872A-42C9-AFB3-4FCC6E0715C0}" dt="2019-10-24T14:29:48.785" v="934" actId="20577"/>
          <ac:spMkLst>
            <pc:docMk/>
            <pc:sldMk cId="628208286" sldId="260"/>
            <ac:spMk id="3" creationId="{00000000-0000-0000-0000-000000000000}"/>
          </ac:spMkLst>
        </pc:spChg>
      </pc:sldChg>
      <pc:sldChg chg="modSp ord">
        <pc:chgData name="Danielle Martin" userId="04f63225-1d27-46ab-9c7c-1c8b513bed32" providerId="ADAL" clId="{784C21A1-872A-42C9-AFB3-4FCC6E0715C0}" dt="2019-11-06T19:55:48.081" v="1919" actId="20577"/>
        <pc:sldMkLst>
          <pc:docMk/>
          <pc:sldMk cId="36853573" sldId="264"/>
        </pc:sldMkLst>
        <pc:spChg chg="mod">
          <ac:chgData name="Danielle Martin" userId="04f63225-1d27-46ab-9c7c-1c8b513bed32" providerId="ADAL" clId="{784C21A1-872A-42C9-AFB3-4FCC6E0715C0}" dt="2019-11-06T19:55:48.081" v="1919" actId="20577"/>
          <ac:spMkLst>
            <pc:docMk/>
            <pc:sldMk cId="36853573" sldId="264"/>
            <ac:spMk id="3" creationId="{00000000-0000-0000-0000-000000000000}"/>
          </ac:spMkLst>
        </pc:spChg>
      </pc:sldChg>
      <pc:sldChg chg="modSp">
        <pc:chgData name="Danielle Martin" userId="04f63225-1d27-46ab-9c7c-1c8b513bed32" providerId="ADAL" clId="{784C21A1-872A-42C9-AFB3-4FCC6E0715C0}" dt="2019-11-07T20:12:14.585" v="1935" actId="20577"/>
        <pc:sldMkLst>
          <pc:docMk/>
          <pc:sldMk cId="36853573" sldId="265"/>
        </pc:sldMkLst>
        <pc:spChg chg="mod">
          <ac:chgData name="Danielle Martin" userId="04f63225-1d27-46ab-9c7c-1c8b513bed32" providerId="ADAL" clId="{784C21A1-872A-42C9-AFB3-4FCC6E0715C0}" dt="2019-10-24T14:28:30.553" v="918" actId="20577"/>
          <ac:spMkLst>
            <pc:docMk/>
            <pc:sldMk cId="36853573" sldId="265"/>
            <ac:spMk id="2" creationId="{00000000-0000-0000-0000-000000000000}"/>
          </ac:spMkLst>
        </pc:spChg>
        <pc:spChg chg="mod">
          <ac:chgData name="Danielle Martin" userId="04f63225-1d27-46ab-9c7c-1c8b513bed32" providerId="ADAL" clId="{784C21A1-872A-42C9-AFB3-4FCC6E0715C0}" dt="2019-11-07T20:12:14.585" v="1935" actId="20577"/>
          <ac:spMkLst>
            <pc:docMk/>
            <pc:sldMk cId="36853573" sldId="265"/>
            <ac:spMk id="3" creationId="{00000000-0000-0000-0000-000000000000}"/>
          </ac:spMkLst>
        </pc:spChg>
      </pc:sldChg>
      <pc:sldChg chg="modSp ord">
        <pc:chgData name="Danielle Martin" userId="04f63225-1d27-46ab-9c7c-1c8b513bed32" providerId="ADAL" clId="{784C21A1-872A-42C9-AFB3-4FCC6E0715C0}" dt="2019-11-27T20:26:32.431" v="3442" actId="20577"/>
        <pc:sldMkLst>
          <pc:docMk/>
          <pc:sldMk cId="2262606785" sldId="271"/>
        </pc:sldMkLst>
        <pc:spChg chg="mod">
          <ac:chgData name="Danielle Martin" userId="04f63225-1d27-46ab-9c7c-1c8b513bed32" providerId="ADAL" clId="{784C21A1-872A-42C9-AFB3-4FCC6E0715C0}" dt="2019-11-27T20:26:32.431" v="3442" actId="20577"/>
          <ac:spMkLst>
            <pc:docMk/>
            <pc:sldMk cId="2262606785" sldId="271"/>
            <ac:spMk id="2" creationId="{00000000-0000-0000-0000-000000000000}"/>
          </ac:spMkLst>
        </pc:spChg>
        <pc:spChg chg="mod">
          <ac:chgData name="Danielle Martin" userId="04f63225-1d27-46ab-9c7c-1c8b513bed32" providerId="ADAL" clId="{784C21A1-872A-42C9-AFB3-4FCC6E0715C0}" dt="2019-11-27T20:26:17.610" v="3418" actId="20577"/>
          <ac:spMkLst>
            <pc:docMk/>
            <pc:sldMk cId="2262606785" sldId="271"/>
            <ac:spMk id="3" creationId="{00000000-0000-0000-0000-000000000000}"/>
          </ac:spMkLst>
        </pc:spChg>
      </pc:sldChg>
      <pc:sldChg chg="addSp delSp modSp">
        <pc:chgData name="Danielle Martin" userId="04f63225-1d27-46ab-9c7c-1c8b513bed32" providerId="ADAL" clId="{784C21A1-872A-42C9-AFB3-4FCC6E0715C0}" dt="2019-11-01T18:01:58.737" v="1019" actId="1076"/>
        <pc:sldMkLst>
          <pc:docMk/>
          <pc:sldMk cId="2380556952" sldId="298"/>
        </pc:sldMkLst>
        <pc:spChg chg="mod">
          <ac:chgData name="Danielle Martin" userId="04f63225-1d27-46ab-9c7c-1c8b513bed32" providerId="ADAL" clId="{784C21A1-872A-42C9-AFB3-4FCC6E0715C0}" dt="2019-11-01T18:00:58.307" v="1009" actId="20577"/>
          <ac:spMkLst>
            <pc:docMk/>
            <pc:sldMk cId="2380556952" sldId="298"/>
            <ac:spMk id="2" creationId="{00000000-0000-0000-0000-000000000000}"/>
          </ac:spMkLst>
        </pc:spChg>
        <pc:spChg chg="del mod">
          <ac:chgData name="Danielle Martin" userId="04f63225-1d27-46ab-9c7c-1c8b513bed32" providerId="ADAL" clId="{784C21A1-872A-42C9-AFB3-4FCC6E0715C0}" dt="2019-11-01T18:01:37.022" v="1013"/>
          <ac:spMkLst>
            <pc:docMk/>
            <pc:sldMk cId="2380556952" sldId="298"/>
            <ac:spMk id="3" creationId="{00000000-0000-0000-0000-000000000000}"/>
          </ac:spMkLst>
        </pc:spChg>
        <pc:picChg chg="add mod modCrop">
          <ac:chgData name="Danielle Martin" userId="04f63225-1d27-46ab-9c7c-1c8b513bed32" providerId="ADAL" clId="{784C21A1-872A-42C9-AFB3-4FCC6E0715C0}" dt="2019-11-01T18:01:58.737" v="1019" actId="1076"/>
          <ac:picMkLst>
            <pc:docMk/>
            <pc:sldMk cId="2380556952" sldId="298"/>
            <ac:picMk id="4" creationId="{698CBB7C-1647-44DA-981E-7D38887716A8}"/>
          </ac:picMkLst>
        </pc:picChg>
      </pc:sldChg>
      <pc:sldChg chg="modSp">
        <pc:chgData name="Danielle Martin" userId="04f63225-1d27-46ab-9c7c-1c8b513bed32" providerId="ADAL" clId="{784C21A1-872A-42C9-AFB3-4FCC6E0715C0}" dt="2019-10-24T15:16:10.273" v="945" actId="1076"/>
        <pc:sldMkLst>
          <pc:docMk/>
          <pc:sldMk cId="2468337771" sldId="299"/>
        </pc:sldMkLst>
        <pc:spChg chg="mod">
          <ac:chgData name="Danielle Martin" userId="04f63225-1d27-46ab-9c7c-1c8b513bed32" providerId="ADAL" clId="{784C21A1-872A-42C9-AFB3-4FCC6E0715C0}" dt="2019-10-24T15:16:10.273" v="945" actId="1076"/>
          <ac:spMkLst>
            <pc:docMk/>
            <pc:sldMk cId="2468337771" sldId="299"/>
            <ac:spMk id="3" creationId="{00000000-0000-0000-0000-000000000000}"/>
          </ac:spMkLst>
        </pc:spChg>
      </pc:sldChg>
      <pc:sldChg chg="modSp">
        <pc:chgData name="Danielle Martin" userId="04f63225-1d27-46ab-9c7c-1c8b513bed32" providerId="ADAL" clId="{784C21A1-872A-42C9-AFB3-4FCC6E0715C0}" dt="2019-10-18T16:19:45.478" v="649" actId="5793"/>
        <pc:sldMkLst>
          <pc:docMk/>
          <pc:sldMk cId="404907745" sldId="308"/>
        </pc:sldMkLst>
        <pc:spChg chg="mod">
          <ac:chgData name="Danielle Martin" userId="04f63225-1d27-46ab-9c7c-1c8b513bed32" providerId="ADAL" clId="{784C21A1-872A-42C9-AFB3-4FCC6E0715C0}" dt="2019-10-18T16:10:49.981" v="22" actId="20577"/>
          <ac:spMkLst>
            <pc:docMk/>
            <pc:sldMk cId="404907745" sldId="308"/>
            <ac:spMk id="2" creationId="{00000000-0000-0000-0000-000000000000}"/>
          </ac:spMkLst>
        </pc:spChg>
        <pc:spChg chg="mod">
          <ac:chgData name="Danielle Martin" userId="04f63225-1d27-46ab-9c7c-1c8b513bed32" providerId="ADAL" clId="{784C21A1-872A-42C9-AFB3-4FCC6E0715C0}" dt="2019-10-18T16:19:45.478" v="649" actId="5793"/>
          <ac:spMkLst>
            <pc:docMk/>
            <pc:sldMk cId="404907745" sldId="308"/>
            <ac:spMk id="3" creationId="{00000000-0000-0000-0000-000000000000}"/>
          </ac:spMkLst>
        </pc:spChg>
      </pc:sldChg>
      <pc:sldChg chg="add del">
        <pc:chgData name="Danielle Martin" userId="04f63225-1d27-46ab-9c7c-1c8b513bed32" providerId="ADAL" clId="{784C21A1-872A-42C9-AFB3-4FCC6E0715C0}" dt="2019-10-18T16:10:39.522" v="2"/>
        <pc:sldMkLst>
          <pc:docMk/>
          <pc:sldMk cId="117483764" sldId="309"/>
        </pc:sldMkLst>
      </pc:sldChg>
      <pc:sldChg chg="modSp add">
        <pc:chgData name="Danielle Martin" userId="04f63225-1d27-46ab-9c7c-1c8b513bed32" providerId="ADAL" clId="{784C21A1-872A-42C9-AFB3-4FCC6E0715C0}" dt="2019-10-20T17:20:09.328" v="877" actId="113"/>
        <pc:sldMkLst>
          <pc:docMk/>
          <pc:sldMk cId="1055862491" sldId="309"/>
        </pc:sldMkLst>
        <pc:spChg chg="mod">
          <ac:chgData name="Danielle Martin" userId="04f63225-1d27-46ab-9c7c-1c8b513bed32" providerId="ADAL" clId="{784C21A1-872A-42C9-AFB3-4FCC6E0715C0}" dt="2019-10-20T17:20:09.328" v="877" actId="113"/>
          <ac:spMkLst>
            <pc:docMk/>
            <pc:sldMk cId="1055862491" sldId="309"/>
            <ac:spMk id="3" creationId="{00000000-0000-0000-0000-000000000000}"/>
          </ac:spMkLst>
        </pc:spChg>
      </pc:sldChg>
      <pc:sldChg chg="modSp add">
        <pc:chgData name="Danielle Martin" userId="04f63225-1d27-46ab-9c7c-1c8b513bed32" providerId="ADAL" clId="{784C21A1-872A-42C9-AFB3-4FCC6E0715C0}" dt="2019-11-01T23:57:27.939" v="1164" actId="20577"/>
        <pc:sldMkLst>
          <pc:docMk/>
          <pc:sldMk cId="2571508918" sldId="310"/>
        </pc:sldMkLst>
        <pc:spChg chg="mod">
          <ac:chgData name="Danielle Martin" userId="04f63225-1d27-46ab-9c7c-1c8b513bed32" providerId="ADAL" clId="{784C21A1-872A-42C9-AFB3-4FCC6E0715C0}" dt="2019-11-01T23:57:27.939" v="1164" actId="20577"/>
          <ac:spMkLst>
            <pc:docMk/>
            <pc:sldMk cId="2571508918" sldId="310"/>
            <ac:spMk id="3" creationId="{00000000-0000-0000-0000-000000000000}"/>
          </ac:spMkLst>
        </pc:spChg>
      </pc:sldChg>
      <pc:sldChg chg="modSp add">
        <pc:chgData name="Danielle Martin" userId="04f63225-1d27-46ab-9c7c-1c8b513bed32" providerId="ADAL" clId="{784C21A1-872A-42C9-AFB3-4FCC6E0715C0}" dt="2019-11-02T00:02:34.629" v="1424" actId="20577"/>
        <pc:sldMkLst>
          <pc:docMk/>
          <pc:sldMk cId="543745489" sldId="311"/>
        </pc:sldMkLst>
        <pc:spChg chg="mod">
          <ac:chgData name="Danielle Martin" userId="04f63225-1d27-46ab-9c7c-1c8b513bed32" providerId="ADAL" clId="{784C21A1-872A-42C9-AFB3-4FCC6E0715C0}" dt="2019-11-01T17:55:52.785" v="967" actId="5793"/>
          <ac:spMkLst>
            <pc:docMk/>
            <pc:sldMk cId="543745489" sldId="311"/>
            <ac:spMk id="2" creationId="{00000000-0000-0000-0000-000000000000}"/>
          </ac:spMkLst>
        </pc:spChg>
        <pc:spChg chg="mod">
          <ac:chgData name="Danielle Martin" userId="04f63225-1d27-46ab-9c7c-1c8b513bed32" providerId="ADAL" clId="{784C21A1-872A-42C9-AFB3-4FCC6E0715C0}" dt="2019-11-02T00:02:34.629" v="1424" actId="20577"/>
          <ac:spMkLst>
            <pc:docMk/>
            <pc:sldMk cId="543745489" sldId="311"/>
            <ac:spMk id="3" creationId="{00000000-0000-0000-0000-000000000000}"/>
          </ac:spMkLst>
        </pc:spChg>
      </pc:sldChg>
      <pc:sldChg chg="modSp add">
        <pc:chgData name="Danielle Martin" userId="04f63225-1d27-46ab-9c7c-1c8b513bed32" providerId="ADAL" clId="{784C21A1-872A-42C9-AFB3-4FCC6E0715C0}" dt="2019-11-02T00:04:38.764" v="1572" actId="313"/>
        <pc:sldMkLst>
          <pc:docMk/>
          <pc:sldMk cId="2484058205" sldId="312"/>
        </pc:sldMkLst>
        <pc:spChg chg="mod">
          <ac:chgData name="Danielle Martin" userId="04f63225-1d27-46ab-9c7c-1c8b513bed32" providerId="ADAL" clId="{784C21A1-872A-42C9-AFB3-4FCC6E0715C0}" dt="2019-11-02T00:04:38.764" v="1572" actId="313"/>
          <ac:spMkLst>
            <pc:docMk/>
            <pc:sldMk cId="2484058205" sldId="312"/>
            <ac:spMk id="3" creationId="{00000000-0000-0000-0000-000000000000}"/>
          </ac:spMkLst>
        </pc:spChg>
      </pc:sldChg>
      <pc:sldChg chg="modSp add">
        <pc:chgData name="Danielle Martin" userId="04f63225-1d27-46ab-9c7c-1c8b513bed32" providerId="ADAL" clId="{784C21A1-872A-42C9-AFB3-4FCC6E0715C0}" dt="2019-11-02T00:00:47.915" v="1384" actId="6549"/>
        <pc:sldMkLst>
          <pc:docMk/>
          <pc:sldMk cId="3359353191" sldId="313"/>
        </pc:sldMkLst>
        <pc:spChg chg="mod">
          <ac:chgData name="Danielle Martin" userId="04f63225-1d27-46ab-9c7c-1c8b513bed32" providerId="ADAL" clId="{784C21A1-872A-42C9-AFB3-4FCC6E0715C0}" dt="2019-11-01T23:58:13.375" v="1197" actId="20577"/>
          <ac:spMkLst>
            <pc:docMk/>
            <pc:sldMk cId="3359353191" sldId="313"/>
            <ac:spMk id="2" creationId="{00000000-0000-0000-0000-000000000000}"/>
          </ac:spMkLst>
        </pc:spChg>
        <pc:spChg chg="mod">
          <ac:chgData name="Danielle Martin" userId="04f63225-1d27-46ab-9c7c-1c8b513bed32" providerId="ADAL" clId="{784C21A1-872A-42C9-AFB3-4FCC6E0715C0}" dt="2019-11-02T00:00:47.915" v="1384" actId="6549"/>
          <ac:spMkLst>
            <pc:docMk/>
            <pc:sldMk cId="3359353191" sldId="313"/>
            <ac:spMk id="3" creationId="{00000000-0000-0000-0000-000000000000}"/>
          </ac:spMkLst>
        </pc:spChg>
      </pc:sldChg>
      <pc:sldChg chg="modSp add">
        <pc:chgData name="Danielle Martin" userId="04f63225-1d27-46ab-9c7c-1c8b513bed32" providerId="ADAL" clId="{784C21A1-872A-42C9-AFB3-4FCC6E0715C0}" dt="2019-11-04T02:11:25.780" v="1914" actId="113"/>
        <pc:sldMkLst>
          <pc:docMk/>
          <pc:sldMk cId="839178257" sldId="314"/>
        </pc:sldMkLst>
        <pc:spChg chg="mod">
          <ac:chgData name="Danielle Martin" userId="04f63225-1d27-46ab-9c7c-1c8b513bed32" providerId="ADAL" clId="{784C21A1-872A-42C9-AFB3-4FCC6E0715C0}" dt="2019-11-02T00:02:52.621" v="1446" actId="20577"/>
          <ac:spMkLst>
            <pc:docMk/>
            <pc:sldMk cId="839178257" sldId="314"/>
            <ac:spMk id="2" creationId="{00000000-0000-0000-0000-000000000000}"/>
          </ac:spMkLst>
        </pc:spChg>
        <pc:spChg chg="mod">
          <ac:chgData name="Danielle Martin" userId="04f63225-1d27-46ab-9c7c-1c8b513bed32" providerId="ADAL" clId="{784C21A1-872A-42C9-AFB3-4FCC6E0715C0}" dt="2019-11-04T02:11:25.780" v="1914" actId="113"/>
          <ac:spMkLst>
            <pc:docMk/>
            <pc:sldMk cId="839178257" sldId="314"/>
            <ac:spMk id="3" creationId="{00000000-0000-0000-0000-000000000000}"/>
          </ac:spMkLst>
        </pc:spChg>
      </pc:sldChg>
      <pc:sldChg chg="modSp add ord">
        <pc:chgData name="Danielle Martin" userId="04f63225-1d27-46ab-9c7c-1c8b513bed32" providerId="ADAL" clId="{784C21A1-872A-42C9-AFB3-4FCC6E0715C0}" dt="2019-11-20T15:49:16.211" v="2393" actId="20577"/>
        <pc:sldMkLst>
          <pc:docMk/>
          <pc:sldMk cId="3480800267" sldId="315"/>
        </pc:sldMkLst>
        <pc:spChg chg="mod">
          <ac:chgData name="Danielle Martin" userId="04f63225-1d27-46ab-9c7c-1c8b513bed32" providerId="ADAL" clId="{784C21A1-872A-42C9-AFB3-4FCC6E0715C0}" dt="2019-11-19T20:30:20.592" v="1960" actId="20577"/>
          <ac:spMkLst>
            <pc:docMk/>
            <pc:sldMk cId="3480800267" sldId="315"/>
            <ac:spMk id="2" creationId="{00000000-0000-0000-0000-000000000000}"/>
          </ac:spMkLst>
        </pc:spChg>
        <pc:spChg chg="mod">
          <ac:chgData name="Danielle Martin" userId="04f63225-1d27-46ab-9c7c-1c8b513bed32" providerId="ADAL" clId="{784C21A1-872A-42C9-AFB3-4FCC6E0715C0}" dt="2019-11-20T15:49:16.211" v="2393" actId="20577"/>
          <ac:spMkLst>
            <pc:docMk/>
            <pc:sldMk cId="3480800267" sldId="315"/>
            <ac:spMk id="3" creationId="{00000000-0000-0000-0000-000000000000}"/>
          </ac:spMkLst>
        </pc:spChg>
      </pc:sldChg>
      <pc:sldChg chg="add">
        <pc:chgData name="Danielle Martin" userId="04f63225-1d27-46ab-9c7c-1c8b513bed32" providerId="ADAL" clId="{784C21A1-872A-42C9-AFB3-4FCC6E0715C0}" dt="2019-11-22T15:49:32.043" v="2396"/>
        <pc:sldMkLst>
          <pc:docMk/>
          <pc:sldMk cId="957614778" sldId="316"/>
        </pc:sldMkLst>
      </pc:sldChg>
      <pc:sldChg chg="add del">
        <pc:chgData name="Danielle Martin" userId="04f63225-1d27-46ab-9c7c-1c8b513bed32" providerId="ADAL" clId="{784C21A1-872A-42C9-AFB3-4FCC6E0715C0}" dt="2019-11-22T15:49:26.272" v="2395"/>
        <pc:sldMkLst>
          <pc:docMk/>
          <pc:sldMk cId="3785806518" sldId="316"/>
        </pc:sldMkLst>
      </pc:sldChg>
      <pc:sldChg chg="modSp add">
        <pc:chgData name="Danielle Martin" userId="04f63225-1d27-46ab-9c7c-1c8b513bed32" providerId="ADAL" clId="{784C21A1-872A-42C9-AFB3-4FCC6E0715C0}" dt="2019-11-27T20:22:37.829" v="3011" actId="20577"/>
        <pc:sldMkLst>
          <pc:docMk/>
          <pc:sldMk cId="1520623683" sldId="317"/>
        </pc:sldMkLst>
        <pc:spChg chg="mod">
          <ac:chgData name="Danielle Martin" userId="04f63225-1d27-46ab-9c7c-1c8b513bed32" providerId="ADAL" clId="{784C21A1-872A-42C9-AFB3-4FCC6E0715C0}" dt="2019-11-27T20:22:37.829" v="3011" actId="20577"/>
          <ac:spMkLst>
            <pc:docMk/>
            <pc:sldMk cId="1520623683" sldId="317"/>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77A4E6E-29E7-184B-A326-CC2DCCCA3E86}" type="datetimeFigureOut">
              <a:rPr lang="en-US" smtClean="0"/>
              <a:t>11/17/2021</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1330909D-415D-4A4A-8A76-A2874E32097F}" type="slidenum">
              <a:rPr lang="en-US" smtClean="0"/>
              <a:t>‹#›</a:t>
            </a:fld>
            <a:endParaRPr lang="en-US" dirty="0"/>
          </a:p>
        </p:txBody>
      </p:sp>
    </p:spTree>
    <p:extLst>
      <p:ext uri="{BB962C8B-B14F-4D97-AF65-F5344CB8AC3E}">
        <p14:creationId xmlns:p14="http://schemas.microsoft.com/office/powerpoint/2010/main" val="15553013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936A7F-32CE-4148-9637-F356B0271D12}" type="datetimeFigureOut">
              <a:rPr lang="en-US" smtClean="0"/>
              <a:t>11/17/2021</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A40F363-85DC-8841-8385-107C07463BE2}" type="slidenum">
              <a:rPr lang="en-US" smtClean="0"/>
              <a:t>‹#›</a:t>
            </a:fld>
            <a:endParaRPr lang="en-US" dirty="0"/>
          </a:p>
        </p:txBody>
      </p:sp>
    </p:spTree>
    <p:extLst>
      <p:ext uri="{BB962C8B-B14F-4D97-AF65-F5344CB8AC3E}">
        <p14:creationId xmlns:p14="http://schemas.microsoft.com/office/powerpoint/2010/main" val="268255182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40F363-85DC-8841-8385-107C07463BE2}" type="slidenum">
              <a:rPr lang="en-US" smtClean="0"/>
              <a:t>1</a:t>
            </a:fld>
            <a:endParaRPr lang="en-US" dirty="0"/>
          </a:p>
        </p:txBody>
      </p:sp>
    </p:spTree>
    <p:extLst>
      <p:ext uri="{BB962C8B-B14F-4D97-AF65-F5344CB8AC3E}">
        <p14:creationId xmlns:p14="http://schemas.microsoft.com/office/powerpoint/2010/main" val="19230555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x-none"/>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dirty="0"/>
              <a:t>Click to edit Master subtitle style</a:t>
            </a:r>
            <a:endParaRPr lang="en-US" dirty="0"/>
          </a:p>
        </p:txBody>
      </p:sp>
      <p:pic>
        <p:nvPicPr>
          <p:cNvPr id="7" name="Picture 6" descr="Textile-Block"/>
          <p:cNvPicPr>
            <a:picLocks noChangeAspect="1"/>
          </p:cNvPicPr>
          <p:nvPr userDrawn="1"/>
        </p:nvPicPr>
        <p:blipFill rotWithShape="1">
          <a:blip r:embed="rId2">
            <a:extLst>
              <a:ext uri="{28A0092B-C50C-407E-A947-70E740481C1C}">
                <a14:useLocalDpi xmlns:a14="http://schemas.microsoft.com/office/drawing/2010/main" val="0"/>
              </a:ext>
            </a:extLst>
          </a:blip>
          <a:srcRect l="3087" r="2859" b="2365"/>
          <a:stretch/>
        </p:blipFill>
        <p:spPr>
          <a:xfrm>
            <a:off x="-1" y="-32869"/>
            <a:ext cx="9149995" cy="1918287"/>
          </a:xfrm>
          <a:prstGeom prst="rect">
            <a:avLst/>
          </a:prstGeom>
        </p:spPr>
      </p:pic>
      <p:pic>
        <p:nvPicPr>
          <p:cNvPr id="8" name="Picture 7" descr="Partners-Logo_White_transparent.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39242" y="572356"/>
            <a:ext cx="3613915" cy="661347"/>
          </a:xfrm>
          <a:prstGeom prst="rect">
            <a:avLst/>
          </a:prstGeom>
        </p:spPr>
      </p:pic>
    </p:spTree>
    <p:extLst>
      <p:ext uri="{BB962C8B-B14F-4D97-AF65-F5344CB8AC3E}">
        <p14:creationId xmlns:p14="http://schemas.microsoft.com/office/powerpoint/2010/main" val="22325816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idx="1"/>
          </p:nvPr>
        </p:nvSpPr>
        <p:spPr/>
        <p:txBody>
          <a:bodyPr>
            <a:normAutofit/>
          </a:bodyPr>
          <a:lstStyle>
            <a:lvl1pPr>
              <a:defRPr sz="1800"/>
            </a:lvl1pPr>
            <a:lvl2pPr>
              <a:defRPr sz="1800"/>
            </a:lvl2pPr>
            <a:lvl3pPr>
              <a:defRPr sz="1800"/>
            </a:lvl3pPr>
            <a:lvl4pPr>
              <a:defRPr sz="1800"/>
            </a:lvl4pPr>
            <a:lvl5pPr>
              <a:defRPr sz="1800"/>
            </a:lvl5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Tree>
    <p:extLst>
      <p:ext uri="{BB962C8B-B14F-4D97-AF65-F5344CB8AC3E}">
        <p14:creationId xmlns:p14="http://schemas.microsoft.com/office/powerpoint/2010/main" val="18423911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srcRect l="-216" t="10376" b="37974"/>
          <a:stretch/>
        </p:blipFill>
        <p:spPr>
          <a:xfrm>
            <a:off x="-13654" y="1996973"/>
            <a:ext cx="9157654" cy="2005725"/>
          </a:xfrm>
          <a:prstGeom prst="rect">
            <a:avLst/>
          </a:prstGeom>
        </p:spPr>
      </p:pic>
      <p:sp>
        <p:nvSpPr>
          <p:cNvPr id="2" name="Title 1"/>
          <p:cNvSpPr>
            <a:spLocks noGrp="1"/>
          </p:cNvSpPr>
          <p:nvPr>
            <p:ph type="title"/>
          </p:nvPr>
        </p:nvSpPr>
        <p:spPr>
          <a:xfrm>
            <a:off x="0" y="2322356"/>
            <a:ext cx="9144000" cy="1362075"/>
          </a:xfrm>
        </p:spPr>
        <p:txBody>
          <a:bodyPr anchor="t"/>
          <a:lstStyle>
            <a:lvl1pPr algn="ctr">
              <a:defRPr sz="4000" b="1" cap="all"/>
            </a:lvl1pPr>
          </a:lstStyle>
          <a:p>
            <a:r>
              <a:rPr lang="x-none" dirty="0"/>
              <a:t>Click to edit Master title style</a:t>
            </a:r>
            <a:endParaRPr lang="en-US" dirty="0"/>
          </a:p>
        </p:txBody>
      </p:sp>
    </p:spTree>
    <p:extLst>
      <p:ext uri="{BB962C8B-B14F-4D97-AF65-F5344CB8AC3E}">
        <p14:creationId xmlns:p14="http://schemas.microsoft.com/office/powerpoint/2010/main" val="2761061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11/17/2021</a:t>
            </a:fld>
            <a:endParaRPr lang="en-US" dirty="0"/>
          </a:p>
        </p:txBody>
      </p:sp>
      <p:sp>
        <p:nvSpPr>
          <p:cNvPr id="6" name="Footer Placeholder 5"/>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12565042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x-none"/>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11/17/2021</a:t>
            </a:fld>
            <a:endParaRPr lang="en-US" dirty="0"/>
          </a:p>
        </p:txBody>
      </p:sp>
      <p:sp>
        <p:nvSpPr>
          <p:cNvPr id="8" name="Footer Placeholder 7"/>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3335929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11/17/2021</a:t>
            </a:fld>
            <a:endParaRPr lang="en-US" dirty="0"/>
          </a:p>
        </p:txBody>
      </p:sp>
      <p:sp>
        <p:nvSpPr>
          <p:cNvPr id="4" name="Footer Placeholder 3"/>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40696331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11/17/2021</a:t>
            </a:fld>
            <a:endParaRPr lang="en-US" dirty="0"/>
          </a:p>
        </p:txBody>
      </p:sp>
      <p:sp>
        <p:nvSpPr>
          <p:cNvPr id="3" name="Footer Placeholder 2"/>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622450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x-none"/>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11/17/2021</a:t>
            </a:fld>
            <a:endParaRPr lang="en-US" dirty="0"/>
          </a:p>
        </p:txBody>
      </p:sp>
      <p:sp>
        <p:nvSpPr>
          <p:cNvPr id="6" name="Footer Placeholder 5"/>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1695982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x-none"/>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x-none"/>
              <a:t>Drag picture to placeholder or click icon to add</a:t>
            </a:r>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11/17/2021</a:t>
            </a:fld>
            <a:endParaRPr lang="en-US" dirty="0"/>
          </a:p>
        </p:txBody>
      </p:sp>
      <p:sp>
        <p:nvSpPr>
          <p:cNvPr id="6" name="Footer Placeholder 5"/>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2608097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11/17/2021</a:t>
            </a:fld>
            <a:endParaRPr lang="en-US" dirty="0"/>
          </a:p>
        </p:txBody>
      </p:sp>
      <p:sp>
        <p:nvSpPr>
          <p:cNvPr id="5" name="Footer Placeholder 4"/>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3987286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x-none"/>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3C97DCFE-67E8-3C44-90AA-7DC2FE005EAD}" type="datetimeFigureOut">
              <a:rPr lang="en-US" smtClean="0"/>
              <a:t>11/17/2021</a:t>
            </a:fld>
            <a:endParaRPr lang="en-US" dirty="0"/>
          </a:p>
        </p:txBody>
      </p:sp>
      <p:sp>
        <p:nvSpPr>
          <p:cNvPr id="5" name="Footer Placeholder 4"/>
          <p:cNvSpPr>
            <a:spLocks noGrp="1"/>
          </p:cNvSpPr>
          <p:nvPr>
            <p:ph type="ftr" sz="quarter" idx="11"/>
          </p:nvPr>
        </p:nvSpPr>
        <p:spPr>
          <a:xfrm>
            <a:off x="3253787"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55A7D70D-60BE-A041-80D5-A05D398A7C89}" type="slidenum">
              <a:rPr lang="en-US" smtClean="0"/>
              <a:t>‹#›</a:t>
            </a:fld>
            <a:endParaRPr lang="en-US" dirty="0"/>
          </a:p>
        </p:txBody>
      </p:sp>
    </p:spTree>
    <p:extLst>
      <p:ext uri="{BB962C8B-B14F-4D97-AF65-F5344CB8AC3E}">
        <p14:creationId xmlns:p14="http://schemas.microsoft.com/office/powerpoint/2010/main" val="615862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Textile-Block"/>
          <p:cNvPicPr>
            <a:picLocks noChangeAspect="1"/>
          </p:cNvPicPr>
          <p:nvPr/>
        </p:nvPicPr>
        <p:blipFill rotWithShape="1">
          <a:blip r:embed="rId13">
            <a:extLst>
              <a:ext uri="{28A0092B-C50C-407E-A947-70E740481C1C}">
                <a14:useLocalDpi xmlns:a14="http://schemas.microsoft.com/office/drawing/2010/main" val="0"/>
              </a:ext>
            </a:extLst>
          </a:blip>
          <a:srcRect l="3087" t="1" r="2859" b="42638"/>
          <a:stretch/>
        </p:blipFill>
        <p:spPr>
          <a:xfrm>
            <a:off x="0" y="5731732"/>
            <a:ext cx="9144000" cy="1126267"/>
          </a:xfrm>
          <a:prstGeom prst="rect">
            <a:avLst/>
          </a:prstGeom>
        </p:spPr>
      </p:pic>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x-none" dirty="0"/>
              <a:t>Title (Memphis Medium)</a:t>
            </a:r>
            <a:endParaRPr lang="en-US" dirty="0"/>
          </a:p>
        </p:txBody>
      </p:sp>
      <p:sp>
        <p:nvSpPr>
          <p:cNvPr id="3" name="Text Placeholder 2"/>
          <p:cNvSpPr>
            <a:spLocks noGrp="1"/>
          </p:cNvSpPr>
          <p:nvPr>
            <p:ph type="body" idx="1"/>
          </p:nvPr>
        </p:nvSpPr>
        <p:spPr>
          <a:xfrm>
            <a:off x="457200" y="1600200"/>
            <a:ext cx="8229600" cy="4040352"/>
          </a:xfrm>
          <a:prstGeom prst="rect">
            <a:avLst/>
          </a:prstGeom>
        </p:spPr>
        <p:txBody>
          <a:bodyPr vert="horz" lIns="91440" tIns="45720" rIns="91440" bIns="45720" rtlCol="0">
            <a:normAutofit/>
          </a:bodyPr>
          <a:lstStyle/>
          <a:p>
            <a:pPr lvl="0"/>
            <a:r>
              <a:rPr lang="x-none" dirty="0"/>
              <a:t>Content (TradeGothic)</a:t>
            </a:r>
          </a:p>
          <a:p>
            <a:pPr lvl="0"/>
            <a:endParaRPr lang="x-none" dirty="0"/>
          </a:p>
          <a:p>
            <a:pPr lvl="0"/>
            <a:r>
              <a:rPr lang="x-none" dirty="0"/>
              <a:t>Content</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pic>
        <p:nvPicPr>
          <p:cNvPr id="9" name="Picture 8" descr="Partners-Logo_White_transparent.png"/>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57200" y="6279131"/>
            <a:ext cx="2803280" cy="513001"/>
          </a:xfrm>
          <a:prstGeom prst="rect">
            <a:avLst/>
          </a:prstGeom>
        </p:spPr>
      </p:pic>
      <p:grpSp>
        <p:nvGrpSpPr>
          <p:cNvPr id="18" name="Group 17"/>
          <p:cNvGrpSpPr/>
          <p:nvPr/>
        </p:nvGrpSpPr>
        <p:grpSpPr>
          <a:xfrm>
            <a:off x="3981326" y="6415008"/>
            <a:ext cx="5265763" cy="314795"/>
            <a:chOff x="3981326" y="6415008"/>
            <a:chExt cx="5265763" cy="314795"/>
          </a:xfrm>
        </p:grpSpPr>
        <p:grpSp>
          <p:nvGrpSpPr>
            <p:cNvPr id="14" name="Group 13"/>
            <p:cNvGrpSpPr/>
            <p:nvPr userDrawn="1"/>
          </p:nvGrpSpPr>
          <p:grpSpPr>
            <a:xfrm>
              <a:off x="3981326" y="6422800"/>
              <a:ext cx="5265763" cy="276999"/>
              <a:chOff x="3981326" y="6422800"/>
              <a:chExt cx="5265763" cy="276999"/>
            </a:xfrm>
          </p:grpSpPr>
          <p:sp>
            <p:nvSpPr>
              <p:cNvPr id="15" name="Rectangle 14"/>
              <p:cNvSpPr/>
              <p:nvPr/>
            </p:nvSpPr>
            <p:spPr>
              <a:xfrm>
                <a:off x="3981326" y="6422800"/>
                <a:ext cx="5265763" cy="276999"/>
              </a:xfrm>
              <a:prstGeom prst="rect">
                <a:avLst/>
              </a:prstGeom>
            </p:spPr>
            <p:txBody>
              <a:bodyPr wrap="square">
                <a:spAutoFit/>
              </a:bodyPr>
              <a:lstStyle/>
              <a:p>
                <a:r>
                  <a:rPr lang="en-US" sz="1200" dirty="0">
                    <a:solidFill>
                      <a:schemeClr val="bg1"/>
                    </a:solidFill>
                    <a:latin typeface="Trade Gothic"/>
                    <a:cs typeface="Trade Gothic"/>
                  </a:rPr>
                  <a:t>www.partners.net   |       @PartnersAmerica   |     \PartnersAmericas</a:t>
                </a:r>
              </a:p>
            </p:txBody>
          </p:sp>
          <p:pic>
            <p:nvPicPr>
              <p:cNvPr id="16" name="Picture 15" descr="facebook-icon -white-transparent-background.png"/>
              <p:cNvPicPr>
                <a:picLocks noChangeAspect="1"/>
              </p:cNvPicPr>
              <p:nvPr/>
            </p:nvPicPr>
            <p:blipFill>
              <a:blip r:embed="rId15">
                <a:alphaModFix/>
                <a:extLst>
                  <a:ext uri="{28A0092B-C50C-407E-A947-70E740481C1C}">
                    <a14:useLocalDpi xmlns:a14="http://schemas.microsoft.com/office/drawing/2010/main" val="0"/>
                  </a:ext>
                </a:extLst>
              </a:blip>
              <a:stretch>
                <a:fillRect/>
              </a:stretch>
            </p:blipFill>
            <p:spPr>
              <a:xfrm>
                <a:off x="7107739" y="6446173"/>
                <a:ext cx="221009" cy="221009"/>
              </a:xfrm>
              <a:prstGeom prst="rect">
                <a:avLst/>
              </a:prstGeom>
            </p:spPr>
          </p:pic>
        </p:grpSp>
        <p:pic>
          <p:nvPicPr>
            <p:cNvPr id="17" name="Picture 16" descr="twitter-bird-white-transparent-background.png"/>
            <p:cNvPicPr>
              <a:picLocks noChangeAspect="1"/>
            </p:cNvPicPr>
            <p:nvPr userDrawn="1"/>
          </p:nvPicPr>
          <p:blipFill>
            <a:blip r:embed="rId16">
              <a:alphaModFix/>
              <a:extLst>
                <a:ext uri="{28A0092B-C50C-407E-A947-70E740481C1C}">
                  <a14:useLocalDpi xmlns:a14="http://schemas.microsoft.com/office/drawing/2010/main" val="0"/>
                </a:ext>
              </a:extLst>
            </a:blip>
            <a:stretch>
              <a:fillRect/>
            </a:stretch>
          </p:blipFill>
          <p:spPr>
            <a:xfrm>
              <a:off x="5446678" y="6415008"/>
              <a:ext cx="314795" cy="314795"/>
            </a:xfrm>
            <a:prstGeom prst="rect">
              <a:avLst/>
            </a:prstGeom>
          </p:spPr>
        </p:pic>
      </p:grpSp>
    </p:spTree>
    <p:extLst>
      <p:ext uri="{BB962C8B-B14F-4D97-AF65-F5344CB8AC3E}">
        <p14:creationId xmlns:p14="http://schemas.microsoft.com/office/powerpoint/2010/main" val="218923835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b="1" kern="1200">
          <a:solidFill>
            <a:srgbClr val="F82136"/>
          </a:solidFill>
          <a:latin typeface="Memphis Medium"/>
          <a:ea typeface="+mj-ea"/>
          <a:cs typeface="Memphis Medium"/>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Trade Gothic"/>
          <a:ea typeface="+mn-ea"/>
          <a:cs typeface="Trade Gothic"/>
        </a:defRPr>
      </a:lvl1pPr>
      <a:lvl2pPr marL="742950" indent="-285750" algn="l" defTabSz="457200" rtl="0" eaLnBrk="1" latinLnBrk="0" hangingPunct="1">
        <a:spcBef>
          <a:spcPct val="20000"/>
        </a:spcBef>
        <a:buFont typeface="Arial"/>
        <a:buChar char="•"/>
        <a:defRPr sz="1800" kern="1200">
          <a:solidFill>
            <a:schemeClr val="tx1"/>
          </a:solidFill>
          <a:latin typeface="Trade Gothic"/>
          <a:ea typeface="+mn-ea"/>
          <a:cs typeface="Trade Gothic"/>
        </a:defRPr>
      </a:lvl2pPr>
      <a:lvl3pPr marL="1143000" indent="-228600" algn="l" defTabSz="457200" rtl="0" eaLnBrk="1" latinLnBrk="0" hangingPunct="1">
        <a:spcBef>
          <a:spcPct val="20000"/>
        </a:spcBef>
        <a:buFont typeface="Courier New"/>
        <a:buChar char="o"/>
        <a:defRPr sz="1800" kern="1200">
          <a:solidFill>
            <a:schemeClr val="tx1"/>
          </a:solidFill>
          <a:latin typeface="Trade Gothic"/>
          <a:ea typeface="+mn-ea"/>
          <a:cs typeface="Trade Gothic"/>
        </a:defRPr>
      </a:lvl3pPr>
      <a:lvl4pPr marL="1600200" indent="-228600" algn="l" defTabSz="457200" rtl="0" eaLnBrk="1" latinLnBrk="0" hangingPunct="1">
        <a:spcBef>
          <a:spcPct val="20000"/>
        </a:spcBef>
        <a:buFont typeface="Arial"/>
        <a:buChar char="–"/>
        <a:defRPr sz="1800" kern="1200">
          <a:solidFill>
            <a:schemeClr val="tx1"/>
          </a:solidFill>
          <a:latin typeface="Trade Gothic"/>
          <a:ea typeface="+mn-ea"/>
          <a:cs typeface="Trade Gothic"/>
        </a:defRPr>
      </a:lvl4pPr>
      <a:lvl5pPr marL="2057400" indent="-228600" algn="l" defTabSz="457200" rtl="0" eaLnBrk="1" latinLnBrk="0" hangingPunct="1">
        <a:spcBef>
          <a:spcPct val="20000"/>
        </a:spcBef>
        <a:buFont typeface="Arial"/>
        <a:buChar char="»"/>
        <a:defRPr sz="1800" kern="1200">
          <a:solidFill>
            <a:schemeClr val="tx1"/>
          </a:solidFill>
          <a:latin typeface="Trade Gothic"/>
          <a:ea typeface="+mn-ea"/>
          <a:cs typeface="Trade Gothic"/>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partnersnet107.sharepoint.com/:f:/s/FA/EriJo8mPBZlVmyXyG39A-C4BaE4LwCkrFgPwHLk_kaWkrA?e=hY9pdF"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partnersnet107.sharepoint.com/:f:/s/FA/Eu1uQBHSpUNSpX_awVivTxABLjkhoePjIt84ibzlkDJCzw?e=9GUqZ3" TargetMode="External"/><Relationship Id="rId2" Type="http://schemas.openxmlformats.org/officeDocument/2006/relationships/hyperlink" Target="https://partnersnet107.sharepoint.com/:x:/s/FA/EQ_WIJ2qVUlMhPeCtJtWAzIB5V-W7LWLtrLXaDjtKKmO3w?e=egTpAA" TargetMode="External"/><Relationship Id="rId1" Type="http://schemas.openxmlformats.org/officeDocument/2006/relationships/slideLayout" Target="../slideLayouts/slideLayout2.xml"/><Relationship Id="rId4" Type="http://schemas.openxmlformats.org/officeDocument/2006/relationships/hyperlink" Target="https://partnersnet107.sharepoint.com/:x:/s/FA/EejE5Hz4x-BCtOLNrsF6f7IB43F9JSgyMdkOf2tW3VuLsQ?e=3m3dob" TargetMode="External"/></Relationships>
</file>

<file path=ppt/slides/_rels/slide4.xml.rels><?xml version="1.0" encoding="UTF-8" standalone="yes"?>
<Relationships xmlns="http://schemas.openxmlformats.org/package/2006/relationships"><Relationship Id="rId2" Type="http://schemas.openxmlformats.org/officeDocument/2006/relationships/hyperlink" Target="https://partnersnet107.sharepoint.com/:f:/s/FA/EoD4uVitKMhOj4H7ZLFxCEYBnWCusaK2y6OC1pgRKbcBAQ?e=s5Jln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scsanctions.un.org/search/" TargetMode="External"/><Relationship Id="rId2" Type="http://schemas.openxmlformats.org/officeDocument/2006/relationships/hyperlink" Target="http://www.sam.gov/" TargetMode="External"/><Relationship Id="rId1" Type="http://schemas.openxmlformats.org/officeDocument/2006/relationships/slideLayout" Target="../slideLayouts/slideLayout2.xml"/><Relationship Id="rId4" Type="http://schemas.openxmlformats.org/officeDocument/2006/relationships/hyperlink" Target="https://sanctionssearch.ofac.treas.gov/"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www.visualcompliance.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a:t>Presented by: Danielle Martin</a:t>
            </a:r>
          </a:p>
        </p:txBody>
      </p:sp>
      <p:sp>
        <p:nvSpPr>
          <p:cNvPr id="5" name="Title 4">
            <a:extLst>
              <a:ext uri="{FF2B5EF4-FFF2-40B4-BE49-F238E27FC236}">
                <a16:creationId xmlns:a16="http://schemas.microsoft.com/office/drawing/2014/main" id="{FD64BB03-0F37-4714-B121-F84E7CD784A6}"/>
              </a:ext>
            </a:extLst>
          </p:cNvPr>
          <p:cNvSpPr>
            <a:spLocks noGrp="1"/>
          </p:cNvSpPr>
          <p:nvPr>
            <p:ph type="ctrTitle"/>
          </p:nvPr>
        </p:nvSpPr>
        <p:spPr/>
        <p:txBody>
          <a:bodyPr>
            <a:normAutofit fontScale="90000"/>
          </a:bodyPr>
          <a:lstStyle/>
          <a:p>
            <a:r>
              <a:rPr lang="en-US" dirty="0"/>
              <a:t>Chart of Accounts, Program Budget, &amp; Visual Compliance Training</a:t>
            </a:r>
          </a:p>
        </p:txBody>
      </p:sp>
    </p:spTree>
    <p:extLst>
      <p:ext uri="{BB962C8B-B14F-4D97-AF65-F5344CB8AC3E}">
        <p14:creationId xmlns:p14="http://schemas.microsoft.com/office/powerpoint/2010/main" val="24627527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1257"/>
            <a:ext cx="8229600" cy="1143000"/>
          </a:xfrm>
        </p:spPr>
        <p:txBody>
          <a:bodyPr>
            <a:normAutofit fontScale="90000"/>
          </a:bodyPr>
          <a:lstStyle/>
          <a:p>
            <a:r>
              <a:rPr lang="en-US" dirty="0"/>
              <a:t>Finance &amp; Administration Resources and Policies</a:t>
            </a:r>
          </a:p>
        </p:txBody>
      </p:sp>
      <p:sp>
        <p:nvSpPr>
          <p:cNvPr id="3" name="Content Placeholder 2"/>
          <p:cNvSpPr>
            <a:spLocks noGrp="1"/>
          </p:cNvSpPr>
          <p:nvPr>
            <p:ph idx="1"/>
          </p:nvPr>
        </p:nvSpPr>
        <p:spPr>
          <a:xfrm>
            <a:off x="457200" y="1963055"/>
            <a:ext cx="8125581" cy="4900991"/>
          </a:xfrm>
        </p:spPr>
        <p:txBody>
          <a:bodyPr>
            <a:normAutofit/>
          </a:bodyPr>
          <a:lstStyle/>
          <a:p>
            <a:pPr lvl="1">
              <a:buFont typeface="Arial" panose="020B0604020202020204" pitchFamily="34" charset="0"/>
              <a:buChar char="•"/>
            </a:pPr>
            <a:r>
              <a:rPr lang="en-US" sz="2400" dirty="0"/>
              <a:t>Copies of all policies, procedures and templates can be found </a:t>
            </a:r>
            <a:r>
              <a:rPr lang="en-US" sz="2400" dirty="0">
                <a:hlinkClick r:id="rId2"/>
              </a:rPr>
              <a:t>here</a:t>
            </a:r>
            <a:r>
              <a:rPr lang="en-US" sz="2400" dirty="0"/>
              <a:t>.</a:t>
            </a:r>
          </a:p>
        </p:txBody>
      </p:sp>
    </p:spTree>
    <p:extLst>
      <p:ext uri="{BB962C8B-B14F-4D97-AF65-F5344CB8AC3E}">
        <p14:creationId xmlns:p14="http://schemas.microsoft.com/office/powerpoint/2010/main" val="65107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dirty="0"/>
              <a:t>Chart of Accounts</a:t>
            </a:r>
          </a:p>
        </p:txBody>
      </p:sp>
      <p:sp>
        <p:nvSpPr>
          <p:cNvPr id="3" name="Content Placeholder 2"/>
          <p:cNvSpPr>
            <a:spLocks noGrp="1"/>
          </p:cNvSpPr>
          <p:nvPr>
            <p:ph idx="1"/>
          </p:nvPr>
        </p:nvSpPr>
        <p:spPr>
          <a:xfrm>
            <a:off x="561218" y="978504"/>
            <a:ext cx="8125581" cy="4900991"/>
          </a:xfrm>
        </p:spPr>
        <p:txBody>
          <a:bodyPr>
            <a:normAutofit fontScale="70000" lnSpcReduction="20000"/>
          </a:bodyPr>
          <a:lstStyle/>
          <a:p>
            <a:pPr>
              <a:buFont typeface="Arial" panose="020B0604020202020204" pitchFamily="34" charset="0"/>
              <a:buChar char="•"/>
            </a:pPr>
            <a:r>
              <a:rPr lang="en-US" sz="2400" b="1" dirty="0"/>
              <a:t>Entity:</a:t>
            </a:r>
          </a:p>
          <a:p>
            <a:pPr lvl="1">
              <a:buFont typeface="Arial" panose="020B0604020202020204" pitchFamily="34" charset="0"/>
              <a:buChar char="•"/>
            </a:pPr>
            <a:r>
              <a:rPr lang="en-US" sz="2400" dirty="0"/>
              <a:t>P = Partners of the Americas Inc.</a:t>
            </a:r>
          </a:p>
          <a:p>
            <a:pPr lvl="1">
              <a:buFont typeface="Arial" panose="020B0604020202020204" pitchFamily="34" charset="0"/>
              <a:buChar char="•"/>
            </a:pPr>
            <a:r>
              <a:rPr lang="en-US" sz="2400" dirty="0"/>
              <a:t>F = Partners of the Americas Foundation</a:t>
            </a:r>
          </a:p>
          <a:p>
            <a:pPr lvl="1">
              <a:buFont typeface="Arial" panose="020B0604020202020204" pitchFamily="34" charset="0"/>
              <a:buChar char="•"/>
            </a:pPr>
            <a:endParaRPr lang="en-US" sz="2400" dirty="0"/>
          </a:p>
          <a:p>
            <a:pPr>
              <a:buFont typeface="Arial" panose="020B0604020202020204" pitchFamily="34" charset="0"/>
              <a:buChar char="•"/>
            </a:pPr>
            <a:r>
              <a:rPr lang="en-US" sz="2400" b="1" dirty="0"/>
              <a:t>Program/Department:</a:t>
            </a:r>
          </a:p>
          <a:p>
            <a:pPr lvl="1">
              <a:buFont typeface="Arial" panose="020B0604020202020204" pitchFamily="34" charset="0"/>
              <a:buChar char="•"/>
            </a:pPr>
            <a:r>
              <a:rPr lang="en-US" sz="2400" dirty="0">
                <a:hlinkClick r:id="rId2"/>
              </a:rPr>
              <a:t>Chart of accounts</a:t>
            </a:r>
            <a:endParaRPr lang="en-US" sz="2400" dirty="0"/>
          </a:p>
          <a:p>
            <a:pPr marL="457200" lvl="1" indent="0">
              <a:buNone/>
            </a:pPr>
            <a:endParaRPr lang="en-US" sz="2400" dirty="0"/>
          </a:p>
          <a:p>
            <a:pPr>
              <a:buFont typeface="Arial" panose="020B0604020202020204" pitchFamily="34" charset="0"/>
              <a:buChar char="•"/>
            </a:pPr>
            <a:r>
              <a:rPr lang="en-US" sz="2400" b="1" dirty="0"/>
              <a:t>Funder Grant:</a:t>
            </a:r>
          </a:p>
          <a:p>
            <a:pPr lvl="1">
              <a:buFont typeface="Arial" panose="020B0604020202020204" pitchFamily="34" charset="0"/>
              <a:buChar char="•"/>
            </a:pPr>
            <a:r>
              <a:rPr lang="en-US" sz="2400" dirty="0">
                <a:hlinkClick r:id="rId2"/>
              </a:rPr>
              <a:t>Chart of accounts</a:t>
            </a:r>
            <a:endParaRPr lang="en-US" sz="2400" dirty="0"/>
          </a:p>
          <a:p>
            <a:pPr marL="457200" lvl="1" indent="0">
              <a:buNone/>
            </a:pPr>
            <a:endParaRPr lang="en-US" sz="2400" dirty="0"/>
          </a:p>
          <a:p>
            <a:pPr>
              <a:buFont typeface="Arial" panose="020B0604020202020204" pitchFamily="34" charset="0"/>
              <a:buChar char="•"/>
            </a:pPr>
            <a:r>
              <a:rPr lang="en-US" sz="2400" b="1" dirty="0"/>
              <a:t>Country &amp; Office Code:</a:t>
            </a:r>
          </a:p>
          <a:p>
            <a:pPr lvl="1">
              <a:buFont typeface="Arial" panose="020B0604020202020204" pitchFamily="34" charset="0"/>
              <a:buChar char="•"/>
            </a:pPr>
            <a:r>
              <a:rPr lang="en-US" sz="2400" dirty="0">
                <a:hlinkClick r:id="rId3"/>
              </a:rPr>
              <a:t>Program Budgets with accounting codes</a:t>
            </a:r>
            <a:endParaRPr lang="en-US" sz="2400" dirty="0"/>
          </a:p>
          <a:p>
            <a:pPr marL="457200" lvl="1" indent="0">
              <a:buNone/>
            </a:pPr>
            <a:endParaRPr lang="en-US" sz="2400" dirty="0"/>
          </a:p>
          <a:p>
            <a:pPr>
              <a:buFont typeface="Arial" panose="020B0604020202020204" pitchFamily="34" charset="0"/>
              <a:buChar char="•"/>
            </a:pPr>
            <a:r>
              <a:rPr lang="en-US" sz="2400" b="1" dirty="0"/>
              <a:t>Object Code:</a:t>
            </a:r>
          </a:p>
          <a:p>
            <a:pPr lvl="1">
              <a:buFont typeface="Arial" panose="020B0604020202020204" pitchFamily="34" charset="0"/>
              <a:buChar char="•"/>
            </a:pPr>
            <a:r>
              <a:rPr lang="en-US" sz="2400" dirty="0">
                <a:hlinkClick r:id="rId4"/>
              </a:rPr>
              <a:t>Chart of accounts with descriptions</a:t>
            </a:r>
            <a:endParaRPr lang="en-US" sz="2400" dirty="0"/>
          </a:p>
          <a:p>
            <a:pPr marL="457200" lvl="1" indent="0">
              <a:buNone/>
            </a:pPr>
            <a:endParaRPr lang="en-US" sz="2400" dirty="0"/>
          </a:p>
          <a:p>
            <a:pPr>
              <a:buFont typeface="Arial" panose="020B0604020202020204" pitchFamily="34" charset="0"/>
              <a:buChar char="•"/>
            </a:pPr>
            <a:r>
              <a:rPr lang="en-US" sz="2400" b="1" dirty="0"/>
              <a:t>Activity Code:</a:t>
            </a:r>
          </a:p>
          <a:p>
            <a:pPr lvl="1">
              <a:buFont typeface="Arial" panose="020B0604020202020204" pitchFamily="34" charset="0"/>
              <a:buChar char="•"/>
            </a:pPr>
            <a:r>
              <a:rPr lang="en-US" sz="2400" dirty="0">
                <a:hlinkClick r:id="rId3"/>
              </a:rPr>
              <a:t>Program Budgets with accounting codes</a:t>
            </a:r>
            <a:endParaRPr lang="en-US" sz="2400" dirty="0"/>
          </a:p>
          <a:p>
            <a:pPr lvl="1">
              <a:buFont typeface="Arial" panose="020B0604020202020204" pitchFamily="34" charset="0"/>
              <a:buChar char="•"/>
            </a:pPr>
            <a:endParaRPr lang="en-US" sz="2400" dirty="0"/>
          </a:p>
        </p:txBody>
      </p:sp>
    </p:spTree>
    <p:extLst>
      <p:ext uri="{BB962C8B-B14F-4D97-AF65-F5344CB8AC3E}">
        <p14:creationId xmlns:p14="http://schemas.microsoft.com/office/powerpoint/2010/main" val="1376197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Coding of Expenses</a:t>
            </a:r>
          </a:p>
        </p:txBody>
      </p:sp>
      <p:sp>
        <p:nvSpPr>
          <p:cNvPr id="3" name="Content Placeholder 2"/>
          <p:cNvSpPr>
            <a:spLocks noGrp="1"/>
          </p:cNvSpPr>
          <p:nvPr>
            <p:ph idx="1"/>
          </p:nvPr>
        </p:nvSpPr>
        <p:spPr>
          <a:xfrm>
            <a:off x="457200" y="1301524"/>
            <a:ext cx="8229600" cy="4462052"/>
          </a:xfrm>
        </p:spPr>
        <p:txBody>
          <a:bodyPr>
            <a:normAutofit fontScale="92500" lnSpcReduction="10000"/>
          </a:bodyPr>
          <a:lstStyle/>
          <a:p>
            <a:pPr>
              <a:buFont typeface="Arial" panose="020B0604020202020204" pitchFamily="34" charset="0"/>
              <a:buChar char="•"/>
            </a:pPr>
            <a:r>
              <a:rPr lang="en-US" sz="2400" dirty="0"/>
              <a:t>What is expected of the Field Office Finance Team?</a:t>
            </a:r>
          </a:p>
          <a:p>
            <a:pPr lvl="1">
              <a:buFont typeface="Arial" panose="020B0604020202020204" pitchFamily="34" charset="0"/>
              <a:buChar char="•"/>
            </a:pPr>
            <a:r>
              <a:rPr lang="en-US" sz="2400" dirty="0"/>
              <a:t>Review </a:t>
            </a:r>
            <a:r>
              <a:rPr lang="en-US" sz="2400" b="1" u="sng" dirty="0"/>
              <a:t>activity codes </a:t>
            </a:r>
            <a:r>
              <a:rPr lang="en-US" sz="2400" dirty="0"/>
              <a:t>to make sure they are in line with approved budget</a:t>
            </a:r>
          </a:p>
          <a:p>
            <a:pPr lvl="1">
              <a:buFont typeface="Arial" panose="020B0604020202020204" pitchFamily="34" charset="0"/>
              <a:buChar char="•"/>
            </a:pPr>
            <a:r>
              <a:rPr lang="en-US" sz="2400" dirty="0"/>
              <a:t>Review </a:t>
            </a:r>
            <a:r>
              <a:rPr lang="en-US" sz="2400" b="1" u="sng" dirty="0"/>
              <a:t>object codes </a:t>
            </a:r>
            <a:r>
              <a:rPr lang="en-US" sz="2400" dirty="0"/>
              <a:t>to ensure consistency in reporting with chart of accounts</a:t>
            </a:r>
          </a:p>
          <a:p>
            <a:pPr lvl="1">
              <a:buFont typeface="Arial" panose="020B0604020202020204" pitchFamily="34" charset="0"/>
              <a:buChar char="•"/>
            </a:pPr>
            <a:endParaRPr lang="en-US" sz="2400" dirty="0"/>
          </a:p>
          <a:p>
            <a:pPr>
              <a:buFont typeface="Arial" panose="020B0604020202020204" pitchFamily="34" charset="0"/>
              <a:buChar char="•"/>
            </a:pPr>
            <a:r>
              <a:rPr lang="en-US" sz="2400" dirty="0"/>
              <a:t>What is expected of HQ F&amp;A?</a:t>
            </a:r>
          </a:p>
          <a:p>
            <a:pPr lvl="1">
              <a:buFont typeface="Arial" panose="020B0604020202020204" pitchFamily="34" charset="0"/>
              <a:buChar char="•"/>
            </a:pPr>
            <a:r>
              <a:rPr lang="en-US" sz="2400" dirty="0"/>
              <a:t>Update </a:t>
            </a:r>
            <a:r>
              <a:rPr lang="en-US" sz="2400" b="1" u="sng" dirty="0"/>
              <a:t>object codes</a:t>
            </a:r>
            <a:r>
              <a:rPr lang="en-US" sz="2400" dirty="0"/>
              <a:t> as necessary</a:t>
            </a:r>
          </a:p>
          <a:p>
            <a:pPr lvl="1">
              <a:buFont typeface="Arial" panose="020B0604020202020204" pitchFamily="34" charset="0"/>
              <a:buChar char="•"/>
            </a:pPr>
            <a:r>
              <a:rPr lang="en-US" sz="2400" dirty="0"/>
              <a:t>HQ will never change an </a:t>
            </a:r>
            <a:r>
              <a:rPr lang="en-US" sz="2400" b="1" u="sng" dirty="0"/>
              <a:t>activity code </a:t>
            </a:r>
            <a:r>
              <a:rPr lang="en-US" sz="2400" dirty="0"/>
              <a:t>without consultation of the program team. </a:t>
            </a:r>
          </a:p>
          <a:p>
            <a:pPr lvl="1">
              <a:buFont typeface="Arial" panose="020B0604020202020204" pitchFamily="34" charset="0"/>
              <a:buChar char="•"/>
            </a:pPr>
            <a:endParaRPr lang="en-US" sz="2400" dirty="0"/>
          </a:p>
          <a:p>
            <a:pPr>
              <a:buFont typeface="Arial" panose="020B0604020202020204" pitchFamily="34" charset="0"/>
              <a:buChar char="•"/>
            </a:pPr>
            <a:r>
              <a:rPr lang="en-US" sz="2400" dirty="0">
                <a:hlinkClick r:id="rId2"/>
              </a:rPr>
              <a:t>Grant Reports </a:t>
            </a:r>
            <a:endParaRPr lang="en-US" sz="2400" dirty="0"/>
          </a:p>
          <a:p>
            <a:pPr lvl="1">
              <a:buFont typeface="Arial" panose="020B0604020202020204" pitchFamily="34" charset="0"/>
              <a:buChar char="•"/>
            </a:pPr>
            <a:endParaRPr lang="en-US" sz="2400" dirty="0"/>
          </a:p>
          <a:p>
            <a:pPr>
              <a:buFont typeface="Arial" panose="020B0604020202020204" pitchFamily="34" charset="0"/>
              <a:buChar char="•"/>
            </a:pPr>
            <a:endParaRPr lang="en-US" sz="2400"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1055862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Budgeting</a:t>
            </a:r>
          </a:p>
        </p:txBody>
      </p:sp>
      <p:sp>
        <p:nvSpPr>
          <p:cNvPr id="3" name="Content Placeholder 2"/>
          <p:cNvSpPr>
            <a:spLocks noGrp="1"/>
          </p:cNvSpPr>
          <p:nvPr>
            <p:ph idx="1"/>
          </p:nvPr>
        </p:nvSpPr>
        <p:spPr/>
        <p:txBody>
          <a:bodyPr>
            <a:normAutofit fontScale="85000" lnSpcReduction="10000"/>
          </a:bodyPr>
          <a:lstStyle/>
          <a:p>
            <a:pPr>
              <a:buFont typeface="Arial" panose="020B0604020202020204" pitchFamily="34" charset="0"/>
              <a:buChar char="•"/>
            </a:pPr>
            <a:r>
              <a:rPr lang="en-US" sz="2400" dirty="0"/>
              <a:t>For Programs Teams:</a:t>
            </a:r>
          </a:p>
          <a:p>
            <a:pPr lvl="1">
              <a:buFont typeface="Arial" panose="020B0604020202020204" pitchFamily="34" charset="0"/>
              <a:buChar char="•"/>
            </a:pPr>
            <a:r>
              <a:rPr lang="en-US" sz="2400" dirty="0"/>
              <a:t>Read the budget narrative</a:t>
            </a:r>
          </a:p>
          <a:p>
            <a:pPr lvl="1">
              <a:buFont typeface="Arial" panose="020B0604020202020204" pitchFamily="34" charset="0"/>
              <a:buChar char="•"/>
            </a:pPr>
            <a:r>
              <a:rPr lang="en-US" sz="2400" dirty="0"/>
              <a:t>Review the proposal budget (Excel)</a:t>
            </a:r>
          </a:p>
          <a:p>
            <a:pPr lvl="1">
              <a:buFont typeface="Arial" panose="020B0604020202020204" pitchFamily="34" charset="0"/>
              <a:buChar char="•"/>
            </a:pPr>
            <a:r>
              <a:rPr lang="en-US" sz="2400" dirty="0"/>
              <a:t>Read the Direct Award document from Donor (or other agreement with the donor describing the terms of the arrange and any special conditions)</a:t>
            </a:r>
          </a:p>
          <a:p>
            <a:pPr lvl="1">
              <a:buFont typeface="Arial" panose="020B0604020202020204" pitchFamily="34" charset="0"/>
              <a:buChar char="•"/>
            </a:pPr>
            <a:r>
              <a:rPr lang="en-US" sz="2400" dirty="0"/>
              <a:t>If applicable (USG Grants Only) – review the mandatory provisions or standard terms and conditions for the award</a:t>
            </a:r>
          </a:p>
          <a:p>
            <a:pPr lvl="2">
              <a:buFont typeface="Arial" panose="020B0604020202020204" pitchFamily="34" charset="0"/>
              <a:buChar char="•"/>
            </a:pPr>
            <a:endParaRPr lang="en-US" sz="2400" dirty="0"/>
          </a:p>
          <a:p>
            <a:pPr>
              <a:buFont typeface="Arial" panose="020B0604020202020204" pitchFamily="34" charset="0"/>
              <a:buChar char="•"/>
            </a:pPr>
            <a:r>
              <a:rPr lang="en-US" sz="2400" dirty="0"/>
              <a:t>For Admin Departments:</a:t>
            </a:r>
          </a:p>
          <a:p>
            <a:pPr lvl="1">
              <a:buFont typeface="Arial" panose="020B0604020202020204" pitchFamily="34" charset="0"/>
              <a:buChar char="•"/>
            </a:pPr>
            <a:r>
              <a:rPr lang="en-US" sz="2400" dirty="0"/>
              <a:t>Review the budget (Excel)</a:t>
            </a:r>
          </a:p>
          <a:p>
            <a:pPr lvl="1">
              <a:buFont typeface="Arial" panose="020B0604020202020204" pitchFamily="34" charset="0"/>
              <a:buChar char="•"/>
            </a:pPr>
            <a:r>
              <a:rPr lang="en-US" sz="2400" dirty="0"/>
              <a:t>Review the budget details and notes to understand budgeted items</a:t>
            </a:r>
          </a:p>
          <a:p>
            <a:pPr>
              <a:buFont typeface="Arial" panose="020B0604020202020204" pitchFamily="34" charset="0"/>
              <a:buChar char="•"/>
            </a:pPr>
            <a:endParaRPr lang="en-US" sz="2400" dirty="0"/>
          </a:p>
          <a:p>
            <a:pPr>
              <a:buFont typeface="Arial" panose="020B0604020202020204" pitchFamily="34" charset="0"/>
              <a:buChar char="•"/>
            </a:pPr>
            <a:endParaRPr lang="en-US" dirty="0"/>
          </a:p>
        </p:txBody>
      </p:sp>
    </p:spTree>
    <p:extLst>
      <p:ext uri="{BB962C8B-B14F-4D97-AF65-F5344CB8AC3E}">
        <p14:creationId xmlns:p14="http://schemas.microsoft.com/office/powerpoint/2010/main" val="404907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Suspension &amp; Debarment</a:t>
            </a:r>
          </a:p>
        </p:txBody>
      </p:sp>
      <p:sp>
        <p:nvSpPr>
          <p:cNvPr id="3" name="Content Placeholder 2"/>
          <p:cNvSpPr>
            <a:spLocks noGrp="1"/>
          </p:cNvSpPr>
          <p:nvPr>
            <p:ph idx="1"/>
          </p:nvPr>
        </p:nvSpPr>
        <p:spPr>
          <a:xfrm>
            <a:off x="296524" y="1304624"/>
            <a:ext cx="8690578" cy="4583337"/>
          </a:xfrm>
        </p:spPr>
        <p:txBody>
          <a:bodyPr>
            <a:normAutofit fontScale="77500" lnSpcReduction="20000"/>
          </a:bodyPr>
          <a:lstStyle/>
          <a:p>
            <a:r>
              <a:rPr lang="en-US" sz="2300" dirty="0"/>
              <a:t>Partners or its subrecipients cannot transact or conduct business with any individual or entity that has an active exclusion on the System for Award Management (SAM) (</a:t>
            </a:r>
            <a:r>
              <a:rPr lang="en-US" sz="2300" dirty="0">
                <a:hlinkClick r:id="rId2"/>
              </a:rPr>
              <a:t>www.sam.gov</a:t>
            </a:r>
            <a:r>
              <a:rPr lang="en-US" sz="2300" dirty="0"/>
              <a:t>) </a:t>
            </a:r>
          </a:p>
          <a:p>
            <a:pPr lvl="1" indent="-342900">
              <a:buFont typeface="Arial" panose="020B0604020202020204" pitchFamily="34" charset="0"/>
              <a:buChar char="•"/>
            </a:pPr>
            <a:r>
              <a:rPr lang="en-US" sz="2300" dirty="0"/>
              <a:t>The list contains those individuals and entities that the U.S. Government has suspended or debarred based on misconduct or because the individual or entity cannot be trusted to safeguard U.S. Government funds. </a:t>
            </a:r>
          </a:p>
          <a:p>
            <a:pPr lvl="1" indent="-342900">
              <a:buFont typeface="Arial" panose="020B0604020202020204" pitchFamily="34" charset="0"/>
              <a:buChar char="•"/>
            </a:pPr>
            <a:endParaRPr lang="en-US" sz="2300" dirty="0"/>
          </a:p>
          <a:p>
            <a:pPr>
              <a:buFont typeface="Arial" panose="020B0604020202020204" pitchFamily="34" charset="0"/>
              <a:buChar char="•"/>
            </a:pPr>
            <a:r>
              <a:rPr lang="en-US" sz="2400" dirty="0">
                <a:effectLst/>
                <a:ea typeface="MS Mincho" panose="02020609040205080304" pitchFamily="49" charset="-128"/>
                <a:cs typeface="Times New Roman" panose="02020603050405020304" pitchFamily="18" charset="0"/>
              </a:rPr>
              <a:t>Similarly, the U.S. Government requires compliance checks on the following </a:t>
            </a:r>
            <a:r>
              <a:rPr lang="en-US" sz="2400" dirty="0">
                <a:ea typeface="MS Mincho" panose="02020609040205080304" pitchFamily="49" charset="-128"/>
                <a:cs typeface="Times New Roman" panose="02020603050405020304" pitchFamily="18" charset="0"/>
              </a:rPr>
              <a:t>databases to ensure Partners and its subrecipients are not transacting with restricted individuals or entities:</a:t>
            </a:r>
          </a:p>
          <a:p>
            <a:pPr lvl="1">
              <a:buFont typeface="Arial" panose="020B0604020202020204" pitchFamily="34" charset="0"/>
              <a:buChar char="•"/>
            </a:pPr>
            <a:r>
              <a:rPr lang="en-US" sz="2400" dirty="0"/>
              <a:t> </a:t>
            </a:r>
            <a:r>
              <a:rPr lang="en-US" sz="2400" u="sng" dirty="0">
                <a:solidFill>
                  <a:srgbClr val="0000FF"/>
                </a:solidFill>
                <a:effectLst/>
                <a:ea typeface="MS Mincho" panose="02020609040205080304" pitchFamily="49" charset="-128"/>
                <a:cs typeface="Times New Roman" panose="02020603050405020304" pitchFamily="18" charset="0"/>
                <a:hlinkClick r:id="rId3"/>
              </a:rPr>
              <a:t>UN’s Specially Designated Nationals And Blocked Persons List (SDN)</a:t>
            </a:r>
            <a:endParaRPr lang="en-US" sz="2400" u="sng" dirty="0">
              <a:solidFill>
                <a:srgbClr val="0000FF"/>
              </a:solidFill>
              <a:effectLst/>
              <a:ea typeface="MS Mincho" panose="02020609040205080304" pitchFamily="49" charset="-128"/>
              <a:cs typeface="Times New Roman" panose="02020603050405020304" pitchFamily="18" charset="0"/>
            </a:endParaRPr>
          </a:p>
          <a:p>
            <a:pPr lvl="1">
              <a:buFont typeface="Arial" panose="020B0604020202020204" pitchFamily="34" charset="0"/>
              <a:buChar char="•"/>
            </a:pPr>
            <a:r>
              <a:rPr lang="en-US" sz="2400" dirty="0"/>
              <a:t> </a:t>
            </a:r>
            <a:r>
              <a:rPr lang="en-US" sz="2400" u="sng" dirty="0">
                <a:solidFill>
                  <a:srgbClr val="0000FF"/>
                </a:solidFill>
                <a:effectLst/>
                <a:ea typeface="MS Mincho" panose="02020609040205080304" pitchFamily="49" charset="-128"/>
                <a:cs typeface="Times New Roman" panose="02020603050405020304" pitchFamily="18" charset="0"/>
                <a:hlinkClick r:id="rId4"/>
              </a:rPr>
              <a:t>Office of Foreign Assets Control (OFAC) Sanctions Lists</a:t>
            </a:r>
            <a:endParaRPr lang="en-US" sz="2300" dirty="0"/>
          </a:p>
          <a:p>
            <a:pPr lvl="1" indent="-342900">
              <a:buFont typeface="Arial" panose="020B0604020202020204" pitchFamily="34" charset="0"/>
              <a:buChar char="•"/>
            </a:pPr>
            <a:endParaRPr lang="en-US" sz="2300" dirty="0"/>
          </a:p>
          <a:p>
            <a:pPr marL="285750">
              <a:buFont typeface="Arial" panose="020B0604020202020204" pitchFamily="34" charset="0"/>
              <a:buChar char="•"/>
            </a:pPr>
            <a:r>
              <a:rPr lang="en-US" sz="2300" dirty="0"/>
              <a:t>Non-compliance can result in the following:</a:t>
            </a:r>
          </a:p>
          <a:p>
            <a:pPr lvl="1" indent="-342900">
              <a:buFont typeface="Arial" panose="020B0604020202020204" pitchFamily="34" charset="0"/>
              <a:buChar char="•"/>
            </a:pPr>
            <a:r>
              <a:rPr lang="en-US" sz="2300" dirty="0"/>
              <a:t>Disallowed expenses </a:t>
            </a:r>
          </a:p>
          <a:p>
            <a:pPr lvl="1" indent="-342900">
              <a:buFont typeface="Arial" panose="020B0604020202020204" pitchFamily="34" charset="0"/>
              <a:buChar char="•"/>
            </a:pPr>
            <a:r>
              <a:rPr lang="en-US" sz="2300" dirty="0"/>
              <a:t>Termination of contract (with subrecipients)</a:t>
            </a:r>
          </a:p>
          <a:p>
            <a:pPr lvl="1" indent="-342900">
              <a:buFont typeface="Arial" panose="020B0604020202020204" pitchFamily="34" charset="0"/>
              <a:buChar char="•"/>
            </a:pPr>
            <a:r>
              <a:rPr lang="en-US" sz="2300" dirty="0"/>
              <a:t>Termination of prime award</a:t>
            </a:r>
          </a:p>
        </p:txBody>
      </p:sp>
    </p:spTree>
    <p:extLst>
      <p:ext uri="{BB962C8B-B14F-4D97-AF65-F5344CB8AC3E}">
        <p14:creationId xmlns:p14="http://schemas.microsoft.com/office/powerpoint/2010/main" val="2262606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Visual Compliance </a:t>
            </a:r>
          </a:p>
        </p:txBody>
      </p:sp>
      <p:sp>
        <p:nvSpPr>
          <p:cNvPr id="3" name="Content Placeholder 2"/>
          <p:cNvSpPr>
            <a:spLocks noGrp="1"/>
          </p:cNvSpPr>
          <p:nvPr>
            <p:ph idx="1"/>
          </p:nvPr>
        </p:nvSpPr>
        <p:spPr>
          <a:xfrm>
            <a:off x="340067" y="1473958"/>
            <a:ext cx="8690578" cy="4251278"/>
          </a:xfrm>
        </p:spPr>
        <p:txBody>
          <a:bodyPr>
            <a:normAutofit fontScale="77500" lnSpcReduction="20000"/>
          </a:bodyPr>
          <a:lstStyle/>
          <a:p>
            <a:pPr>
              <a:buFont typeface="Arial" panose="020B0604020202020204" pitchFamily="34" charset="0"/>
              <a:buChar char="•"/>
            </a:pPr>
            <a:r>
              <a:rPr lang="en-US" sz="2300" dirty="0"/>
              <a:t>To comply with the requirements of suspension and debarment, Partners uses Visual Compliance. </a:t>
            </a:r>
          </a:p>
          <a:p>
            <a:pPr lvl="1" indent="-342900">
              <a:buFont typeface="Arial" panose="020B0604020202020204" pitchFamily="34" charset="0"/>
              <a:buChar char="•"/>
            </a:pPr>
            <a:r>
              <a:rPr lang="en-US" sz="2300" dirty="0"/>
              <a:t>The platform checks multiple databases for restrictions on individual or entities</a:t>
            </a:r>
          </a:p>
          <a:p>
            <a:pPr>
              <a:buFont typeface="Arial" panose="020B0604020202020204" pitchFamily="34" charset="0"/>
              <a:buChar char="•"/>
            </a:pPr>
            <a:endParaRPr lang="en-US" sz="2300" dirty="0"/>
          </a:p>
          <a:p>
            <a:pPr>
              <a:buFont typeface="Arial" panose="020B0604020202020204" pitchFamily="34" charset="0"/>
              <a:buChar char="•"/>
            </a:pPr>
            <a:r>
              <a:rPr lang="en-US" sz="2300" dirty="0"/>
              <a:t>A suspension and debarment check must be </a:t>
            </a:r>
            <a:r>
              <a:rPr lang="en-US" sz="2300" b="1" dirty="0"/>
              <a:t>completed, and documentation retained </a:t>
            </a:r>
            <a:r>
              <a:rPr lang="en-US" sz="2300" b="1" u="sng" dirty="0"/>
              <a:t>prior</a:t>
            </a:r>
            <a:r>
              <a:rPr lang="en-US" sz="2300" b="1" dirty="0"/>
              <a:t> </a:t>
            </a:r>
            <a:r>
              <a:rPr lang="en-US" sz="2300" dirty="0"/>
              <a:t>to contracting any individual or entity</a:t>
            </a:r>
          </a:p>
          <a:p>
            <a:pPr>
              <a:buFont typeface="Arial" panose="020B0604020202020204" pitchFamily="34" charset="0"/>
              <a:buChar char="•"/>
            </a:pPr>
            <a:endParaRPr lang="en-US" sz="2300" dirty="0"/>
          </a:p>
          <a:p>
            <a:pPr>
              <a:buFont typeface="Arial" panose="020B0604020202020204" pitchFamily="34" charset="0"/>
              <a:buChar char="•"/>
            </a:pPr>
            <a:r>
              <a:rPr lang="en-US" sz="2300" dirty="0"/>
              <a:t>These compliance checks ran once per calendar year (January – December), prior to the first payment of the calendar year.</a:t>
            </a:r>
          </a:p>
          <a:p>
            <a:pPr>
              <a:buFont typeface="Arial" panose="020B0604020202020204" pitchFamily="34" charset="0"/>
              <a:buChar char="•"/>
            </a:pPr>
            <a:endParaRPr lang="en-US" sz="2300" dirty="0"/>
          </a:p>
          <a:p>
            <a:pPr>
              <a:buFont typeface="Arial" panose="020B0604020202020204" pitchFamily="34" charset="0"/>
              <a:buChar char="•"/>
            </a:pPr>
            <a:r>
              <a:rPr lang="en-US" sz="2300" dirty="0"/>
              <a:t>Below is the login information for Visual Compliance:</a:t>
            </a:r>
          </a:p>
          <a:p>
            <a:pPr>
              <a:buFont typeface="Arial" panose="020B0604020202020204" pitchFamily="34" charset="0"/>
              <a:buChar char="•"/>
            </a:pPr>
            <a:endParaRPr lang="en-US" sz="2300" dirty="0"/>
          </a:p>
          <a:p>
            <a:pPr lvl="1" indent="-342900">
              <a:buFont typeface="Arial" panose="020B0604020202020204" pitchFamily="34" charset="0"/>
              <a:buChar char="•"/>
            </a:pPr>
            <a:r>
              <a:rPr lang="en-US" sz="2300" dirty="0"/>
              <a:t>Website: </a:t>
            </a:r>
            <a:r>
              <a:rPr lang="en-US" sz="2300" dirty="0">
                <a:hlinkClick r:id="rId2"/>
              </a:rPr>
              <a:t>https://www.visualcompliance.com/</a:t>
            </a:r>
            <a:endParaRPr lang="en-US" sz="2300" dirty="0"/>
          </a:p>
          <a:p>
            <a:pPr marL="1200150" lvl="2" indent="-342900">
              <a:buFont typeface="Arial" panose="020B0604020202020204" pitchFamily="34" charset="0"/>
              <a:buChar char="•"/>
            </a:pPr>
            <a:r>
              <a:rPr lang="en-US" sz="2300" dirty="0"/>
              <a:t>Username: dmartin@partners.net</a:t>
            </a:r>
          </a:p>
          <a:p>
            <a:pPr marL="1200150" lvl="2" indent="-342900">
              <a:buFont typeface="Arial" panose="020B0604020202020204" pitchFamily="34" charset="0"/>
              <a:buChar char="•"/>
            </a:pPr>
            <a:r>
              <a:rPr lang="en-US" sz="2300" dirty="0"/>
              <a:t>Password: Partners1964!</a:t>
            </a:r>
          </a:p>
        </p:txBody>
      </p:sp>
    </p:spTree>
    <p:extLst>
      <p:ext uri="{BB962C8B-B14F-4D97-AF65-F5344CB8AC3E}">
        <p14:creationId xmlns:p14="http://schemas.microsoft.com/office/powerpoint/2010/main" val="1520623683"/>
      </p:ext>
    </p:extLst>
  </p:cSld>
  <p:clrMapOvr>
    <a:masterClrMapping/>
  </p:clrMapOvr>
</p:sld>
</file>

<file path=ppt/theme/theme1.xml><?xml version="1.0" encoding="utf-8"?>
<a:theme xmlns:a="http://schemas.openxmlformats.org/drawingml/2006/main" name="Partners Branding">
  <a:themeElements>
    <a:clrScheme name="Partners Palette">
      <a:dk1>
        <a:srgbClr val="FFFFFF"/>
      </a:dk1>
      <a:lt1>
        <a:srgbClr val="000000"/>
      </a:lt1>
      <a:dk2>
        <a:srgbClr val="FDBB30"/>
      </a:dk2>
      <a:lt2>
        <a:srgbClr val="0054A4"/>
      </a:lt2>
      <a:accent1>
        <a:srgbClr val="0084A9"/>
      </a:accent1>
      <a:accent2>
        <a:srgbClr val="711471"/>
      </a:accent2>
      <a:accent3>
        <a:srgbClr val="9FA617"/>
      </a:accent3>
      <a:accent4>
        <a:srgbClr val="B50938"/>
      </a:accent4>
      <a:accent5>
        <a:srgbClr val="439539"/>
      </a:accent5>
      <a:accent6>
        <a:srgbClr val="D60C8C"/>
      </a:accent6>
      <a:hlink>
        <a:srgbClr val="F15D22"/>
      </a:hlink>
      <a:folHlink>
        <a:srgbClr val="59582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206C8355D678A459F2EF8957171B231" ma:contentTypeVersion="18" ma:contentTypeDescription="Create a new document." ma:contentTypeScope="" ma:versionID="efd9b4af885478ed0a3e84c6362c6fb3">
  <xsd:schema xmlns:xsd="http://www.w3.org/2001/XMLSchema" xmlns:xs="http://www.w3.org/2001/XMLSchema" xmlns:p="http://schemas.microsoft.com/office/2006/metadata/properties" xmlns:ns2="f2466082-b6bf-4153-98c3-3c41e85fda18" xmlns:ns3="dc808d36-874f-4b27-aec2-2fd649817929" targetNamespace="http://schemas.microsoft.com/office/2006/metadata/properties" ma:root="true" ma:fieldsID="3b6abc503e38a49174dd9e5072c65339" ns2:_="" ns3:_="">
    <xsd:import namespace="f2466082-b6bf-4153-98c3-3c41e85fda18"/>
    <xsd:import namespace="dc808d36-874f-4b27-aec2-2fd64981792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466082-b6bf-4153-98c3-3c41e85fda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1e634b9-0c0d-402e-b683-49cec2011975"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808d36-874f-4b27-aec2-2fd64981792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4796171e-60a5-48ad-9b94-11b7e9399efd}" ma:internalName="TaxCatchAll" ma:showField="CatchAllData" ma:web="dc808d36-874f-4b27-aec2-2fd64981792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f2466082-b6bf-4153-98c3-3c41e85fda18">
      <Terms xmlns="http://schemas.microsoft.com/office/infopath/2007/PartnerControls"/>
    </lcf76f155ced4ddcb4097134ff3c332f>
    <TaxCatchAll xmlns="dc808d36-874f-4b27-aec2-2fd649817929" xsi:nil="true"/>
  </documentManagement>
</p:properties>
</file>

<file path=customXml/itemProps1.xml><?xml version="1.0" encoding="utf-8"?>
<ds:datastoreItem xmlns:ds="http://schemas.openxmlformats.org/officeDocument/2006/customXml" ds:itemID="{FF1CF4ED-F990-4F91-B722-ABF0A3FCC907}">
  <ds:schemaRefs>
    <ds:schemaRef ds:uri="http://schemas.microsoft.com/sharepoint/v3/contenttype/forms"/>
  </ds:schemaRefs>
</ds:datastoreItem>
</file>

<file path=customXml/itemProps2.xml><?xml version="1.0" encoding="utf-8"?>
<ds:datastoreItem xmlns:ds="http://schemas.openxmlformats.org/officeDocument/2006/customXml" ds:itemID="{04C96CA0-CABA-47A2-A41E-CE24C37A3194}"/>
</file>

<file path=customXml/itemProps3.xml><?xml version="1.0" encoding="utf-8"?>
<ds:datastoreItem xmlns:ds="http://schemas.openxmlformats.org/officeDocument/2006/customXml" ds:itemID="{5753691C-0102-46CD-A76E-0CE3C582CD6C}">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Partners Branding.thmx</Template>
  <TotalTime>28345</TotalTime>
  <Words>494</Words>
  <Application>Microsoft Office PowerPoint</Application>
  <PresentationFormat>On-screen Show (4:3)</PresentationFormat>
  <Paragraphs>70</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Courier New</vt:lpstr>
      <vt:lpstr>Memphis Medium</vt:lpstr>
      <vt:lpstr>Trade Gothic</vt:lpstr>
      <vt:lpstr>Partners Branding</vt:lpstr>
      <vt:lpstr>Chart of Accounts, Program Budget, &amp; Visual Compliance Training</vt:lpstr>
      <vt:lpstr>Finance &amp; Administration Resources and Policies</vt:lpstr>
      <vt:lpstr>Chart of Accounts</vt:lpstr>
      <vt:lpstr>Coding of Expenses</vt:lpstr>
      <vt:lpstr>Budgeting</vt:lpstr>
      <vt:lpstr>Suspension &amp; Debarment</vt:lpstr>
      <vt:lpstr>Visual Compliance </vt:lpstr>
    </vt:vector>
  </TitlesOfParts>
  <Company>Partners of the Americas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Evaluating &amp; Activating  NGO Audiences</dc:title>
  <dc:creator>Taylor Nelson</dc:creator>
  <cp:lastModifiedBy>Danielle Martin</cp:lastModifiedBy>
  <cp:revision>132</cp:revision>
  <dcterms:created xsi:type="dcterms:W3CDTF">2015-10-21T15:01:49Z</dcterms:created>
  <dcterms:modified xsi:type="dcterms:W3CDTF">2021-11-17T22:47:40Z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0x0101003206C8355D678A459F2EF8957171B231</vt:lpwstr>
  </property>
  <property fmtid="{D5CDD505-2E9C-101B-9397-08002B2CF9AE}" pid="3" name="Order">
    <vt:r8>1374800</vt:r8>
  </property>
  <property fmtid="{D5CDD505-2E9C-101B-9397-08002B2CF9AE}" pid="4" name="MediaServiceImageTags">
    <vt:lpwstr/>
  </property>
</Properties>
</file>