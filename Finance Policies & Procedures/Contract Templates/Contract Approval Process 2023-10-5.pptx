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61" r:id="rId4"/>
    <p:sldId id="263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9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60ACE-0032-49C7-BBA7-294E414E9B5E}" v="505" dt="2023-06-08T20:50:0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oscarelli" userId="3c45dc76-26ad-4bf2-abee-57b769522a52" providerId="ADAL" clId="{75060ACE-0032-49C7-BBA7-294E414E9B5E}"/>
    <pc:docChg chg="undo custSel addSld delSld modSld sldOrd">
      <pc:chgData name="Michael Moscarelli" userId="3c45dc76-26ad-4bf2-abee-57b769522a52" providerId="ADAL" clId="{75060ACE-0032-49C7-BBA7-294E414E9B5E}" dt="2023-06-08T20:50:04.486" v="1718" actId="20577"/>
      <pc:docMkLst>
        <pc:docMk/>
      </pc:docMkLst>
      <pc:sldChg chg="addSp delSp modSp del mod">
        <pc:chgData name="Michael Moscarelli" userId="3c45dc76-26ad-4bf2-abee-57b769522a52" providerId="ADAL" clId="{75060ACE-0032-49C7-BBA7-294E414E9B5E}" dt="2023-06-08T18:54:51.769" v="1054" actId="47"/>
        <pc:sldMkLst>
          <pc:docMk/>
          <pc:sldMk cId="1422060027" sldId="256"/>
        </pc:sldMkLst>
        <pc:spChg chg="mod">
          <ac:chgData name="Michael Moscarelli" userId="3c45dc76-26ad-4bf2-abee-57b769522a52" providerId="ADAL" clId="{75060ACE-0032-49C7-BBA7-294E414E9B5E}" dt="2023-06-08T18:32:09.587" v="494" actId="1035"/>
          <ac:spMkLst>
            <pc:docMk/>
            <pc:sldMk cId="1422060027" sldId="256"/>
            <ac:spMk id="4" creationId="{EE52EFEC-46A1-0369-649E-95A5BE219EB1}"/>
          </ac:spMkLst>
        </pc:spChg>
        <pc:spChg chg="mod">
          <ac:chgData name="Michael Moscarelli" userId="3c45dc76-26ad-4bf2-abee-57b769522a52" providerId="ADAL" clId="{75060ACE-0032-49C7-BBA7-294E414E9B5E}" dt="2023-06-08T18:29:14.914" v="335" actId="164"/>
          <ac:spMkLst>
            <pc:docMk/>
            <pc:sldMk cId="1422060027" sldId="256"/>
            <ac:spMk id="5" creationId="{70C95C5B-1664-1AF9-6F2E-9FB249476153}"/>
          </ac:spMkLst>
        </pc:spChg>
        <pc:spChg chg="add mod">
          <ac:chgData name="Michael Moscarelli" userId="3c45dc76-26ad-4bf2-abee-57b769522a52" providerId="ADAL" clId="{75060ACE-0032-49C7-BBA7-294E414E9B5E}" dt="2023-06-08T18:29:14.914" v="335" actId="164"/>
          <ac:spMkLst>
            <pc:docMk/>
            <pc:sldMk cId="1422060027" sldId="256"/>
            <ac:spMk id="6" creationId="{77BF42A1-42A2-2A4D-28C8-7DC78CB107FB}"/>
          </ac:spMkLst>
        </pc:spChg>
        <pc:spChg chg="add del mod">
          <ac:chgData name="Michael Moscarelli" userId="3c45dc76-26ad-4bf2-abee-57b769522a52" providerId="ADAL" clId="{75060ACE-0032-49C7-BBA7-294E414E9B5E}" dt="2023-06-08T18:20:51.329" v="162" actId="478"/>
          <ac:spMkLst>
            <pc:docMk/>
            <pc:sldMk cId="1422060027" sldId="256"/>
            <ac:spMk id="7" creationId="{E6171E1F-905E-5931-6BF8-4C389D709204}"/>
          </ac:spMkLst>
        </pc:spChg>
        <pc:spChg chg="add mod">
          <ac:chgData name="Michael Moscarelli" userId="3c45dc76-26ad-4bf2-abee-57b769522a52" providerId="ADAL" clId="{75060ACE-0032-49C7-BBA7-294E414E9B5E}" dt="2023-06-08T18:29:14.914" v="335" actId="164"/>
          <ac:spMkLst>
            <pc:docMk/>
            <pc:sldMk cId="1422060027" sldId="256"/>
            <ac:spMk id="8" creationId="{29997B73-9461-F194-7E5B-846E5A14B4D5}"/>
          </ac:spMkLst>
        </pc:spChg>
        <pc:spChg chg="add mod">
          <ac:chgData name="Michael Moscarelli" userId="3c45dc76-26ad-4bf2-abee-57b769522a52" providerId="ADAL" clId="{75060ACE-0032-49C7-BBA7-294E414E9B5E}" dt="2023-06-08T18:32:54.442" v="498" actId="20577"/>
          <ac:spMkLst>
            <pc:docMk/>
            <pc:sldMk cId="1422060027" sldId="256"/>
            <ac:spMk id="9" creationId="{000923A6-060E-EC54-73C3-EDF7CAA4D8E5}"/>
          </ac:spMkLst>
        </pc:spChg>
        <pc:spChg chg="add mod">
          <ac:chgData name="Michael Moscarelli" userId="3c45dc76-26ad-4bf2-abee-57b769522a52" providerId="ADAL" clId="{75060ACE-0032-49C7-BBA7-294E414E9B5E}" dt="2023-06-08T18:29:38.706" v="363" actId="164"/>
          <ac:spMkLst>
            <pc:docMk/>
            <pc:sldMk cId="1422060027" sldId="256"/>
            <ac:spMk id="10" creationId="{22C5B559-8467-EA1E-B4A1-74B5A5B8E599}"/>
          </ac:spMkLst>
        </pc:spChg>
        <pc:spChg chg="add mod">
          <ac:chgData name="Michael Moscarelli" userId="3c45dc76-26ad-4bf2-abee-57b769522a52" providerId="ADAL" clId="{75060ACE-0032-49C7-BBA7-294E414E9B5E}" dt="2023-06-08T18:33:22.750" v="505" actId="14100"/>
          <ac:spMkLst>
            <pc:docMk/>
            <pc:sldMk cId="1422060027" sldId="256"/>
            <ac:spMk id="11" creationId="{233D0D9D-907A-35C1-17B5-BB677300504A}"/>
          </ac:spMkLst>
        </pc:spChg>
        <pc:spChg chg="add mod">
          <ac:chgData name="Michael Moscarelli" userId="3c45dc76-26ad-4bf2-abee-57b769522a52" providerId="ADAL" clId="{75060ACE-0032-49C7-BBA7-294E414E9B5E}" dt="2023-06-08T18:29:38.706" v="363" actId="164"/>
          <ac:spMkLst>
            <pc:docMk/>
            <pc:sldMk cId="1422060027" sldId="256"/>
            <ac:spMk id="12" creationId="{5BC48B4C-81EC-A25D-2D9E-723C6F9090CD}"/>
          </ac:spMkLst>
        </pc:spChg>
        <pc:spChg chg="add mod">
          <ac:chgData name="Michael Moscarelli" userId="3c45dc76-26ad-4bf2-abee-57b769522a52" providerId="ADAL" clId="{75060ACE-0032-49C7-BBA7-294E414E9B5E}" dt="2023-06-08T18:29:38.706" v="363" actId="164"/>
          <ac:spMkLst>
            <pc:docMk/>
            <pc:sldMk cId="1422060027" sldId="256"/>
            <ac:spMk id="13" creationId="{6FB2DA05-3940-5741-28C8-F9FF1ACDA255}"/>
          </ac:spMkLst>
        </pc:spChg>
        <pc:spChg chg="add mod">
          <ac:chgData name="Michael Moscarelli" userId="3c45dc76-26ad-4bf2-abee-57b769522a52" providerId="ADAL" clId="{75060ACE-0032-49C7-BBA7-294E414E9B5E}" dt="2023-06-08T18:29:38.706" v="363" actId="164"/>
          <ac:spMkLst>
            <pc:docMk/>
            <pc:sldMk cId="1422060027" sldId="256"/>
            <ac:spMk id="14" creationId="{9329DF1D-140B-9C2B-0A05-B86DEC7A22E6}"/>
          </ac:spMkLst>
        </pc:spChg>
        <pc:spChg chg="add mod">
          <ac:chgData name="Michael Moscarelli" userId="3c45dc76-26ad-4bf2-abee-57b769522a52" providerId="ADAL" clId="{75060ACE-0032-49C7-BBA7-294E414E9B5E}" dt="2023-06-08T18:33:40.107" v="506" actId="164"/>
          <ac:spMkLst>
            <pc:docMk/>
            <pc:sldMk cId="1422060027" sldId="256"/>
            <ac:spMk id="17" creationId="{9E9AA772-9F93-6E61-872B-507954B7F363}"/>
          </ac:spMkLst>
        </pc:spChg>
        <pc:spChg chg="mod">
          <ac:chgData name="Michael Moscarelli" userId="3c45dc76-26ad-4bf2-abee-57b769522a52" providerId="ADAL" clId="{75060ACE-0032-49C7-BBA7-294E414E9B5E}" dt="2023-06-08T18:30:04.158" v="402"/>
          <ac:spMkLst>
            <pc:docMk/>
            <pc:sldMk cId="1422060027" sldId="256"/>
            <ac:spMk id="19" creationId="{3BAE02A8-F817-A5A1-2596-2BEF45A18E23}"/>
          </ac:spMkLst>
        </pc:spChg>
        <pc:spChg chg="mod">
          <ac:chgData name="Michael Moscarelli" userId="3c45dc76-26ad-4bf2-abee-57b769522a52" providerId="ADAL" clId="{75060ACE-0032-49C7-BBA7-294E414E9B5E}" dt="2023-06-08T18:30:34.498" v="420" actId="20577"/>
          <ac:spMkLst>
            <pc:docMk/>
            <pc:sldMk cId="1422060027" sldId="256"/>
            <ac:spMk id="20" creationId="{CC0B82B3-5569-93DC-BB62-77632A754591}"/>
          </ac:spMkLst>
        </pc:spChg>
        <pc:spChg chg="mod">
          <ac:chgData name="Michael Moscarelli" userId="3c45dc76-26ad-4bf2-abee-57b769522a52" providerId="ADAL" clId="{75060ACE-0032-49C7-BBA7-294E414E9B5E}" dt="2023-06-08T18:30:41.621" v="421" actId="14100"/>
          <ac:spMkLst>
            <pc:docMk/>
            <pc:sldMk cId="1422060027" sldId="256"/>
            <ac:spMk id="21" creationId="{485D8935-E599-4C7A-946B-6AD52DBE9ABC}"/>
          </ac:spMkLst>
        </pc:spChg>
        <pc:spChg chg="mod">
          <ac:chgData name="Michael Moscarelli" userId="3c45dc76-26ad-4bf2-abee-57b769522a52" providerId="ADAL" clId="{75060ACE-0032-49C7-BBA7-294E414E9B5E}" dt="2023-06-08T18:30:48.816" v="423" actId="1076"/>
          <ac:spMkLst>
            <pc:docMk/>
            <pc:sldMk cId="1422060027" sldId="256"/>
            <ac:spMk id="22" creationId="{4BF2DAD3-E763-90C1-441D-19A5D3E003FE}"/>
          </ac:spMkLst>
        </pc:spChg>
        <pc:spChg chg="mod">
          <ac:chgData name="Michael Moscarelli" userId="3c45dc76-26ad-4bf2-abee-57b769522a52" providerId="ADAL" clId="{75060ACE-0032-49C7-BBA7-294E414E9B5E}" dt="2023-06-08T18:31:04.230" v="426" actId="1076"/>
          <ac:spMkLst>
            <pc:docMk/>
            <pc:sldMk cId="1422060027" sldId="256"/>
            <ac:spMk id="23" creationId="{01675380-436A-3B6F-D968-6A7957BFFF63}"/>
          </ac:spMkLst>
        </pc:spChg>
        <pc:spChg chg="add mod">
          <ac:chgData name="Michael Moscarelli" userId="3c45dc76-26ad-4bf2-abee-57b769522a52" providerId="ADAL" clId="{75060ACE-0032-49C7-BBA7-294E414E9B5E}" dt="2023-06-08T18:31:51.864" v="459" actId="164"/>
          <ac:spMkLst>
            <pc:docMk/>
            <pc:sldMk cId="1422060027" sldId="256"/>
            <ac:spMk id="24" creationId="{9599CB9A-8221-457F-DE6E-5FB81D5E2FF1}"/>
          </ac:spMkLst>
        </pc:spChg>
        <pc:spChg chg="add mod">
          <ac:chgData name="Michael Moscarelli" userId="3c45dc76-26ad-4bf2-abee-57b769522a52" providerId="ADAL" clId="{75060ACE-0032-49C7-BBA7-294E414E9B5E}" dt="2023-06-08T18:31:51.864" v="459" actId="164"/>
          <ac:spMkLst>
            <pc:docMk/>
            <pc:sldMk cId="1422060027" sldId="256"/>
            <ac:spMk id="25" creationId="{0F3983EB-7B6D-8E8F-7348-A67430419B9D}"/>
          </ac:spMkLst>
        </pc:spChg>
        <pc:spChg chg="mod">
          <ac:chgData name="Michael Moscarelli" userId="3c45dc76-26ad-4bf2-abee-57b769522a52" providerId="ADAL" clId="{75060ACE-0032-49C7-BBA7-294E414E9B5E}" dt="2023-06-08T18:34:05.801" v="508"/>
          <ac:spMkLst>
            <pc:docMk/>
            <pc:sldMk cId="1422060027" sldId="256"/>
            <ac:spMk id="30" creationId="{57BCC5DA-1A70-9946-170F-E1DE94593D2F}"/>
          </ac:spMkLst>
        </pc:spChg>
        <pc:spChg chg="mod">
          <ac:chgData name="Michael Moscarelli" userId="3c45dc76-26ad-4bf2-abee-57b769522a52" providerId="ADAL" clId="{75060ACE-0032-49C7-BBA7-294E414E9B5E}" dt="2023-06-08T18:34:05.801" v="508"/>
          <ac:spMkLst>
            <pc:docMk/>
            <pc:sldMk cId="1422060027" sldId="256"/>
            <ac:spMk id="31" creationId="{79347BD4-DB58-0D3A-5DB4-6FC501814441}"/>
          </ac:spMkLst>
        </pc:spChg>
        <pc:spChg chg="mod">
          <ac:chgData name="Michael Moscarelli" userId="3c45dc76-26ad-4bf2-abee-57b769522a52" providerId="ADAL" clId="{75060ACE-0032-49C7-BBA7-294E414E9B5E}" dt="2023-06-08T18:34:37.817" v="537" actId="20577"/>
          <ac:spMkLst>
            <pc:docMk/>
            <pc:sldMk cId="1422060027" sldId="256"/>
            <ac:spMk id="32" creationId="{6DDB5777-A9EE-794F-0C3C-525114720B4A}"/>
          </ac:spMkLst>
        </pc:spChg>
        <pc:spChg chg="mod">
          <ac:chgData name="Michael Moscarelli" userId="3c45dc76-26ad-4bf2-abee-57b769522a52" providerId="ADAL" clId="{75060ACE-0032-49C7-BBA7-294E414E9B5E}" dt="2023-06-08T18:35:08.245" v="538" actId="14100"/>
          <ac:spMkLst>
            <pc:docMk/>
            <pc:sldMk cId="1422060027" sldId="256"/>
            <ac:spMk id="33" creationId="{A5AF4EFB-DB69-D12E-7498-C54FFE77BE67}"/>
          </ac:spMkLst>
        </pc:spChg>
        <pc:spChg chg="mod">
          <ac:chgData name="Michael Moscarelli" userId="3c45dc76-26ad-4bf2-abee-57b769522a52" providerId="ADAL" clId="{75060ACE-0032-49C7-BBA7-294E414E9B5E}" dt="2023-06-08T18:35:17.431" v="540" actId="1076"/>
          <ac:spMkLst>
            <pc:docMk/>
            <pc:sldMk cId="1422060027" sldId="256"/>
            <ac:spMk id="34" creationId="{A5FC39CE-8005-839C-92AD-FC289F67E8B2}"/>
          </ac:spMkLst>
        </pc:spChg>
        <pc:spChg chg="mod">
          <ac:chgData name="Michael Moscarelli" userId="3c45dc76-26ad-4bf2-abee-57b769522a52" providerId="ADAL" clId="{75060ACE-0032-49C7-BBA7-294E414E9B5E}" dt="2023-06-08T18:35:21.291" v="541" actId="1076"/>
          <ac:spMkLst>
            <pc:docMk/>
            <pc:sldMk cId="1422060027" sldId="256"/>
            <ac:spMk id="35" creationId="{5B1A401B-552A-D693-2493-FED0DAD19C68}"/>
          </ac:spMkLst>
        </pc:spChg>
        <pc:spChg chg="add mod">
          <ac:chgData name="Michael Moscarelli" userId="3c45dc76-26ad-4bf2-abee-57b769522a52" providerId="ADAL" clId="{75060ACE-0032-49C7-BBA7-294E414E9B5E}" dt="2023-06-08T18:35:33.887" v="555" actId="20577"/>
          <ac:spMkLst>
            <pc:docMk/>
            <pc:sldMk cId="1422060027" sldId="256"/>
            <ac:spMk id="36" creationId="{4403F354-C2F3-BD82-A87E-6251BCD05A41}"/>
          </ac:spMkLst>
        </pc:spChg>
        <pc:spChg chg="add del mod">
          <ac:chgData name="Michael Moscarelli" userId="3c45dc76-26ad-4bf2-abee-57b769522a52" providerId="ADAL" clId="{75060ACE-0032-49C7-BBA7-294E414E9B5E}" dt="2023-06-08T18:38:41.416" v="557"/>
          <ac:spMkLst>
            <pc:docMk/>
            <pc:sldMk cId="1422060027" sldId="256"/>
            <ac:spMk id="37" creationId="{DD52D980-A9E5-BF2C-8C93-FFF552BE6ECE}"/>
          </ac:spMkLst>
        </pc:spChg>
        <pc:grpChg chg="add mod">
          <ac:chgData name="Michael Moscarelli" userId="3c45dc76-26ad-4bf2-abee-57b769522a52" providerId="ADAL" clId="{75060ACE-0032-49C7-BBA7-294E414E9B5E}" dt="2023-06-08T18:34:00.960" v="507" actId="1076"/>
          <ac:grpSpMkLst>
            <pc:docMk/>
            <pc:sldMk cId="1422060027" sldId="256"/>
            <ac:grpSpMk id="15" creationId="{D6A8F1CD-EA40-762D-21B1-180F2A364AFF}"/>
          </ac:grpSpMkLst>
        </pc:grpChg>
        <pc:grpChg chg="add mod">
          <ac:chgData name="Michael Moscarelli" userId="3c45dc76-26ad-4bf2-abee-57b769522a52" providerId="ADAL" clId="{75060ACE-0032-49C7-BBA7-294E414E9B5E}" dt="2023-06-08T18:33:40.107" v="506" actId="164"/>
          <ac:grpSpMkLst>
            <pc:docMk/>
            <pc:sldMk cId="1422060027" sldId="256"/>
            <ac:grpSpMk id="16" creationId="{942A04F5-7185-465B-EF1B-43ACA6EAAE44}"/>
          </ac:grpSpMkLst>
        </pc:grpChg>
        <pc:grpChg chg="add mod">
          <ac:chgData name="Michael Moscarelli" userId="3c45dc76-26ad-4bf2-abee-57b769522a52" providerId="ADAL" clId="{75060ACE-0032-49C7-BBA7-294E414E9B5E}" dt="2023-06-08T18:31:51.864" v="459" actId="164"/>
          <ac:grpSpMkLst>
            <pc:docMk/>
            <pc:sldMk cId="1422060027" sldId="256"/>
            <ac:grpSpMk id="18" creationId="{6C40BDDF-186F-BF2B-02D7-A7EAA6920B3B}"/>
          </ac:grpSpMkLst>
        </pc:grpChg>
        <pc:grpChg chg="add mod">
          <ac:chgData name="Michael Moscarelli" userId="3c45dc76-26ad-4bf2-abee-57b769522a52" providerId="ADAL" clId="{75060ACE-0032-49C7-BBA7-294E414E9B5E}" dt="2023-06-08T18:31:57.549" v="460" actId="1076"/>
          <ac:grpSpMkLst>
            <pc:docMk/>
            <pc:sldMk cId="1422060027" sldId="256"/>
            <ac:grpSpMk id="26" creationId="{88CB5AA8-B73A-055C-D023-4AF46A635443}"/>
          </ac:grpSpMkLst>
        </pc:grpChg>
        <pc:grpChg chg="add mod">
          <ac:chgData name="Michael Moscarelli" userId="3c45dc76-26ad-4bf2-abee-57b769522a52" providerId="ADAL" clId="{75060ACE-0032-49C7-BBA7-294E414E9B5E}" dt="2023-06-08T18:34:29.163" v="532" actId="1036"/>
          <ac:grpSpMkLst>
            <pc:docMk/>
            <pc:sldMk cId="1422060027" sldId="256"/>
            <ac:grpSpMk id="27" creationId="{103757EA-8BD3-94B2-08F0-AC4936DB059B}"/>
          </ac:grpSpMkLst>
        </pc:grpChg>
        <pc:grpChg chg="add mod">
          <ac:chgData name="Michael Moscarelli" userId="3c45dc76-26ad-4bf2-abee-57b769522a52" providerId="ADAL" clId="{75060ACE-0032-49C7-BBA7-294E414E9B5E}" dt="2023-06-08T18:34:08.436" v="509" actId="1076"/>
          <ac:grpSpMkLst>
            <pc:docMk/>
            <pc:sldMk cId="1422060027" sldId="256"/>
            <ac:grpSpMk id="28" creationId="{A929A236-66D8-7729-E303-5CF176D52FEF}"/>
          </ac:grpSpMkLst>
        </pc:grpChg>
        <pc:grpChg chg="mod">
          <ac:chgData name="Michael Moscarelli" userId="3c45dc76-26ad-4bf2-abee-57b769522a52" providerId="ADAL" clId="{75060ACE-0032-49C7-BBA7-294E414E9B5E}" dt="2023-06-08T18:34:05.801" v="508"/>
          <ac:grpSpMkLst>
            <pc:docMk/>
            <pc:sldMk cId="1422060027" sldId="256"/>
            <ac:grpSpMk id="29" creationId="{447A8819-8068-AC1F-252D-660E9B74F0A3}"/>
          </ac:grpSpMkLst>
        </pc:grpChg>
      </pc:sldChg>
      <pc:sldChg chg="addSp delSp modSp add del mod">
        <pc:chgData name="Michael Moscarelli" userId="3c45dc76-26ad-4bf2-abee-57b769522a52" providerId="ADAL" clId="{75060ACE-0032-49C7-BBA7-294E414E9B5E}" dt="2023-06-08T20:11:39.468" v="1262" actId="47"/>
        <pc:sldMkLst>
          <pc:docMk/>
          <pc:sldMk cId="1088995218" sldId="257"/>
        </pc:sldMkLst>
        <pc:spChg chg="del">
          <ac:chgData name="Michael Moscarelli" userId="3c45dc76-26ad-4bf2-abee-57b769522a52" providerId="ADAL" clId="{75060ACE-0032-49C7-BBA7-294E414E9B5E}" dt="2023-06-08T18:39:49.404" v="562" actId="478"/>
          <ac:spMkLst>
            <pc:docMk/>
            <pc:sldMk cId="1088995218" sldId="257"/>
            <ac:spMk id="36" creationId="{4403F354-C2F3-BD82-A87E-6251BCD05A41}"/>
          </ac:spMkLst>
        </pc:spChg>
        <pc:spChg chg="add mod">
          <ac:chgData name="Michael Moscarelli" userId="3c45dc76-26ad-4bf2-abee-57b769522a52" providerId="ADAL" clId="{75060ACE-0032-49C7-BBA7-294E414E9B5E}" dt="2023-06-08T18:46:37.642" v="855" actId="164"/>
          <ac:spMkLst>
            <pc:docMk/>
            <pc:sldMk cId="1088995218" sldId="257"/>
            <ac:spMk id="37" creationId="{00E9B66C-5C0D-3F7F-46F2-852AB68A94C9}"/>
          </ac:spMkLst>
        </pc:spChg>
        <pc:spChg chg="add mod">
          <ac:chgData name="Michael Moscarelli" userId="3c45dc76-26ad-4bf2-abee-57b769522a52" providerId="ADAL" clId="{75060ACE-0032-49C7-BBA7-294E414E9B5E}" dt="2023-06-08T18:46:37.642" v="855" actId="164"/>
          <ac:spMkLst>
            <pc:docMk/>
            <pc:sldMk cId="1088995218" sldId="257"/>
            <ac:spMk id="38" creationId="{7BE95FE1-26E7-6F6A-ED89-DC35DB3F170C}"/>
          </ac:spMkLst>
        </pc:spChg>
        <pc:spChg chg="mod">
          <ac:chgData name="Michael Moscarelli" userId="3c45dc76-26ad-4bf2-abee-57b769522a52" providerId="ADAL" clId="{75060ACE-0032-49C7-BBA7-294E414E9B5E}" dt="2023-06-08T18:52:45.881" v="1036" actId="20577"/>
          <ac:spMkLst>
            <pc:docMk/>
            <pc:sldMk cId="1088995218" sldId="257"/>
            <ac:spMk id="42" creationId="{19704A81-B23B-CF97-E1A4-3BB3B8A11A78}"/>
          </ac:spMkLst>
        </pc:spChg>
        <pc:spChg chg="mod">
          <ac:chgData name="Michael Moscarelli" userId="3c45dc76-26ad-4bf2-abee-57b769522a52" providerId="ADAL" clId="{75060ACE-0032-49C7-BBA7-294E414E9B5E}" dt="2023-06-08T18:46:40.848" v="856"/>
          <ac:spMkLst>
            <pc:docMk/>
            <pc:sldMk cId="1088995218" sldId="257"/>
            <ac:spMk id="43" creationId="{389AA295-CA3F-0CE8-1003-9449268A9905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46" creationId="{9EC2544A-2EB3-F4EC-92AC-ABB463CF3C38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47" creationId="{536129BF-D9BF-3D23-D219-99BCD1236243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48" creationId="{5A970A02-07B3-CBCD-A821-6B801B09A43B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49" creationId="{986B55D1-5719-C606-D085-A10DE3A6C49A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0" creationId="{8CD24F23-0611-A809-AFFC-C6814D65C629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1" creationId="{F535DBF0-1B2F-3A13-5E86-11D0CBE951F1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4" creationId="{7A204646-2A55-E257-7994-D3B375566BD3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5" creationId="{EBD6A30C-F1A6-7744-4AAC-9BDE47707601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6" creationId="{16A363F5-C3F6-1F70-C0DE-B98370DDD83B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7" creationId="{0C0CF30E-71DF-6BD2-FA90-AC91A28FCD39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8" creationId="{1289F63B-D6AF-0DB7-7CC0-70E83D7232A3}"/>
          </ac:spMkLst>
        </pc:spChg>
        <pc:spChg chg="mod">
          <ac:chgData name="Michael Moscarelli" userId="3c45dc76-26ad-4bf2-abee-57b769522a52" providerId="ADAL" clId="{75060ACE-0032-49C7-BBA7-294E414E9B5E}" dt="2023-06-08T18:50:02.965" v="954"/>
          <ac:spMkLst>
            <pc:docMk/>
            <pc:sldMk cId="1088995218" sldId="257"/>
            <ac:spMk id="59" creationId="{2A0CC22B-BC7C-431E-90E5-FF57F7CDE499}"/>
          </ac:spMkLst>
        </pc:spChg>
        <pc:spChg chg="add del mod">
          <ac:chgData name="Michael Moscarelli" userId="3c45dc76-26ad-4bf2-abee-57b769522a52" providerId="ADAL" clId="{75060ACE-0032-49C7-BBA7-294E414E9B5E}" dt="2023-06-08T18:50:18.631" v="956" actId="478"/>
          <ac:spMkLst>
            <pc:docMk/>
            <pc:sldMk cId="1088995218" sldId="257"/>
            <ac:spMk id="60" creationId="{F11F831A-F00D-A7E6-6637-B0FE670B0FBB}"/>
          </ac:spMkLst>
        </pc:spChg>
        <pc:spChg chg="mod">
          <ac:chgData name="Michael Moscarelli" userId="3c45dc76-26ad-4bf2-abee-57b769522a52" providerId="ADAL" clId="{75060ACE-0032-49C7-BBA7-294E414E9B5E}" dt="2023-06-08T18:50:31.047" v="957"/>
          <ac:spMkLst>
            <pc:docMk/>
            <pc:sldMk cId="1088995218" sldId="257"/>
            <ac:spMk id="63" creationId="{6AC94A0C-E9BF-3647-D073-20BFC295B40E}"/>
          </ac:spMkLst>
        </pc:spChg>
        <pc:spChg chg="mod">
          <ac:chgData name="Michael Moscarelli" userId="3c45dc76-26ad-4bf2-abee-57b769522a52" providerId="ADAL" clId="{75060ACE-0032-49C7-BBA7-294E414E9B5E}" dt="2023-06-08T18:50:31.047" v="957"/>
          <ac:spMkLst>
            <pc:docMk/>
            <pc:sldMk cId="1088995218" sldId="257"/>
            <ac:spMk id="64" creationId="{21B49728-E728-09BC-A3B0-78B21555BD40}"/>
          </ac:spMkLst>
        </pc:spChg>
        <pc:spChg chg="mod">
          <ac:chgData name="Michael Moscarelli" userId="3c45dc76-26ad-4bf2-abee-57b769522a52" providerId="ADAL" clId="{75060ACE-0032-49C7-BBA7-294E414E9B5E}" dt="2023-06-08T18:50:31.047" v="957"/>
          <ac:spMkLst>
            <pc:docMk/>
            <pc:sldMk cId="1088995218" sldId="257"/>
            <ac:spMk id="65" creationId="{A60BC7E3-E183-3CE7-50DC-A2273FF62054}"/>
          </ac:spMkLst>
        </pc:spChg>
        <pc:spChg chg="mod">
          <ac:chgData name="Michael Moscarelli" userId="3c45dc76-26ad-4bf2-abee-57b769522a52" providerId="ADAL" clId="{75060ACE-0032-49C7-BBA7-294E414E9B5E}" dt="2023-06-08T18:50:31.047" v="957"/>
          <ac:spMkLst>
            <pc:docMk/>
            <pc:sldMk cId="1088995218" sldId="257"/>
            <ac:spMk id="66" creationId="{E94C8B3D-5317-6424-D067-90AFC0CD90A2}"/>
          </ac:spMkLst>
        </pc:spChg>
        <pc:spChg chg="mod">
          <ac:chgData name="Michael Moscarelli" userId="3c45dc76-26ad-4bf2-abee-57b769522a52" providerId="ADAL" clId="{75060ACE-0032-49C7-BBA7-294E414E9B5E}" dt="2023-06-08T18:50:31.047" v="957"/>
          <ac:spMkLst>
            <pc:docMk/>
            <pc:sldMk cId="1088995218" sldId="257"/>
            <ac:spMk id="67" creationId="{68995910-C935-B089-C400-98E3E6116B23}"/>
          </ac:spMkLst>
        </pc:spChg>
        <pc:spChg chg="mod">
          <ac:chgData name="Michael Moscarelli" userId="3c45dc76-26ad-4bf2-abee-57b769522a52" providerId="ADAL" clId="{75060ACE-0032-49C7-BBA7-294E414E9B5E}" dt="2023-06-08T18:50:31.047" v="957"/>
          <ac:spMkLst>
            <pc:docMk/>
            <pc:sldMk cId="1088995218" sldId="257"/>
            <ac:spMk id="68" creationId="{7780F8B6-2051-DD78-7A98-E9A4AA341399}"/>
          </ac:spMkLst>
        </pc:spChg>
        <pc:spChg chg="mod">
          <ac:chgData name="Michael Moscarelli" userId="3c45dc76-26ad-4bf2-abee-57b769522a52" providerId="ADAL" clId="{75060ACE-0032-49C7-BBA7-294E414E9B5E}" dt="2023-06-08T18:52:28.142" v="1010" actId="20577"/>
          <ac:spMkLst>
            <pc:docMk/>
            <pc:sldMk cId="1088995218" sldId="257"/>
            <ac:spMk id="71" creationId="{22923FB3-7B64-C197-44CE-E5B91DD0F3B7}"/>
          </ac:spMkLst>
        </pc:spChg>
        <pc:spChg chg="mod">
          <ac:chgData name="Michael Moscarelli" userId="3c45dc76-26ad-4bf2-abee-57b769522a52" providerId="ADAL" clId="{75060ACE-0032-49C7-BBA7-294E414E9B5E}" dt="2023-06-08T18:50:42.451" v="959"/>
          <ac:spMkLst>
            <pc:docMk/>
            <pc:sldMk cId="1088995218" sldId="257"/>
            <ac:spMk id="72" creationId="{F40CA225-0CED-1CA3-DA49-7404C77B108A}"/>
          </ac:spMkLst>
        </pc:spChg>
        <pc:spChg chg="mod">
          <ac:chgData name="Michael Moscarelli" userId="3c45dc76-26ad-4bf2-abee-57b769522a52" providerId="ADAL" clId="{75060ACE-0032-49C7-BBA7-294E414E9B5E}" dt="2023-06-08T18:52:40.966" v="1022" actId="20577"/>
          <ac:spMkLst>
            <pc:docMk/>
            <pc:sldMk cId="1088995218" sldId="257"/>
            <ac:spMk id="75" creationId="{753037EA-1563-E81A-CFE9-04BE13BEF132}"/>
          </ac:spMkLst>
        </pc:spChg>
        <pc:spChg chg="mod">
          <ac:chgData name="Michael Moscarelli" userId="3c45dc76-26ad-4bf2-abee-57b769522a52" providerId="ADAL" clId="{75060ACE-0032-49C7-BBA7-294E414E9B5E}" dt="2023-06-08T18:51:35.934" v="977"/>
          <ac:spMkLst>
            <pc:docMk/>
            <pc:sldMk cId="1088995218" sldId="257"/>
            <ac:spMk id="76" creationId="{C157E6D8-2CBF-C9A2-94AC-967BC4401C96}"/>
          </ac:spMkLst>
        </pc:spChg>
        <pc:grpChg chg="del mod">
          <ac:chgData name="Michael Moscarelli" userId="3c45dc76-26ad-4bf2-abee-57b769522a52" providerId="ADAL" clId="{75060ACE-0032-49C7-BBA7-294E414E9B5E}" dt="2023-06-08T18:49:24.114" v="952" actId="478"/>
          <ac:grpSpMkLst>
            <pc:docMk/>
            <pc:sldMk cId="1088995218" sldId="257"/>
            <ac:grpSpMk id="15" creationId="{D6A8F1CD-EA40-762D-21B1-180F2A364AFF}"/>
          </ac:grpSpMkLst>
        </pc:grpChg>
        <pc:grpChg chg="del">
          <ac:chgData name="Michael Moscarelli" userId="3c45dc76-26ad-4bf2-abee-57b769522a52" providerId="ADAL" clId="{75060ACE-0032-49C7-BBA7-294E414E9B5E}" dt="2023-06-08T18:49:28.651" v="953" actId="478"/>
          <ac:grpSpMkLst>
            <pc:docMk/>
            <pc:sldMk cId="1088995218" sldId="257"/>
            <ac:grpSpMk id="26" creationId="{88CB5AA8-B73A-055C-D023-4AF46A635443}"/>
          </ac:grpSpMkLst>
        </pc:grpChg>
        <pc:grpChg chg="del">
          <ac:chgData name="Michael Moscarelli" userId="3c45dc76-26ad-4bf2-abee-57b769522a52" providerId="ADAL" clId="{75060ACE-0032-49C7-BBA7-294E414E9B5E}" dt="2023-06-08T18:39:47" v="561" actId="478"/>
          <ac:grpSpMkLst>
            <pc:docMk/>
            <pc:sldMk cId="1088995218" sldId="257"/>
            <ac:grpSpMk id="27" creationId="{103757EA-8BD3-94B2-08F0-AC4936DB059B}"/>
          </ac:grpSpMkLst>
        </pc:grpChg>
        <pc:grpChg chg="del">
          <ac:chgData name="Michael Moscarelli" userId="3c45dc76-26ad-4bf2-abee-57b769522a52" providerId="ADAL" clId="{75060ACE-0032-49C7-BBA7-294E414E9B5E}" dt="2023-06-08T18:39:38.325" v="560" actId="478"/>
          <ac:grpSpMkLst>
            <pc:docMk/>
            <pc:sldMk cId="1088995218" sldId="257"/>
            <ac:grpSpMk id="28" creationId="{A929A236-66D8-7729-E303-5CF176D52FEF}"/>
          </ac:grpSpMkLst>
        </pc:grpChg>
        <pc:grpChg chg="add mod">
          <ac:chgData name="Michael Moscarelli" userId="3c45dc76-26ad-4bf2-abee-57b769522a52" providerId="ADAL" clId="{75060ACE-0032-49C7-BBA7-294E414E9B5E}" dt="2023-06-08T18:46:37.642" v="855" actId="164"/>
          <ac:grpSpMkLst>
            <pc:docMk/>
            <pc:sldMk cId="1088995218" sldId="257"/>
            <ac:grpSpMk id="39" creationId="{9288C144-4EF9-2CF6-93A3-4F4D0011F594}"/>
          </ac:grpSpMkLst>
        </pc:grpChg>
        <pc:grpChg chg="add mod">
          <ac:chgData name="Michael Moscarelli" userId="3c45dc76-26ad-4bf2-abee-57b769522a52" providerId="ADAL" clId="{75060ACE-0032-49C7-BBA7-294E414E9B5E}" dt="2023-06-08T18:46:48.248" v="857" actId="1076"/>
          <ac:grpSpMkLst>
            <pc:docMk/>
            <pc:sldMk cId="1088995218" sldId="257"/>
            <ac:grpSpMk id="40" creationId="{599FA997-D8B0-0E5F-FB8E-65FE8ACEE616}"/>
          </ac:grpSpMkLst>
        </pc:grpChg>
        <pc:grpChg chg="add del mod">
          <ac:chgData name="Michael Moscarelli" userId="3c45dc76-26ad-4bf2-abee-57b769522a52" providerId="ADAL" clId="{75060ACE-0032-49C7-BBA7-294E414E9B5E}" dt="2023-06-08T18:50:18.631" v="956" actId="478"/>
          <ac:grpSpMkLst>
            <pc:docMk/>
            <pc:sldMk cId="1088995218" sldId="257"/>
            <ac:grpSpMk id="44" creationId="{62F40953-2BED-FC75-1A26-5EDDD6C4CA5F}"/>
          </ac:grpSpMkLst>
        </pc:grpChg>
        <pc:grpChg chg="mod">
          <ac:chgData name="Michael Moscarelli" userId="3c45dc76-26ad-4bf2-abee-57b769522a52" providerId="ADAL" clId="{75060ACE-0032-49C7-BBA7-294E414E9B5E}" dt="2023-06-08T18:50:02.965" v="954"/>
          <ac:grpSpMkLst>
            <pc:docMk/>
            <pc:sldMk cId="1088995218" sldId="257"/>
            <ac:grpSpMk id="45" creationId="{AAEFAB8A-BB91-ACC0-A892-750C3C28DE60}"/>
          </ac:grpSpMkLst>
        </pc:grpChg>
        <pc:grpChg chg="add del mod">
          <ac:chgData name="Michael Moscarelli" userId="3c45dc76-26ad-4bf2-abee-57b769522a52" providerId="ADAL" clId="{75060ACE-0032-49C7-BBA7-294E414E9B5E}" dt="2023-06-08T18:50:18.631" v="956" actId="478"/>
          <ac:grpSpMkLst>
            <pc:docMk/>
            <pc:sldMk cId="1088995218" sldId="257"/>
            <ac:grpSpMk id="52" creationId="{F6C4078E-310B-E243-4DB8-9F7EC564125A}"/>
          </ac:grpSpMkLst>
        </pc:grpChg>
        <pc:grpChg chg="mod">
          <ac:chgData name="Michael Moscarelli" userId="3c45dc76-26ad-4bf2-abee-57b769522a52" providerId="ADAL" clId="{75060ACE-0032-49C7-BBA7-294E414E9B5E}" dt="2023-06-08T18:50:02.965" v="954"/>
          <ac:grpSpMkLst>
            <pc:docMk/>
            <pc:sldMk cId="1088995218" sldId="257"/>
            <ac:grpSpMk id="53" creationId="{F737DB39-D0F4-B5B6-E5AE-60D04DF25F06}"/>
          </ac:grpSpMkLst>
        </pc:grpChg>
        <pc:grpChg chg="add del mod">
          <ac:chgData name="Michael Moscarelli" userId="3c45dc76-26ad-4bf2-abee-57b769522a52" providerId="ADAL" clId="{75060ACE-0032-49C7-BBA7-294E414E9B5E}" dt="2023-06-08T18:51:29.123" v="976" actId="478"/>
          <ac:grpSpMkLst>
            <pc:docMk/>
            <pc:sldMk cId="1088995218" sldId="257"/>
            <ac:grpSpMk id="61" creationId="{855928A0-8664-30A2-F2F2-2E462B752F24}"/>
          </ac:grpSpMkLst>
        </pc:grpChg>
        <pc:grpChg chg="mod">
          <ac:chgData name="Michael Moscarelli" userId="3c45dc76-26ad-4bf2-abee-57b769522a52" providerId="ADAL" clId="{75060ACE-0032-49C7-BBA7-294E414E9B5E}" dt="2023-06-08T18:50:31.047" v="957"/>
          <ac:grpSpMkLst>
            <pc:docMk/>
            <pc:sldMk cId="1088995218" sldId="257"/>
            <ac:grpSpMk id="62" creationId="{C1C01CE0-DFCB-FDFF-5AC4-D8947FDBAD60}"/>
          </ac:grpSpMkLst>
        </pc:grpChg>
        <pc:grpChg chg="add mod">
          <ac:chgData name="Michael Moscarelli" userId="3c45dc76-26ad-4bf2-abee-57b769522a52" providerId="ADAL" clId="{75060ACE-0032-49C7-BBA7-294E414E9B5E}" dt="2023-06-08T18:50:48.090" v="960" actId="1076"/>
          <ac:grpSpMkLst>
            <pc:docMk/>
            <pc:sldMk cId="1088995218" sldId="257"/>
            <ac:grpSpMk id="69" creationId="{2014AD7D-D28F-7218-7DD0-A1202706CFEC}"/>
          </ac:grpSpMkLst>
        </pc:grpChg>
        <pc:grpChg chg="add mod">
          <ac:chgData name="Michael Moscarelli" userId="3c45dc76-26ad-4bf2-abee-57b769522a52" providerId="ADAL" clId="{75060ACE-0032-49C7-BBA7-294E414E9B5E}" dt="2023-06-08T18:51:44.655" v="978" actId="1076"/>
          <ac:grpSpMkLst>
            <pc:docMk/>
            <pc:sldMk cId="1088995218" sldId="257"/>
            <ac:grpSpMk id="73" creationId="{73222C2E-F280-8980-5F3B-4D0674BFF816}"/>
          </ac:grpSpMkLst>
        </pc:grpChg>
        <pc:graphicFrameChg chg="add mod modGraphic">
          <ac:chgData name="Michael Moscarelli" userId="3c45dc76-26ad-4bf2-abee-57b769522a52" providerId="ADAL" clId="{75060ACE-0032-49C7-BBA7-294E414E9B5E}" dt="2023-06-08T18:46:37.642" v="855" actId="164"/>
          <ac:graphicFrameMkLst>
            <pc:docMk/>
            <pc:sldMk cId="1088995218" sldId="257"/>
            <ac:graphicFrameMk id="7" creationId="{F8035333-02EB-353C-0053-0249585E5831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18:49:07.744" v="951" actId="20577"/>
          <ac:graphicFrameMkLst>
            <pc:docMk/>
            <pc:sldMk cId="1088995218" sldId="257"/>
            <ac:graphicFrameMk id="41" creationId="{9A76BF91-FF0B-1F80-CB88-5527A417CCA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18:51:21.870" v="975" actId="478"/>
          <ac:graphicFrameMkLst>
            <pc:docMk/>
            <pc:sldMk cId="1088995218" sldId="257"/>
            <ac:graphicFrameMk id="70" creationId="{D82D3873-CA45-CDD4-EA4E-6DE7ABB0145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18:53:31.214" v="1053" actId="20577"/>
          <ac:graphicFrameMkLst>
            <pc:docMk/>
            <pc:sldMk cId="1088995218" sldId="257"/>
            <ac:graphicFrameMk id="74" creationId="{AA6C9E5B-B7DC-7CDB-BEE0-96D45139FE3E}"/>
          </ac:graphicFrameMkLst>
        </pc:graphicFrameChg>
      </pc:sldChg>
      <pc:sldChg chg="modSp add mod">
        <pc:chgData name="Michael Moscarelli" userId="3c45dc76-26ad-4bf2-abee-57b769522a52" providerId="ADAL" clId="{75060ACE-0032-49C7-BBA7-294E414E9B5E}" dt="2023-06-08T20:48:17.855" v="1697" actId="115"/>
        <pc:sldMkLst>
          <pc:docMk/>
          <pc:sldMk cId="1615692334" sldId="258"/>
        </pc:sldMkLst>
        <pc:spChg chg="mod">
          <ac:chgData name="Michael Moscarelli" userId="3c45dc76-26ad-4bf2-abee-57b769522a52" providerId="ADAL" clId="{75060ACE-0032-49C7-BBA7-294E414E9B5E}" dt="2023-06-08T20:48:17.855" v="1697" actId="115"/>
          <ac:spMkLst>
            <pc:docMk/>
            <pc:sldMk cId="1615692334" sldId="258"/>
            <ac:spMk id="4" creationId="{EE52EFEC-46A1-0369-649E-95A5BE219EB1}"/>
          </ac:spMkLst>
        </pc:spChg>
        <pc:grpChg chg="mod">
          <ac:chgData name="Michael Moscarelli" userId="3c45dc76-26ad-4bf2-abee-57b769522a52" providerId="ADAL" clId="{75060ACE-0032-49C7-BBA7-294E414E9B5E}" dt="2023-06-08T18:57:48.194" v="1110" actId="1076"/>
          <ac:grpSpMkLst>
            <pc:docMk/>
            <pc:sldMk cId="1615692334" sldId="258"/>
            <ac:grpSpMk id="73" creationId="{73222C2E-F280-8980-5F3B-4D0674BFF816}"/>
          </ac:grpSpMkLst>
        </pc:grpChg>
        <pc:graphicFrameChg chg="mod">
          <ac:chgData name="Michael Moscarelli" userId="3c45dc76-26ad-4bf2-abee-57b769522a52" providerId="ADAL" clId="{75060ACE-0032-49C7-BBA7-294E414E9B5E}" dt="2023-06-08T20:34:49.522" v="1384" actId="12100"/>
          <ac:graphicFrameMkLst>
            <pc:docMk/>
            <pc:sldMk cId="1615692334" sldId="258"/>
            <ac:graphicFrameMk id="7" creationId="{F8035333-02EB-353C-0053-0249585E5831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4:37.538" v="1383" actId="12100"/>
          <ac:graphicFrameMkLst>
            <pc:docMk/>
            <pc:sldMk cId="1615692334" sldId="258"/>
            <ac:graphicFrameMk id="41" creationId="{9A76BF91-FF0B-1F80-CB88-5527A417CCA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5:18.151" v="1386" actId="12100"/>
          <ac:graphicFrameMkLst>
            <pc:docMk/>
            <pc:sldMk cId="1615692334" sldId="258"/>
            <ac:graphicFrameMk id="70" creationId="{D82D3873-CA45-CDD4-EA4E-6DE7ABB0145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5:40.362" v="1387" actId="12100"/>
          <ac:graphicFrameMkLst>
            <pc:docMk/>
            <pc:sldMk cId="1615692334" sldId="258"/>
            <ac:graphicFrameMk id="74" creationId="{AA6C9E5B-B7DC-7CDB-BEE0-96D45139FE3E}"/>
          </ac:graphicFrameMkLst>
        </pc:graphicFrameChg>
      </pc:sldChg>
      <pc:sldChg chg="modSp add mod">
        <pc:chgData name="Michael Moscarelli" userId="3c45dc76-26ad-4bf2-abee-57b769522a52" providerId="ADAL" clId="{75060ACE-0032-49C7-BBA7-294E414E9B5E}" dt="2023-06-08T20:48:22.960" v="1701" actId="115"/>
        <pc:sldMkLst>
          <pc:docMk/>
          <pc:sldMk cId="1441105576" sldId="259"/>
        </pc:sldMkLst>
        <pc:spChg chg="mod">
          <ac:chgData name="Michael Moscarelli" userId="3c45dc76-26ad-4bf2-abee-57b769522a52" providerId="ADAL" clId="{75060ACE-0032-49C7-BBA7-294E414E9B5E}" dt="2023-06-08T20:48:22.960" v="1701" actId="115"/>
          <ac:spMkLst>
            <pc:docMk/>
            <pc:sldMk cId="1441105576" sldId="259"/>
            <ac:spMk id="4" creationId="{EE52EFEC-46A1-0369-649E-95A5BE219EB1}"/>
          </ac:spMkLst>
        </pc:spChg>
        <pc:graphicFrameChg chg="mod">
          <ac:chgData name="Michael Moscarelli" userId="3c45dc76-26ad-4bf2-abee-57b769522a52" providerId="ADAL" clId="{75060ACE-0032-49C7-BBA7-294E414E9B5E}" dt="2023-06-08T20:37:30.138" v="1396" actId="12100"/>
          <ac:graphicFrameMkLst>
            <pc:docMk/>
            <pc:sldMk cId="1441105576" sldId="259"/>
            <ac:graphicFrameMk id="7" creationId="{F8035333-02EB-353C-0053-0249585E5831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7:35.965" v="1397" actId="12100"/>
          <ac:graphicFrameMkLst>
            <pc:docMk/>
            <pc:sldMk cId="1441105576" sldId="259"/>
            <ac:graphicFrameMk id="41" creationId="{9A76BF91-FF0B-1F80-CB88-5527A417CCA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7:41.261" v="1398" actId="12100"/>
          <ac:graphicFrameMkLst>
            <pc:docMk/>
            <pc:sldMk cId="1441105576" sldId="259"/>
            <ac:graphicFrameMk id="70" creationId="{D82D3873-CA45-CDD4-EA4E-6DE7ABB0145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7:45.532" v="1399" actId="12100"/>
          <ac:graphicFrameMkLst>
            <pc:docMk/>
            <pc:sldMk cId="1441105576" sldId="259"/>
            <ac:graphicFrameMk id="74" creationId="{AA6C9E5B-B7DC-7CDB-BEE0-96D45139FE3E}"/>
          </ac:graphicFrameMkLst>
        </pc:graphicFrameChg>
      </pc:sldChg>
      <pc:sldChg chg="addSp delSp modSp add mod">
        <pc:chgData name="Michael Moscarelli" userId="3c45dc76-26ad-4bf2-abee-57b769522a52" providerId="ADAL" clId="{75060ACE-0032-49C7-BBA7-294E414E9B5E}" dt="2023-06-08T20:50:04.486" v="1718" actId="20577"/>
        <pc:sldMkLst>
          <pc:docMk/>
          <pc:sldMk cId="3860774926" sldId="260"/>
        </pc:sldMkLst>
        <pc:spChg chg="mod">
          <ac:chgData name="Michael Moscarelli" userId="3c45dc76-26ad-4bf2-abee-57b769522a52" providerId="ADAL" clId="{75060ACE-0032-49C7-BBA7-294E414E9B5E}" dt="2023-06-08T20:48:08.133" v="1691" actId="115"/>
          <ac:spMkLst>
            <pc:docMk/>
            <pc:sldMk cId="3860774926" sldId="260"/>
            <ac:spMk id="4" creationId="{EE52EFEC-46A1-0369-649E-95A5BE219EB1}"/>
          </ac:spMkLst>
        </pc:spChg>
        <pc:spChg chg="mod">
          <ac:chgData name="Michael Moscarelli" userId="3c45dc76-26ad-4bf2-abee-57b769522a52" providerId="ADAL" clId="{75060ACE-0032-49C7-BBA7-294E414E9B5E}" dt="2023-06-08T20:49:08.621" v="1704"/>
          <ac:spMkLst>
            <pc:docMk/>
            <pc:sldMk cId="3860774926" sldId="260"/>
            <ac:spMk id="5" creationId="{84BDD92B-1648-FFC6-CB56-2B68EB300752}"/>
          </ac:spMkLst>
        </pc:spChg>
        <pc:spChg chg="del mod">
          <ac:chgData name="Michael Moscarelli" userId="3c45dc76-26ad-4bf2-abee-57b769522a52" providerId="ADAL" clId="{75060ACE-0032-49C7-BBA7-294E414E9B5E}" dt="2023-06-08T20:49:24.659" v="1706" actId="478"/>
          <ac:spMkLst>
            <pc:docMk/>
            <pc:sldMk cId="3860774926" sldId="260"/>
            <ac:spMk id="6" creationId="{EDD93B5D-5C53-16F2-EDA0-984B94565C89}"/>
          </ac:spMkLst>
        </pc:spChg>
        <pc:spChg chg="del">
          <ac:chgData name="Michael Moscarelli" userId="3c45dc76-26ad-4bf2-abee-57b769522a52" providerId="ADAL" clId="{75060ACE-0032-49C7-BBA7-294E414E9B5E}" dt="2023-06-08T20:46:32.913" v="1625" actId="478"/>
          <ac:spMkLst>
            <pc:docMk/>
            <pc:sldMk cId="3860774926" sldId="260"/>
            <ac:spMk id="38" creationId="{7BE95FE1-26E7-6F6A-ED89-DC35DB3F170C}"/>
          </ac:spMkLst>
        </pc:spChg>
        <pc:spChg chg="del">
          <ac:chgData name="Michael Moscarelli" userId="3c45dc76-26ad-4bf2-abee-57b769522a52" providerId="ADAL" clId="{75060ACE-0032-49C7-BBA7-294E414E9B5E}" dt="2023-06-08T20:46:35.612" v="1626" actId="478"/>
          <ac:spMkLst>
            <pc:docMk/>
            <pc:sldMk cId="3860774926" sldId="260"/>
            <ac:spMk id="43" creationId="{389AA295-CA3F-0CE8-1003-9449268A9905}"/>
          </ac:spMkLst>
        </pc:spChg>
        <pc:spChg chg="del">
          <ac:chgData name="Michael Moscarelli" userId="3c45dc76-26ad-4bf2-abee-57b769522a52" providerId="ADAL" clId="{75060ACE-0032-49C7-BBA7-294E414E9B5E}" dt="2023-06-08T20:48:57.872" v="1703" actId="478"/>
          <ac:spMkLst>
            <pc:docMk/>
            <pc:sldMk cId="3860774926" sldId="260"/>
            <ac:spMk id="76" creationId="{C157E6D8-2CBF-C9A2-94AC-967BC4401C96}"/>
          </ac:spMkLst>
        </pc:spChg>
        <pc:grpChg chg="add mod">
          <ac:chgData name="Michael Moscarelli" userId="3c45dc76-26ad-4bf2-abee-57b769522a52" providerId="ADAL" clId="{75060ACE-0032-49C7-BBA7-294E414E9B5E}" dt="2023-06-08T20:49:08.621" v="1704"/>
          <ac:grpSpMkLst>
            <pc:docMk/>
            <pc:sldMk cId="3860774926" sldId="260"/>
            <ac:grpSpMk id="2" creationId="{A8EED91E-1B2A-CAFB-158D-097687F227F3}"/>
          </ac:grpSpMkLst>
        </pc:grpChg>
        <pc:grpChg chg="mod">
          <ac:chgData name="Michael Moscarelli" userId="3c45dc76-26ad-4bf2-abee-57b769522a52" providerId="ADAL" clId="{75060ACE-0032-49C7-BBA7-294E414E9B5E}" dt="2023-06-08T20:44:42.725" v="1609" actId="1076"/>
          <ac:grpSpMkLst>
            <pc:docMk/>
            <pc:sldMk cId="3860774926" sldId="260"/>
            <ac:grpSpMk id="39" creationId="{9288C144-4EF9-2CF6-93A3-4F4D0011F594}"/>
          </ac:grpSpMkLst>
        </pc:grpChg>
        <pc:grpChg chg="mod">
          <ac:chgData name="Michael Moscarelli" userId="3c45dc76-26ad-4bf2-abee-57b769522a52" providerId="ADAL" clId="{75060ACE-0032-49C7-BBA7-294E414E9B5E}" dt="2023-06-08T20:45:20.667" v="1619" actId="1076"/>
          <ac:grpSpMkLst>
            <pc:docMk/>
            <pc:sldMk cId="3860774926" sldId="260"/>
            <ac:grpSpMk id="40" creationId="{599FA997-D8B0-0E5F-FB8E-65FE8ACEE616}"/>
          </ac:grpSpMkLst>
        </pc:grpChg>
        <pc:grpChg chg="del">
          <ac:chgData name="Michael Moscarelli" userId="3c45dc76-26ad-4bf2-abee-57b769522a52" providerId="ADAL" clId="{75060ACE-0032-49C7-BBA7-294E414E9B5E}" dt="2023-06-08T20:48:53.994" v="1702" actId="478"/>
          <ac:grpSpMkLst>
            <pc:docMk/>
            <pc:sldMk cId="3860774926" sldId="260"/>
            <ac:grpSpMk id="69" creationId="{2014AD7D-D28F-7218-7DD0-A1202706CFEC}"/>
          </ac:grpSpMkLst>
        </pc:grpChg>
        <pc:grpChg chg="add del">
          <ac:chgData name="Michael Moscarelli" userId="3c45dc76-26ad-4bf2-abee-57b769522a52" providerId="ADAL" clId="{75060ACE-0032-49C7-BBA7-294E414E9B5E}" dt="2023-06-08T20:49:58.845" v="1710" actId="478"/>
          <ac:grpSpMkLst>
            <pc:docMk/>
            <pc:sldMk cId="3860774926" sldId="260"/>
            <ac:grpSpMk id="73" creationId="{73222C2E-F280-8980-5F3B-4D0674BFF816}"/>
          </ac:grpSpMkLst>
        </pc:grpChg>
        <pc:graphicFrameChg chg="mod">
          <ac:chgData name="Michael Moscarelli" userId="3c45dc76-26ad-4bf2-abee-57b769522a52" providerId="ADAL" clId="{75060ACE-0032-49C7-BBA7-294E414E9B5E}" dt="2023-06-08T20:50:04.486" v="1718" actId="20577"/>
          <ac:graphicFrameMkLst>
            <pc:docMk/>
            <pc:sldMk cId="3860774926" sldId="260"/>
            <ac:graphicFrameMk id="3" creationId="{FC26A902-F53C-0DD6-20EF-124B2E3B0791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44:47.999" v="1617" actId="20577"/>
          <ac:graphicFrameMkLst>
            <pc:docMk/>
            <pc:sldMk cId="3860774926" sldId="260"/>
            <ac:graphicFrameMk id="7" creationId="{F8035333-02EB-353C-0053-0249585E5831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45:31" v="1621" actId="478"/>
          <ac:graphicFrameMkLst>
            <pc:docMk/>
            <pc:sldMk cId="3860774926" sldId="260"/>
            <ac:graphicFrameMk id="41" creationId="{9A76BF91-FF0B-1F80-CB88-5527A417CCA2}"/>
          </ac:graphicFrameMkLst>
        </pc:graphicFrameChg>
        <pc:graphicFrameChg chg="del mod">
          <ac:chgData name="Michael Moscarelli" userId="3c45dc76-26ad-4bf2-abee-57b769522a52" providerId="ADAL" clId="{75060ACE-0032-49C7-BBA7-294E414E9B5E}" dt="2023-06-08T20:46:39.446" v="1627" actId="478"/>
          <ac:graphicFrameMkLst>
            <pc:docMk/>
            <pc:sldMk cId="3860774926" sldId="260"/>
            <ac:graphicFrameMk id="70" creationId="{D82D3873-CA45-CDD4-EA4E-6DE7ABB0145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50:00.907" v="1712" actId="20577"/>
          <ac:graphicFrameMkLst>
            <pc:docMk/>
            <pc:sldMk cId="3860774926" sldId="260"/>
            <ac:graphicFrameMk id="74" creationId="{AA6C9E5B-B7DC-7CDB-BEE0-96D45139FE3E}"/>
          </ac:graphicFrameMkLst>
        </pc:graphicFrameChg>
      </pc:sldChg>
      <pc:sldChg chg="delSp modSp add mod">
        <pc:chgData name="Michael Moscarelli" userId="3c45dc76-26ad-4bf2-abee-57b769522a52" providerId="ADAL" clId="{75060ACE-0032-49C7-BBA7-294E414E9B5E}" dt="2023-06-08T20:48:13.222" v="1693" actId="115"/>
        <pc:sldMkLst>
          <pc:docMk/>
          <pc:sldMk cId="2203845816" sldId="261"/>
        </pc:sldMkLst>
        <pc:spChg chg="mod">
          <ac:chgData name="Michael Moscarelli" userId="3c45dc76-26ad-4bf2-abee-57b769522a52" providerId="ADAL" clId="{75060ACE-0032-49C7-BBA7-294E414E9B5E}" dt="2023-06-08T20:48:13.222" v="1693" actId="115"/>
          <ac:spMkLst>
            <pc:docMk/>
            <pc:sldMk cId="2203845816" sldId="261"/>
            <ac:spMk id="4" creationId="{EE52EFEC-46A1-0369-649E-95A5BE219EB1}"/>
          </ac:spMkLst>
        </pc:spChg>
        <pc:spChg chg="del">
          <ac:chgData name="Michael Moscarelli" userId="3c45dc76-26ad-4bf2-abee-57b769522a52" providerId="ADAL" clId="{75060ACE-0032-49C7-BBA7-294E414E9B5E}" dt="2023-06-08T20:42:08.774" v="1578" actId="478"/>
          <ac:spMkLst>
            <pc:docMk/>
            <pc:sldMk cId="2203845816" sldId="261"/>
            <ac:spMk id="38" creationId="{7BE95FE1-26E7-6F6A-ED89-DC35DB3F170C}"/>
          </ac:spMkLst>
        </pc:spChg>
        <pc:spChg chg="del">
          <ac:chgData name="Michael Moscarelli" userId="3c45dc76-26ad-4bf2-abee-57b769522a52" providerId="ADAL" clId="{75060ACE-0032-49C7-BBA7-294E414E9B5E}" dt="2023-06-08T20:43:48.037" v="1606" actId="478"/>
          <ac:spMkLst>
            <pc:docMk/>
            <pc:sldMk cId="2203845816" sldId="261"/>
            <ac:spMk id="43" creationId="{389AA295-CA3F-0CE8-1003-9449268A9905}"/>
          </ac:spMkLst>
        </pc:spChg>
        <pc:grpChg chg="del">
          <ac:chgData name="Michael Moscarelli" userId="3c45dc76-26ad-4bf2-abee-57b769522a52" providerId="ADAL" clId="{75060ACE-0032-49C7-BBA7-294E414E9B5E}" dt="2023-06-08T20:43:56.643" v="1607" actId="478"/>
          <ac:grpSpMkLst>
            <pc:docMk/>
            <pc:sldMk cId="2203845816" sldId="261"/>
            <ac:grpSpMk id="69" creationId="{2014AD7D-D28F-7218-7DD0-A1202706CFEC}"/>
          </ac:grpSpMkLst>
        </pc:grpChg>
        <pc:grpChg chg="del">
          <ac:chgData name="Michael Moscarelli" userId="3c45dc76-26ad-4bf2-abee-57b769522a52" providerId="ADAL" clId="{75060ACE-0032-49C7-BBA7-294E414E9B5E}" dt="2023-06-08T20:43:56.643" v="1607" actId="478"/>
          <ac:grpSpMkLst>
            <pc:docMk/>
            <pc:sldMk cId="2203845816" sldId="261"/>
            <ac:grpSpMk id="73" creationId="{73222C2E-F280-8980-5F3B-4D0674BFF816}"/>
          </ac:grpSpMkLst>
        </pc:grpChg>
        <pc:graphicFrameChg chg="mod">
          <ac:chgData name="Michael Moscarelli" userId="3c45dc76-26ad-4bf2-abee-57b769522a52" providerId="ADAL" clId="{75060ACE-0032-49C7-BBA7-294E414E9B5E}" dt="2023-06-08T20:42:04.112" v="1577" actId="20577"/>
          <ac:graphicFrameMkLst>
            <pc:docMk/>
            <pc:sldMk cId="2203845816" sldId="261"/>
            <ac:graphicFrameMk id="7" creationId="{F8035333-02EB-353C-0053-0249585E5831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42:58.723" v="1605" actId="478"/>
          <ac:graphicFrameMkLst>
            <pc:docMk/>
            <pc:sldMk cId="2203845816" sldId="261"/>
            <ac:graphicFrameMk id="41" creationId="{9A76BF91-FF0B-1F80-CB88-5527A417CCA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6:28.055" v="1390" actId="12100"/>
          <ac:graphicFrameMkLst>
            <pc:docMk/>
            <pc:sldMk cId="2203845816" sldId="261"/>
            <ac:graphicFrameMk id="70" creationId="{D82D3873-CA45-CDD4-EA4E-6DE7ABB01452}"/>
          </ac:graphicFrameMkLst>
        </pc:graphicFrameChg>
        <pc:graphicFrameChg chg="mod">
          <ac:chgData name="Michael Moscarelli" userId="3c45dc76-26ad-4bf2-abee-57b769522a52" providerId="ADAL" clId="{75060ACE-0032-49C7-BBA7-294E414E9B5E}" dt="2023-06-08T20:36:36.457" v="1391" actId="12100"/>
          <ac:graphicFrameMkLst>
            <pc:docMk/>
            <pc:sldMk cId="2203845816" sldId="261"/>
            <ac:graphicFrameMk id="74" creationId="{AA6C9E5B-B7DC-7CDB-BEE0-96D45139FE3E}"/>
          </ac:graphicFrameMkLst>
        </pc:graphicFrameChg>
      </pc:sldChg>
      <pc:sldChg chg="modSp new mod ord">
        <pc:chgData name="Michael Moscarelli" userId="3c45dc76-26ad-4bf2-abee-57b769522a52" providerId="ADAL" clId="{75060ACE-0032-49C7-BBA7-294E414E9B5E}" dt="2023-06-08T20:47:42.408" v="1682"/>
        <pc:sldMkLst>
          <pc:docMk/>
          <pc:sldMk cId="4130861406" sldId="262"/>
        </pc:sldMkLst>
        <pc:spChg chg="mod">
          <ac:chgData name="Michael Moscarelli" userId="3c45dc76-26ad-4bf2-abee-57b769522a52" providerId="ADAL" clId="{75060ACE-0032-49C7-BBA7-294E414E9B5E}" dt="2023-06-08T20:47:36.151" v="1680" actId="20577"/>
          <ac:spMkLst>
            <pc:docMk/>
            <pc:sldMk cId="4130861406" sldId="262"/>
            <ac:spMk id="2" creationId="{C25D7E8F-17EC-F06F-591F-BBCEAD7AF0D4}"/>
          </ac:spMkLst>
        </pc:spChg>
      </pc:sldChg>
      <pc:sldChg chg="modSp add mod">
        <pc:chgData name="Michael Moscarelli" userId="3c45dc76-26ad-4bf2-abee-57b769522a52" providerId="ADAL" clId="{75060ACE-0032-49C7-BBA7-294E414E9B5E}" dt="2023-06-08T20:47:53.117" v="1687" actId="20577"/>
        <pc:sldMkLst>
          <pc:docMk/>
          <pc:sldMk cId="1763053893" sldId="263"/>
        </pc:sldMkLst>
        <pc:spChg chg="mod">
          <ac:chgData name="Michael Moscarelli" userId="3c45dc76-26ad-4bf2-abee-57b769522a52" providerId="ADAL" clId="{75060ACE-0032-49C7-BBA7-294E414E9B5E}" dt="2023-06-08T20:47:53.117" v="1687" actId="20577"/>
          <ac:spMkLst>
            <pc:docMk/>
            <pc:sldMk cId="1763053893" sldId="263"/>
            <ac:spMk id="2" creationId="{C25D7E8F-17EC-F06F-591F-BBCEAD7AF0D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3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2"/>
      <dgm:spPr/>
    </dgm:pt>
    <dgm:pt modelId="{89F497FD-9B14-4D4B-92A8-A20BE0216095}" type="pres">
      <dgm:prSet presAssocID="{1460BC39-7ECE-4D62-8CDC-4BAD7C9229C4}" presName="connectorText" presStyleLbl="sibTrans2D1" presStyleIdx="0" presStyleCnt="2"/>
      <dgm:spPr/>
    </dgm:pt>
    <dgm:pt modelId="{7960951D-BF10-49A9-A6C3-7694192B18B2}" type="pres">
      <dgm:prSet presAssocID="{424DC062-A65B-4878-9FCD-F915E471E2F6}" presName="node" presStyleLbl="node1" presStyleIdx="1" presStyleCnt="3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2"/>
      <dgm:spPr/>
    </dgm:pt>
    <dgm:pt modelId="{68368549-0DB8-4549-B526-88030BBB25A4}" type="pres">
      <dgm:prSet presAssocID="{FECB3D77-10CC-4A27-8D74-6C04DAC1869E}" presName="connectorText" presStyleLbl="sibTrans2D1" presStyleIdx="1" presStyleCnt="2"/>
      <dgm:spPr/>
    </dgm:pt>
    <dgm:pt modelId="{FC9D8CB7-0624-474C-A575-4405A61F9B72}" type="pres">
      <dgm:prSet presAssocID="{F59D04D6-60DC-46C3-8AF3-F0F20552D58A}" presName="node" presStyleLbl="node1" presStyleIdx="2" presStyleCnt="3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2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95E87F5F-37E8-4E21-AA20-49C56C9EA0FE}" type="presParOf" srcId="{720D49DD-0C67-4340-975C-2366D8EF3EA2}" destId="{FC9D8CB7-0624-474C-A575-4405A61F9B7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37F9C1DB-8037-4FF0-AA40-D23E0822C1B0}">
      <dgm:prSet/>
      <dgm:spPr/>
      <dgm:t>
        <a:bodyPr/>
        <a:lstStyle/>
        <a:p>
          <a:r>
            <a:rPr lang="en-US" dirty="0"/>
            <a:t>Field Legal Rep</a:t>
          </a:r>
        </a:p>
      </dgm:t>
    </dgm:pt>
    <dgm:pt modelId="{53650D01-DFF8-46EA-93A3-4FFD4AB6D3CE}" type="parTrans" cxnId="{48B913A8-71DC-472F-B3B7-C010DBF9E487}">
      <dgm:prSet/>
      <dgm:spPr/>
      <dgm:t>
        <a:bodyPr/>
        <a:lstStyle/>
        <a:p>
          <a:endParaRPr lang="en-US"/>
        </a:p>
      </dgm:t>
    </dgm:pt>
    <dgm:pt modelId="{82C679F4-736A-4BFA-BC23-5DDFB6ECA37E}" type="sibTrans" cxnId="{48B913A8-71DC-472F-B3B7-C010DBF9E487}">
      <dgm:prSet/>
      <dgm:spPr/>
      <dgm:t>
        <a:bodyPr/>
        <a:lstStyle/>
        <a:p>
          <a:endParaRPr lang="en-US"/>
        </a:p>
      </dgm:t>
    </dgm:pt>
    <dgm:pt modelId="{1C11A8EB-EBD2-44AE-B91B-1D67366C3A00}">
      <dgm:prSet/>
      <dgm:spPr/>
      <dgm:t>
        <a:bodyPr/>
        <a:lstStyle/>
        <a:p>
          <a:r>
            <a:rPr lang="en-US" dirty="0"/>
            <a:t>Sr Director</a:t>
          </a:r>
        </a:p>
      </dgm:t>
    </dgm:pt>
    <dgm:pt modelId="{40D60FB2-ACA9-4D69-85BE-3C878AD70B23}" type="parTrans" cxnId="{519B1BAE-439B-475E-90DC-F5F2E72A203E}">
      <dgm:prSet/>
      <dgm:spPr/>
      <dgm:t>
        <a:bodyPr/>
        <a:lstStyle/>
        <a:p>
          <a:endParaRPr lang="en-US"/>
        </a:p>
      </dgm:t>
    </dgm:pt>
    <dgm:pt modelId="{704A500F-836C-4C43-AD30-6555FC4CEE50}" type="sibTrans" cxnId="{519B1BAE-439B-475E-90DC-F5F2E72A203E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6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5"/>
      <dgm:spPr/>
    </dgm:pt>
    <dgm:pt modelId="{89F497FD-9B14-4D4B-92A8-A20BE0216095}" type="pres">
      <dgm:prSet presAssocID="{1460BC39-7ECE-4D62-8CDC-4BAD7C9229C4}" presName="connectorText" presStyleLbl="sibTrans2D1" presStyleIdx="0" presStyleCnt="5"/>
      <dgm:spPr/>
    </dgm:pt>
    <dgm:pt modelId="{7960951D-BF10-49A9-A6C3-7694192B18B2}" type="pres">
      <dgm:prSet presAssocID="{424DC062-A65B-4878-9FCD-F915E471E2F6}" presName="node" presStyleLbl="node1" presStyleIdx="1" presStyleCnt="6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5"/>
      <dgm:spPr/>
    </dgm:pt>
    <dgm:pt modelId="{68368549-0DB8-4549-B526-88030BBB25A4}" type="pres">
      <dgm:prSet presAssocID="{FECB3D77-10CC-4A27-8D74-6C04DAC1869E}" presName="connectorText" presStyleLbl="sibTrans2D1" presStyleIdx="1" presStyleCnt="5"/>
      <dgm:spPr/>
    </dgm:pt>
    <dgm:pt modelId="{931A0D15-C43B-435E-94C5-FAD3FE95528E}" type="pres">
      <dgm:prSet presAssocID="{16F9FD19-0273-4182-8823-2944A2D02A29}" presName="node" presStyleLbl="node1" presStyleIdx="2" presStyleCnt="6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5"/>
      <dgm:spPr/>
    </dgm:pt>
    <dgm:pt modelId="{F1E29F5C-29B7-4898-8011-6707C1F3DE8E}" type="pres">
      <dgm:prSet presAssocID="{CB960E47-2173-418E-871E-AC5EC5BC18B4}" presName="connectorText" presStyleLbl="sibTrans2D1" presStyleIdx="2" presStyleCnt="5"/>
      <dgm:spPr/>
    </dgm:pt>
    <dgm:pt modelId="{1EDD2B59-1EC1-4C05-B55D-D8AA554FE8C5}" type="pres">
      <dgm:prSet presAssocID="{57A00364-EB74-4E12-BC22-FEEB083C9121}" presName="node" presStyleLbl="node1" presStyleIdx="3" presStyleCnt="6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3" presStyleCnt="5"/>
      <dgm:spPr/>
    </dgm:pt>
    <dgm:pt modelId="{881E2507-4194-41D8-8DB4-AEFCB6621784}" type="pres">
      <dgm:prSet presAssocID="{C78E812A-B87D-4A67-92BA-F90761008FA1}" presName="connectorText" presStyleLbl="sibTrans2D1" presStyleIdx="3" presStyleCnt="5"/>
      <dgm:spPr/>
    </dgm:pt>
    <dgm:pt modelId="{76F31043-538D-420C-8235-08AB6C6A0192}" type="pres">
      <dgm:prSet presAssocID="{1C11A8EB-EBD2-44AE-B91B-1D67366C3A00}" presName="node" presStyleLbl="node1" presStyleIdx="4" presStyleCnt="6">
        <dgm:presLayoutVars>
          <dgm:bulletEnabled val="1"/>
        </dgm:presLayoutVars>
      </dgm:prSet>
      <dgm:spPr/>
    </dgm:pt>
    <dgm:pt modelId="{C8E7241F-4A35-4EF9-AD83-D91E77A36B78}" type="pres">
      <dgm:prSet presAssocID="{704A500F-836C-4C43-AD30-6555FC4CEE50}" presName="sibTrans" presStyleLbl="sibTrans2D1" presStyleIdx="4" presStyleCnt="5"/>
      <dgm:spPr/>
    </dgm:pt>
    <dgm:pt modelId="{9EE662DB-8A98-48EB-8FD9-DEC23E3995BB}" type="pres">
      <dgm:prSet presAssocID="{704A500F-836C-4C43-AD30-6555FC4CEE50}" presName="connectorText" presStyleLbl="sibTrans2D1" presStyleIdx="4" presStyleCnt="5"/>
      <dgm:spPr/>
    </dgm:pt>
    <dgm:pt modelId="{17DCC0F9-1A7D-485B-8433-C5FB82B6DBFE}" type="pres">
      <dgm:prSet presAssocID="{37F9C1DB-8037-4FF0-AA40-D23E0822C1B0}" presName="node" presStyleLbl="node1" presStyleIdx="5" presStyleCnt="6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3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48B913A8-71DC-472F-B3B7-C010DBF9E487}" srcId="{FDC8D238-3C97-43F5-8A36-B61F98988AEE}" destId="{37F9C1DB-8037-4FF0-AA40-D23E0822C1B0}" srcOrd="5" destOrd="0" parTransId="{53650D01-DFF8-46EA-93A3-4FFD4AB6D3CE}" sibTransId="{82C679F4-736A-4BFA-BC23-5DDFB6ECA37E}"/>
    <dgm:cxn modelId="{519B1BAE-439B-475E-90DC-F5F2E72A203E}" srcId="{FDC8D238-3C97-43F5-8A36-B61F98988AEE}" destId="{1C11A8EB-EBD2-44AE-B91B-1D67366C3A00}" srcOrd="4" destOrd="0" parTransId="{40D60FB2-ACA9-4D69-85BE-3C878AD70B23}" sibTransId="{704A500F-836C-4C43-AD30-6555FC4CEE50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9EF2D5B3-17A0-4798-AA02-72A9347CEA48}" type="presOf" srcId="{704A500F-836C-4C43-AD30-6555FC4CEE50}" destId="{C8E7241F-4A35-4EF9-AD83-D91E77A36B78}" srcOrd="0" destOrd="0" presId="urn:microsoft.com/office/officeart/2005/8/layout/process1"/>
    <dgm:cxn modelId="{8CD315BB-4C34-4B08-9C44-1C923F901D1A}" type="presOf" srcId="{1C11A8EB-EBD2-44AE-B91B-1D67366C3A00}" destId="{76F31043-538D-420C-8235-08AB6C6A0192}" srcOrd="0" destOrd="0" presId="urn:microsoft.com/office/officeart/2005/8/layout/process1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FEE0CFCA-76E0-427E-92EE-1070DD29EE4A}" type="presOf" srcId="{704A500F-836C-4C43-AD30-6555FC4CEE50}" destId="{9EE662DB-8A98-48EB-8FD9-DEC23E3995BB}" srcOrd="1" destOrd="0" presId="urn:microsoft.com/office/officeart/2005/8/layout/process1"/>
    <dgm:cxn modelId="{F07674DF-8F9A-4C9C-8459-949FEB15300F}" type="presOf" srcId="{37F9C1DB-8037-4FF0-AA40-D23E0822C1B0}" destId="{17DCC0F9-1A7D-485B-8433-C5FB82B6DBFE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FC1209D9-6497-406F-A309-C97D3ACD9E55}" type="presParOf" srcId="{720D49DD-0C67-4340-975C-2366D8EF3EA2}" destId="{1EDD2B59-1EC1-4C05-B55D-D8AA554FE8C5}" srcOrd="6" destOrd="0" presId="urn:microsoft.com/office/officeart/2005/8/layout/process1"/>
    <dgm:cxn modelId="{7C1B2F68-5D12-443F-849E-A3FDA9BE1030}" type="presParOf" srcId="{720D49DD-0C67-4340-975C-2366D8EF3EA2}" destId="{8744296A-FFBE-4E1B-B7A6-D53D4597EFA1}" srcOrd="7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468008AE-E30E-4DCB-8EBD-B2B28DBFF710}" type="presParOf" srcId="{720D49DD-0C67-4340-975C-2366D8EF3EA2}" destId="{76F31043-538D-420C-8235-08AB6C6A0192}" srcOrd="8" destOrd="0" presId="urn:microsoft.com/office/officeart/2005/8/layout/process1"/>
    <dgm:cxn modelId="{DAA62503-C689-4A8B-AE51-9D17CAB0863B}" type="presParOf" srcId="{720D49DD-0C67-4340-975C-2366D8EF3EA2}" destId="{C8E7241F-4A35-4EF9-AD83-D91E77A36B78}" srcOrd="9" destOrd="0" presId="urn:microsoft.com/office/officeart/2005/8/layout/process1"/>
    <dgm:cxn modelId="{04DFC2AA-F8DE-4318-9AC3-F8CBFA931B61}" type="presParOf" srcId="{C8E7241F-4A35-4EF9-AD83-D91E77A36B78}" destId="{9EE662DB-8A98-48EB-8FD9-DEC23E3995BB}" srcOrd="0" destOrd="0" presId="urn:microsoft.com/office/officeart/2005/8/layout/process1"/>
    <dgm:cxn modelId="{CB8D4CC4-3725-4171-B1E7-A7AE30D642E3}" type="presParOf" srcId="{720D49DD-0C67-4340-975C-2366D8EF3EA2}" destId="{17DCC0F9-1A7D-485B-8433-C5FB82B6DB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HO Sr Director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5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4"/>
      <dgm:spPr/>
    </dgm:pt>
    <dgm:pt modelId="{89F497FD-9B14-4D4B-92A8-A20BE0216095}" type="pres">
      <dgm:prSet presAssocID="{1460BC39-7ECE-4D62-8CDC-4BAD7C9229C4}" presName="connectorText" presStyleLbl="sibTrans2D1" presStyleIdx="0" presStyleCnt="4"/>
      <dgm:spPr/>
    </dgm:pt>
    <dgm:pt modelId="{7960951D-BF10-49A9-A6C3-7694192B18B2}" type="pres">
      <dgm:prSet presAssocID="{424DC062-A65B-4878-9FCD-F915E471E2F6}" presName="node" presStyleLbl="node1" presStyleIdx="1" presStyleCnt="5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4"/>
      <dgm:spPr/>
    </dgm:pt>
    <dgm:pt modelId="{68368549-0DB8-4549-B526-88030BBB25A4}" type="pres">
      <dgm:prSet presAssocID="{FECB3D77-10CC-4A27-8D74-6C04DAC1869E}" presName="connectorText" presStyleLbl="sibTrans2D1" presStyleIdx="1" presStyleCnt="4"/>
      <dgm:spPr/>
    </dgm:pt>
    <dgm:pt modelId="{931A0D15-C43B-435E-94C5-FAD3FE95528E}" type="pres">
      <dgm:prSet presAssocID="{16F9FD19-0273-4182-8823-2944A2D02A29}" presName="node" presStyleLbl="node1" presStyleIdx="2" presStyleCnt="5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4"/>
      <dgm:spPr/>
    </dgm:pt>
    <dgm:pt modelId="{F1E29F5C-29B7-4898-8011-6707C1F3DE8E}" type="pres">
      <dgm:prSet presAssocID="{CB960E47-2173-418E-871E-AC5EC5BC18B4}" presName="connectorText" presStyleLbl="sibTrans2D1" presStyleIdx="2" presStyleCnt="4"/>
      <dgm:spPr/>
    </dgm:pt>
    <dgm:pt modelId="{1EDD2B59-1EC1-4C05-B55D-D8AA554FE8C5}" type="pres">
      <dgm:prSet presAssocID="{57A00364-EB74-4E12-BC22-FEEB083C9121}" presName="node" presStyleLbl="node1" presStyleIdx="3" presStyleCnt="5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3" presStyleCnt="4"/>
      <dgm:spPr/>
    </dgm:pt>
    <dgm:pt modelId="{881E2507-4194-41D8-8DB4-AEFCB6621784}" type="pres">
      <dgm:prSet presAssocID="{C78E812A-B87D-4A67-92BA-F90761008FA1}" presName="connectorText" presStyleLbl="sibTrans2D1" presStyleIdx="3" presStyleCnt="4"/>
      <dgm:spPr/>
    </dgm:pt>
    <dgm:pt modelId="{FC9D8CB7-0624-474C-A575-4405A61F9B72}" type="pres">
      <dgm:prSet presAssocID="{F59D04D6-60DC-46C3-8AF3-F0F20552D58A}" presName="node" presStyleLbl="node1" presStyleIdx="4" presStyleCnt="5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4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3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FC1209D9-6497-406F-A309-C97D3ACD9E55}" type="presParOf" srcId="{720D49DD-0C67-4340-975C-2366D8EF3EA2}" destId="{1EDD2B59-1EC1-4C05-B55D-D8AA554FE8C5}" srcOrd="6" destOrd="0" presId="urn:microsoft.com/office/officeart/2005/8/layout/process1"/>
    <dgm:cxn modelId="{7C1B2F68-5D12-443F-849E-A3FDA9BE1030}" type="presParOf" srcId="{720D49DD-0C67-4340-975C-2366D8EF3EA2}" destId="{8744296A-FFBE-4E1B-B7A6-D53D4597EFA1}" srcOrd="7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95E87F5F-37E8-4E21-AA20-49C56C9EA0FE}" type="presParOf" srcId="{720D49DD-0C67-4340-975C-2366D8EF3EA2}" destId="{FC9D8CB7-0624-474C-A575-4405A61F9B7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Sr VP or CEO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5BE3FEA7-3EC1-4790-A6FC-56E04B924D6B}">
      <dgm:prSet/>
      <dgm:spPr/>
      <dgm:t>
        <a:bodyPr/>
        <a:lstStyle/>
        <a:p>
          <a:r>
            <a:rPr lang="en-US" dirty="0"/>
            <a:t>Sr Director</a:t>
          </a:r>
        </a:p>
      </dgm:t>
    </dgm:pt>
    <dgm:pt modelId="{5D38AA6F-6E08-47E2-BDFC-60ADD320F4BF}" type="parTrans" cxnId="{0690D1CE-9BCB-41BB-9B74-B015F4001A33}">
      <dgm:prSet/>
      <dgm:spPr/>
      <dgm:t>
        <a:bodyPr/>
        <a:lstStyle/>
        <a:p>
          <a:endParaRPr lang="en-US"/>
        </a:p>
      </dgm:t>
    </dgm:pt>
    <dgm:pt modelId="{4640C171-8A21-4129-BA9F-81BF6065D07F}" type="sibTrans" cxnId="{0690D1CE-9BCB-41BB-9B74-B015F4001A33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6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5"/>
      <dgm:spPr/>
    </dgm:pt>
    <dgm:pt modelId="{89F497FD-9B14-4D4B-92A8-A20BE0216095}" type="pres">
      <dgm:prSet presAssocID="{1460BC39-7ECE-4D62-8CDC-4BAD7C9229C4}" presName="connectorText" presStyleLbl="sibTrans2D1" presStyleIdx="0" presStyleCnt="5"/>
      <dgm:spPr/>
    </dgm:pt>
    <dgm:pt modelId="{7960951D-BF10-49A9-A6C3-7694192B18B2}" type="pres">
      <dgm:prSet presAssocID="{424DC062-A65B-4878-9FCD-F915E471E2F6}" presName="node" presStyleLbl="node1" presStyleIdx="1" presStyleCnt="6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5"/>
      <dgm:spPr/>
    </dgm:pt>
    <dgm:pt modelId="{68368549-0DB8-4549-B526-88030BBB25A4}" type="pres">
      <dgm:prSet presAssocID="{FECB3D77-10CC-4A27-8D74-6C04DAC1869E}" presName="connectorText" presStyleLbl="sibTrans2D1" presStyleIdx="1" presStyleCnt="5"/>
      <dgm:spPr/>
    </dgm:pt>
    <dgm:pt modelId="{931A0D15-C43B-435E-94C5-FAD3FE95528E}" type="pres">
      <dgm:prSet presAssocID="{16F9FD19-0273-4182-8823-2944A2D02A29}" presName="node" presStyleLbl="node1" presStyleIdx="2" presStyleCnt="6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5"/>
      <dgm:spPr/>
    </dgm:pt>
    <dgm:pt modelId="{F1E29F5C-29B7-4898-8011-6707C1F3DE8E}" type="pres">
      <dgm:prSet presAssocID="{CB960E47-2173-418E-871E-AC5EC5BC18B4}" presName="connectorText" presStyleLbl="sibTrans2D1" presStyleIdx="2" presStyleCnt="5"/>
      <dgm:spPr/>
    </dgm:pt>
    <dgm:pt modelId="{1EDD2B59-1EC1-4C05-B55D-D8AA554FE8C5}" type="pres">
      <dgm:prSet presAssocID="{57A00364-EB74-4E12-BC22-FEEB083C9121}" presName="node" presStyleLbl="node1" presStyleIdx="3" presStyleCnt="6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3" presStyleCnt="5"/>
      <dgm:spPr/>
    </dgm:pt>
    <dgm:pt modelId="{881E2507-4194-41D8-8DB4-AEFCB6621784}" type="pres">
      <dgm:prSet presAssocID="{C78E812A-B87D-4A67-92BA-F90761008FA1}" presName="connectorText" presStyleLbl="sibTrans2D1" presStyleIdx="3" presStyleCnt="5"/>
      <dgm:spPr/>
    </dgm:pt>
    <dgm:pt modelId="{78688B77-646E-4513-870E-C81C0DB9EFB0}" type="pres">
      <dgm:prSet presAssocID="{5BE3FEA7-3EC1-4790-A6FC-56E04B924D6B}" presName="node" presStyleLbl="node1" presStyleIdx="4" presStyleCnt="6">
        <dgm:presLayoutVars>
          <dgm:bulletEnabled val="1"/>
        </dgm:presLayoutVars>
      </dgm:prSet>
      <dgm:spPr/>
    </dgm:pt>
    <dgm:pt modelId="{7E95C77D-AC60-4F1F-BDC2-09C7159501FB}" type="pres">
      <dgm:prSet presAssocID="{4640C171-8A21-4129-BA9F-81BF6065D07F}" presName="sibTrans" presStyleLbl="sibTrans2D1" presStyleIdx="4" presStyleCnt="5"/>
      <dgm:spPr/>
    </dgm:pt>
    <dgm:pt modelId="{5704B2ED-F68F-4F85-8B1D-6FF64B6EF4AD}" type="pres">
      <dgm:prSet presAssocID="{4640C171-8A21-4129-BA9F-81BF6065D07F}" presName="connectorText" presStyleLbl="sibTrans2D1" presStyleIdx="4" presStyleCnt="5"/>
      <dgm:spPr/>
    </dgm:pt>
    <dgm:pt modelId="{FC9D8CB7-0624-474C-A575-4405A61F9B72}" type="pres">
      <dgm:prSet presAssocID="{F59D04D6-60DC-46C3-8AF3-F0F20552D58A}" presName="node" presStyleLbl="node1" presStyleIdx="5" presStyleCnt="6">
        <dgm:presLayoutVars>
          <dgm:bulletEnabled val="1"/>
        </dgm:presLayoutVars>
      </dgm:prSet>
      <dgm:spPr/>
    </dgm:pt>
  </dgm:ptLst>
  <dgm:cxnLst>
    <dgm:cxn modelId="{8F8DB609-121B-48E0-87D6-A33FD46C9C94}" type="presOf" srcId="{5BE3FEA7-3EC1-4790-A6FC-56E04B924D6B}" destId="{78688B77-646E-4513-870E-C81C0DB9EFB0}" srcOrd="0" destOrd="0" presId="urn:microsoft.com/office/officeart/2005/8/layout/process1"/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5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3B294645-24BE-48BE-8D5C-BA26A0C2567A}" type="presOf" srcId="{4640C171-8A21-4129-BA9F-81BF6065D07F}" destId="{7E95C77D-AC60-4F1F-BDC2-09C7159501FB}" srcOrd="0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3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2C19C3A0-14E4-429F-BD34-D153FC52012D}" type="presOf" srcId="{4640C171-8A21-4129-BA9F-81BF6065D07F}" destId="{5704B2ED-F68F-4F85-8B1D-6FF64B6EF4AD}" srcOrd="1" destOrd="0" presId="urn:microsoft.com/office/officeart/2005/8/layout/process1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0690D1CE-9BCB-41BB-9B74-B015F4001A33}" srcId="{FDC8D238-3C97-43F5-8A36-B61F98988AEE}" destId="{5BE3FEA7-3EC1-4790-A6FC-56E04B924D6B}" srcOrd="4" destOrd="0" parTransId="{5D38AA6F-6E08-47E2-BDFC-60ADD320F4BF}" sibTransId="{4640C171-8A21-4129-BA9F-81BF6065D07F}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FC1209D9-6497-406F-A309-C97D3ACD9E55}" type="presParOf" srcId="{720D49DD-0C67-4340-975C-2366D8EF3EA2}" destId="{1EDD2B59-1EC1-4C05-B55D-D8AA554FE8C5}" srcOrd="6" destOrd="0" presId="urn:microsoft.com/office/officeart/2005/8/layout/process1"/>
    <dgm:cxn modelId="{7C1B2F68-5D12-443F-849E-A3FDA9BE1030}" type="presParOf" srcId="{720D49DD-0C67-4340-975C-2366D8EF3EA2}" destId="{8744296A-FFBE-4E1B-B7A6-D53D4597EFA1}" srcOrd="7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A99DA2DE-80BD-450E-A4DC-E64A1367EA08}" type="presParOf" srcId="{720D49DD-0C67-4340-975C-2366D8EF3EA2}" destId="{78688B77-646E-4513-870E-C81C0DB9EFB0}" srcOrd="8" destOrd="0" presId="urn:microsoft.com/office/officeart/2005/8/layout/process1"/>
    <dgm:cxn modelId="{798CE65A-CC6B-44F7-AFB6-A695D93F1B45}" type="presParOf" srcId="{720D49DD-0C67-4340-975C-2366D8EF3EA2}" destId="{7E95C77D-AC60-4F1F-BDC2-09C7159501FB}" srcOrd="9" destOrd="0" presId="urn:microsoft.com/office/officeart/2005/8/layout/process1"/>
    <dgm:cxn modelId="{E707162C-F62E-4546-BFA0-15C73410AA43}" type="presParOf" srcId="{7E95C77D-AC60-4F1F-BDC2-09C7159501FB}" destId="{5704B2ED-F68F-4F85-8B1D-6FF64B6EF4AD}" srcOrd="0" destOrd="0" presId="urn:microsoft.com/office/officeart/2005/8/layout/process1"/>
    <dgm:cxn modelId="{95E87F5F-37E8-4E21-AA20-49C56C9EA0FE}" type="presParOf" srcId="{720D49DD-0C67-4340-975C-2366D8EF3EA2}" destId="{FC9D8CB7-0624-474C-A575-4405A61F9B7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Operations Director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3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2"/>
      <dgm:spPr/>
    </dgm:pt>
    <dgm:pt modelId="{89F497FD-9B14-4D4B-92A8-A20BE0216095}" type="pres">
      <dgm:prSet presAssocID="{1460BC39-7ECE-4D62-8CDC-4BAD7C9229C4}" presName="connectorText" presStyleLbl="sibTrans2D1" presStyleIdx="0" presStyleCnt="2"/>
      <dgm:spPr/>
    </dgm:pt>
    <dgm:pt modelId="{7960951D-BF10-49A9-A6C3-7694192B18B2}" type="pres">
      <dgm:prSet presAssocID="{424DC062-A65B-4878-9FCD-F915E471E2F6}" presName="node" presStyleLbl="node1" presStyleIdx="1" presStyleCnt="3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2"/>
      <dgm:spPr/>
    </dgm:pt>
    <dgm:pt modelId="{68368549-0DB8-4549-B526-88030BBB25A4}" type="pres">
      <dgm:prSet presAssocID="{FECB3D77-10CC-4A27-8D74-6C04DAC1869E}" presName="connectorText" presStyleLbl="sibTrans2D1" presStyleIdx="1" presStyleCnt="2"/>
      <dgm:spPr/>
    </dgm:pt>
    <dgm:pt modelId="{FC9D8CB7-0624-474C-A575-4405A61F9B72}" type="pres">
      <dgm:prSet presAssocID="{F59D04D6-60DC-46C3-8AF3-F0F20552D58A}" presName="node" presStyleLbl="node1" presStyleIdx="2" presStyleCnt="3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2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95E87F5F-37E8-4E21-AA20-49C56C9EA0FE}" type="presParOf" srcId="{720D49DD-0C67-4340-975C-2366D8EF3EA2}" destId="{FC9D8CB7-0624-474C-A575-4405A61F9B7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Field Operations Director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37F9C1DB-8037-4FF0-AA40-D23E0822C1B0}">
      <dgm:prSet/>
      <dgm:spPr/>
      <dgm:t>
        <a:bodyPr/>
        <a:lstStyle/>
        <a:p>
          <a:r>
            <a:rPr lang="en-US" dirty="0"/>
            <a:t>Field Legal Rep</a:t>
          </a:r>
        </a:p>
      </dgm:t>
    </dgm:pt>
    <dgm:pt modelId="{53650D01-DFF8-46EA-93A3-4FFD4AB6D3CE}" type="parTrans" cxnId="{48B913A8-71DC-472F-B3B7-C010DBF9E487}">
      <dgm:prSet/>
      <dgm:spPr/>
      <dgm:t>
        <a:bodyPr/>
        <a:lstStyle/>
        <a:p>
          <a:endParaRPr lang="en-US"/>
        </a:p>
      </dgm:t>
    </dgm:pt>
    <dgm:pt modelId="{82C679F4-736A-4BFA-BC23-5DDFB6ECA37E}" type="sibTrans" cxnId="{48B913A8-71DC-472F-B3B7-C010DBF9E487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4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3"/>
      <dgm:spPr/>
    </dgm:pt>
    <dgm:pt modelId="{89F497FD-9B14-4D4B-92A8-A20BE0216095}" type="pres">
      <dgm:prSet presAssocID="{1460BC39-7ECE-4D62-8CDC-4BAD7C9229C4}" presName="connectorText" presStyleLbl="sibTrans2D1" presStyleIdx="0" presStyleCnt="3"/>
      <dgm:spPr/>
    </dgm:pt>
    <dgm:pt modelId="{7960951D-BF10-49A9-A6C3-7694192B18B2}" type="pres">
      <dgm:prSet presAssocID="{424DC062-A65B-4878-9FCD-F915E471E2F6}" presName="node" presStyleLbl="node1" presStyleIdx="1" presStyleCnt="4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3"/>
      <dgm:spPr/>
    </dgm:pt>
    <dgm:pt modelId="{68368549-0DB8-4549-B526-88030BBB25A4}" type="pres">
      <dgm:prSet presAssocID="{FECB3D77-10CC-4A27-8D74-6C04DAC1869E}" presName="connectorText" presStyleLbl="sibTrans2D1" presStyleIdx="1" presStyleCnt="3"/>
      <dgm:spPr/>
    </dgm:pt>
    <dgm:pt modelId="{1EDD2B59-1EC1-4C05-B55D-D8AA554FE8C5}" type="pres">
      <dgm:prSet presAssocID="{57A00364-EB74-4E12-BC22-FEEB083C9121}" presName="node" presStyleLbl="node1" presStyleIdx="2" presStyleCnt="4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2" presStyleCnt="3"/>
      <dgm:spPr/>
    </dgm:pt>
    <dgm:pt modelId="{881E2507-4194-41D8-8DB4-AEFCB6621784}" type="pres">
      <dgm:prSet presAssocID="{C78E812A-B87D-4A67-92BA-F90761008FA1}" presName="connectorText" presStyleLbl="sibTrans2D1" presStyleIdx="2" presStyleCnt="3"/>
      <dgm:spPr/>
    </dgm:pt>
    <dgm:pt modelId="{17DCC0F9-1A7D-485B-8433-C5FB82B6DBFE}" type="pres">
      <dgm:prSet presAssocID="{37F9C1DB-8037-4FF0-AA40-D23E0822C1B0}" presName="node" presStyleLbl="node1" presStyleIdx="3" presStyleCnt="4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2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48B913A8-71DC-472F-B3B7-C010DBF9E487}" srcId="{FDC8D238-3C97-43F5-8A36-B61F98988AEE}" destId="{37F9C1DB-8037-4FF0-AA40-D23E0822C1B0}" srcOrd="3" destOrd="0" parTransId="{53650D01-DFF8-46EA-93A3-4FFD4AB6D3CE}" sibTransId="{82C679F4-736A-4BFA-BC23-5DDFB6ECA37E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F07674DF-8F9A-4C9C-8459-949FEB15300F}" type="presOf" srcId="{37F9C1DB-8037-4FF0-AA40-D23E0822C1B0}" destId="{17DCC0F9-1A7D-485B-8433-C5FB82B6DBFE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FC1209D9-6497-406F-A309-C97D3ACD9E55}" type="presParOf" srcId="{720D49DD-0C67-4340-975C-2366D8EF3EA2}" destId="{1EDD2B59-1EC1-4C05-B55D-D8AA554FE8C5}" srcOrd="4" destOrd="0" presId="urn:microsoft.com/office/officeart/2005/8/layout/process1"/>
    <dgm:cxn modelId="{7C1B2F68-5D12-443F-849E-A3FDA9BE1030}" type="presParOf" srcId="{720D49DD-0C67-4340-975C-2366D8EF3EA2}" destId="{8744296A-FFBE-4E1B-B7A6-D53D4597EFA1}" srcOrd="5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CB8D4CC4-3725-4171-B1E7-A7AE30D642E3}" type="presParOf" srcId="{720D49DD-0C67-4340-975C-2366D8EF3EA2}" destId="{17DCC0F9-1A7D-485B-8433-C5FB82B6DBF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3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2"/>
      <dgm:spPr/>
    </dgm:pt>
    <dgm:pt modelId="{89F497FD-9B14-4D4B-92A8-A20BE0216095}" type="pres">
      <dgm:prSet presAssocID="{1460BC39-7ECE-4D62-8CDC-4BAD7C9229C4}" presName="connectorText" presStyleLbl="sibTrans2D1" presStyleIdx="0" presStyleCnt="2"/>
      <dgm:spPr/>
    </dgm:pt>
    <dgm:pt modelId="{7960951D-BF10-49A9-A6C3-7694192B18B2}" type="pres">
      <dgm:prSet presAssocID="{424DC062-A65B-4878-9FCD-F915E471E2F6}" presName="node" presStyleLbl="node1" presStyleIdx="1" presStyleCnt="3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2"/>
      <dgm:spPr/>
    </dgm:pt>
    <dgm:pt modelId="{68368549-0DB8-4549-B526-88030BBB25A4}" type="pres">
      <dgm:prSet presAssocID="{FECB3D77-10CC-4A27-8D74-6C04DAC1869E}" presName="connectorText" presStyleLbl="sibTrans2D1" presStyleIdx="1" presStyleCnt="2"/>
      <dgm:spPr/>
    </dgm:pt>
    <dgm:pt modelId="{FC9D8CB7-0624-474C-A575-4405A61F9B72}" type="pres">
      <dgm:prSet presAssocID="{F59D04D6-60DC-46C3-8AF3-F0F20552D58A}" presName="node" presStyleLbl="node1" presStyleIdx="2" presStyleCnt="3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2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95E87F5F-37E8-4E21-AA20-49C56C9EA0FE}" type="presParOf" srcId="{720D49DD-0C67-4340-975C-2366D8EF3EA2}" destId="{FC9D8CB7-0624-474C-A575-4405A61F9B7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37F9C1DB-8037-4FF0-AA40-D23E0822C1B0}">
      <dgm:prSet/>
      <dgm:spPr/>
      <dgm:t>
        <a:bodyPr/>
        <a:lstStyle/>
        <a:p>
          <a:r>
            <a:rPr lang="en-US" dirty="0"/>
            <a:t>Field Legal Rep</a:t>
          </a:r>
        </a:p>
      </dgm:t>
    </dgm:pt>
    <dgm:pt modelId="{53650D01-DFF8-46EA-93A3-4FFD4AB6D3CE}" type="parTrans" cxnId="{48B913A8-71DC-472F-B3B7-C010DBF9E487}">
      <dgm:prSet/>
      <dgm:spPr/>
      <dgm:t>
        <a:bodyPr/>
        <a:lstStyle/>
        <a:p>
          <a:endParaRPr lang="en-US"/>
        </a:p>
      </dgm:t>
    </dgm:pt>
    <dgm:pt modelId="{82C679F4-736A-4BFA-BC23-5DDFB6ECA37E}" type="sibTrans" cxnId="{48B913A8-71DC-472F-B3B7-C010DBF9E487}">
      <dgm:prSet/>
      <dgm:spPr/>
      <dgm:t>
        <a:bodyPr/>
        <a:lstStyle/>
        <a:p>
          <a:endParaRPr lang="en-US"/>
        </a:p>
      </dgm:t>
    </dgm:pt>
    <dgm:pt modelId="{1C11A8EB-EBD2-44AE-B91B-1D67366C3A00}">
      <dgm:prSet/>
      <dgm:spPr/>
      <dgm:t>
        <a:bodyPr/>
        <a:lstStyle/>
        <a:p>
          <a:r>
            <a:rPr lang="en-US" dirty="0"/>
            <a:t>Sr Director</a:t>
          </a:r>
        </a:p>
      </dgm:t>
    </dgm:pt>
    <dgm:pt modelId="{40D60FB2-ACA9-4D69-85BE-3C878AD70B23}" type="parTrans" cxnId="{519B1BAE-439B-475E-90DC-F5F2E72A203E}">
      <dgm:prSet/>
      <dgm:spPr/>
      <dgm:t>
        <a:bodyPr/>
        <a:lstStyle/>
        <a:p>
          <a:endParaRPr lang="en-US"/>
        </a:p>
      </dgm:t>
    </dgm:pt>
    <dgm:pt modelId="{704A500F-836C-4C43-AD30-6555FC4CEE50}" type="sibTrans" cxnId="{519B1BAE-439B-475E-90DC-F5F2E72A203E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6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5"/>
      <dgm:spPr/>
    </dgm:pt>
    <dgm:pt modelId="{89F497FD-9B14-4D4B-92A8-A20BE0216095}" type="pres">
      <dgm:prSet presAssocID="{1460BC39-7ECE-4D62-8CDC-4BAD7C9229C4}" presName="connectorText" presStyleLbl="sibTrans2D1" presStyleIdx="0" presStyleCnt="5"/>
      <dgm:spPr/>
    </dgm:pt>
    <dgm:pt modelId="{7960951D-BF10-49A9-A6C3-7694192B18B2}" type="pres">
      <dgm:prSet presAssocID="{424DC062-A65B-4878-9FCD-F915E471E2F6}" presName="node" presStyleLbl="node1" presStyleIdx="1" presStyleCnt="6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5"/>
      <dgm:spPr/>
    </dgm:pt>
    <dgm:pt modelId="{68368549-0DB8-4549-B526-88030BBB25A4}" type="pres">
      <dgm:prSet presAssocID="{FECB3D77-10CC-4A27-8D74-6C04DAC1869E}" presName="connectorText" presStyleLbl="sibTrans2D1" presStyleIdx="1" presStyleCnt="5"/>
      <dgm:spPr/>
    </dgm:pt>
    <dgm:pt modelId="{931A0D15-C43B-435E-94C5-FAD3FE95528E}" type="pres">
      <dgm:prSet presAssocID="{16F9FD19-0273-4182-8823-2944A2D02A29}" presName="node" presStyleLbl="node1" presStyleIdx="2" presStyleCnt="6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5"/>
      <dgm:spPr/>
    </dgm:pt>
    <dgm:pt modelId="{F1E29F5C-29B7-4898-8011-6707C1F3DE8E}" type="pres">
      <dgm:prSet presAssocID="{CB960E47-2173-418E-871E-AC5EC5BC18B4}" presName="connectorText" presStyleLbl="sibTrans2D1" presStyleIdx="2" presStyleCnt="5"/>
      <dgm:spPr/>
    </dgm:pt>
    <dgm:pt modelId="{1EDD2B59-1EC1-4C05-B55D-D8AA554FE8C5}" type="pres">
      <dgm:prSet presAssocID="{57A00364-EB74-4E12-BC22-FEEB083C9121}" presName="node" presStyleLbl="node1" presStyleIdx="3" presStyleCnt="6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3" presStyleCnt="5"/>
      <dgm:spPr/>
    </dgm:pt>
    <dgm:pt modelId="{881E2507-4194-41D8-8DB4-AEFCB6621784}" type="pres">
      <dgm:prSet presAssocID="{C78E812A-B87D-4A67-92BA-F90761008FA1}" presName="connectorText" presStyleLbl="sibTrans2D1" presStyleIdx="3" presStyleCnt="5"/>
      <dgm:spPr/>
    </dgm:pt>
    <dgm:pt modelId="{76F31043-538D-420C-8235-08AB6C6A0192}" type="pres">
      <dgm:prSet presAssocID="{1C11A8EB-EBD2-44AE-B91B-1D67366C3A00}" presName="node" presStyleLbl="node1" presStyleIdx="4" presStyleCnt="6">
        <dgm:presLayoutVars>
          <dgm:bulletEnabled val="1"/>
        </dgm:presLayoutVars>
      </dgm:prSet>
      <dgm:spPr/>
    </dgm:pt>
    <dgm:pt modelId="{C8E7241F-4A35-4EF9-AD83-D91E77A36B78}" type="pres">
      <dgm:prSet presAssocID="{704A500F-836C-4C43-AD30-6555FC4CEE50}" presName="sibTrans" presStyleLbl="sibTrans2D1" presStyleIdx="4" presStyleCnt="5"/>
      <dgm:spPr/>
    </dgm:pt>
    <dgm:pt modelId="{9EE662DB-8A98-48EB-8FD9-DEC23E3995BB}" type="pres">
      <dgm:prSet presAssocID="{704A500F-836C-4C43-AD30-6555FC4CEE50}" presName="connectorText" presStyleLbl="sibTrans2D1" presStyleIdx="4" presStyleCnt="5"/>
      <dgm:spPr/>
    </dgm:pt>
    <dgm:pt modelId="{17DCC0F9-1A7D-485B-8433-C5FB82B6DBFE}" type="pres">
      <dgm:prSet presAssocID="{37F9C1DB-8037-4FF0-AA40-D23E0822C1B0}" presName="node" presStyleLbl="node1" presStyleIdx="5" presStyleCnt="6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3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48B913A8-71DC-472F-B3B7-C010DBF9E487}" srcId="{FDC8D238-3C97-43F5-8A36-B61F98988AEE}" destId="{37F9C1DB-8037-4FF0-AA40-D23E0822C1B0}" srcOrd="5" destOrd="0" parTransId="{53650D01-DFF8-46EA-93A3-4FFD4AB6D3CE}" sibTransId="{82C679F4-736A-4BFA-BC23-5DDFB6ECA37E}"/>
    <dgm:cxn modelId="{519B1BAE-439B-475E-90DC-F5F2E72A203E}" srcId="{FDC8D238-3C97-43F5-8A36-B61F98988AEE}" destId="{1C11A8EB-EBD2-44AE-B91B-1D67366C3A00}" srcOrd="4" destOrd="0" parTransId="{40D60FB2-ACA9-4D69-85BE-3C878AD70B23}" sibTransId="{704A500F-836C-4C43-AD30-6555FC4CEE50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9EF2D5B3-17A0-4798-AA02-72A9347CEA48}" type="presOf" srcId="{704A500F-836C-4C43-AD30-6555FC4CEE50}" destId="{C8E7241F-4A35-4EF9-AD83-D91E77A36B78}" srcOrd="0" destOrd="0" presId="urn:microsoft.com/office/officeart/2005/8/layout/process1"/>
    <dgm:cxn modelId="{8CD315BB-4C34-4B08-9C44-1C923F901D1A}" type="presOf" srcId="{1C11A8EB-EBD2-44AE-B91B-1D67366C3A00}" destId="{76F31043-538D-420C-8235-08AB6C6A0192}" srcOrd="0" destOrd="0" presId="urn:microsoft.com/office/officeart/2005/8/layout/process1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FEE0CFCA-76E0-427E-92EE-1070DD29EE4A}" type="presOf" srcId="{704A500F-836C-4C43-AD30-6555FC4CEE50}" destId="{9EE662DB-8A98-48EB-8FD9-DEC23E3995BB}" srcOrd="1" destOrd="0" presId="urn:microsoft.com/office/officeart/2005/8/layout/process1"/>
    <dgm:cxn modelId="{F07674DF-8F9A-4C9C-8459-949FEB15300F}" type="presOf" srcId="{37F9C1DB-8037-4FF0-AA40-D23E0822C1B0}" destId="{17DCC0F9-1A7D-485B-8433-C5FB82B6DBFE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FC1209D9-6497-406F-A309-C97D3ACD9E55}" type="presParOf" srcId="{720D49DD-0C67-4340-975C-2366D8EF3EA2}" destId="{1EDD2B59-1EC1-4C05-B55D-D8AA554FE8C5}" srcOrd="6" destOrd="0" presId="urn:microsoft.com/office/officeart/2005/8/layout/process1"/>
    <dgm:cxn modelId="{7C1B2F68-5D12-443F-849E-A3FDA9BE1030}" type="presParOf" srcId="{720D49DD-0C67-4340-975C-2366D8EF3EA2}" destId="{8744296A-FFBE-4E1B-B7A6-D53D4597EFA1}" srcOrd="7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468008AE-E30E-4DCB-8EBD-B2B28DBFF710}" type="presParOf" srcId="{720D49DD-0C67-4340-975C-2366D8EF3EA2}" destId="{76F31043-538D-420C-8235-08AB6C6A0192}" srcOrd="8" destOrd="0" presId="urn:microsoft.com/office/officeart/2005/8/layout/process1"/>
    <dgm:cxn modelId="{DAA62503-C689-4A8B-AE51-9D17CAB0863B}" type="presParOf" srcId="{720D49DD-0C67-4340-975C-2366D8EF3EA2}" destId="{C8E7241F-4A35-4EF9-AD83-D91E77A36B78}" srcOrd="9" destOrd="0" presId="urn:microsoft.com/office/officeart/2005/8/layout/process1"/>
    <dgm:cxn modelId="{04DFC2AA-F8DE-4318-9AC3-F8CBFA931B61}" type="presParOf" srcId="{C8E7241F-4A35-4EF9-AD83-D91E77A36B78}" destId="{9EE662DB-8A98-48EB-8FD9-DEC23E3995BB}" srcOrd="0" destOrd="0" presId="urn:microsoft.com/office/officeart/2005/8/layout/process1"/>
    <dgm:cxn modelId="{CB8D4CC4-3725-4171-B1E7-A7AE30D642E3}" type="presParOf" srcId="{720D49DD-0C67-4340-975C-2366D8EF3EA2}" destId="{17DCC0F9-1A7D-485B-8433-C5FB82B6DB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HO Sr Director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5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4"/>
      <dgm:spPr/>
    </dgm:pt>
    <dgm:pt modelId="{89F497FD-9B14-4D4B-92A8-A20BE0216095}" type="pres">
      <dgm:prSet presAssocID="{1460BC39-7ECE-4D62-8CDC-4BAD7C9229C4}" presName="connectorText" presStyleLbl="sibTrans2D1" presStyleIdx="0" presStyleCnt="4"/>
      <dgm:spPr/>
    </dgm:pt>
    <dgm:pt modelId="{7960951D-BF10-49A9-A6C3-7694192B18B2}" type="pres">
      <dgm:prSet presAssocID="{424DC062-A65B-4878-9FCD-F915E471E2F6}" presName="node" presStyleLbl="node1" presStyleIdx="1" presStyleCnt="5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4"/>
      <dgm:spPr/>
    </dgm:pt>
    <dgm:pt modelId="{68368549-0DB8-4549-B526-88030BBB25A4}" type="pres">
      <dgm:prSet presAssocID="{FECB3D77-10CC-4A27-8D74-6C04DAC1869E}" presName="connectorText" presStyleLbl="sibTrans2D1" presStyleIdx="1" presStyleCnt="4"/>
      <dgm:spPr/>
    </dgm:pt>
    <dgm:pt modelId="{931A0D15-C43B-435E-94C5-FAD3FE95528E}" type="pres">
      <dgm:prSet presAssocID="{16F9FD19-0273-4182-8823-2944A2D02A29}" presName="node" presStyleLbl="node1" presStyleIdx="2" presStyleCnt="5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4"/>
      <dgm:spPr/>
    </dgm:pt>
    <dgm:pt modelId="{F1E29F5C-29B7-4898-8011-6707C1F3DE8E}" type="pres">
      <dgm:prSet presAssocID="{CB960E47-2173-418E-871E-AC5EC5BC18B4}" presName="connectorText" presStyleLbl="sibTrans2D1" presStyleIdx="2" presStyleCnt="4"/>
      <dgm:spPr/>
    </dgm:pt>
    <dgm:pt modelId="{1EDD2B59-1EC1-4C05-B55D-D8AA554FE8C5}" type="pres">
      <dgm:prSet presAssocID="{57A00364-EB74-4E12-BC22-FEEB083C9121}" presName="node" presStyleLbl="node1" presStyleIdx="3" presStyleCnt="5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3" presStyleCnt="4"/>
      <dgm:spPr/>
    </dgm:pt>
    <dgm:pt modelId="{881E2507-4194-41D8-8DB4-AEFCB6621784}" type="pres">
      <dgm:prSet presAssocID="{C78E812A-B87D-4A67-92BA-F90761008FA1}" presName="connectorText" presStyleLbl="sibTrans2D1" presStyleIdx="3" presStyleCnt="4"/>
      <dgm:spPr/>
    </dgm:pt>
    <dgm:pt modelId="{FC9D8CB7-0624-474C-A575-4405A61F9B72}" type="pres">
      <dgm:prSet presAssocID="{F59D04D6-60DC-46C3-8AF3-F0F20552D58A}" presName="node" presStyleLbl="node1" presStyleIdx="4" presStyleCnt="5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4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3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FC1209D9-6497-406F-A309-C97D3ACD9E55}" type="presParOf" srcId="{720D49DD-0C67-4340-975C-2366D8EF3EA2}" destId="{1EDD2B59-1EC1-4C05-B55D-D8AA554FE8C5}" srcOrd="6" destOrd="0" presId="urn:microsoft.com/office/officeart/2005/8/layout/process1"/>
    <dgm:cxn modelId="{7C1B2F68-5D12-443F-849E-A3FDA9BE1030}" type="presParOf" srcId="{720D49DD-0C67-4340-975C-2366D8EF3EA2}" destId="{8744296A-FFBE-4E1B-B7A6-D53D4597EFA1}" srcOrd="7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95E87F5F-37E8-4E21-AA20-49C56C9EA0FE}" type="presParOf" srcId="{720D49DD-0C67-4340-975C-2366D8EF3EA2}" destId="{FC9D8CB7-0624-474C-A575-4405A61F9B7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 + HO Backstop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Sr VP or CEO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7A00364-EB74-4E12-BC22-FEEB083C9121}">
      <dgm:prSet/>
      <dgm:spPr/>
      <dgm:t>
        <a:bodyPr/>
        <a:lstStyle/>
        <a:p>
          <a:r>
            <a:rPr lang="en-US" dirty="0"/>
            <a:t>HO Compliance Director*</a:t>
          </a:r>
        </a:p>
      </dgm:t>
    </dgm:pt>
    <dgm:pt modelId="{98CB7A90-71CE-4038-B08B-6FE68049BD51}" type="parTrans" cxnId="{6A952B5A-A185-4678-9AE3-BDB1B2504656}">
      <dgm:prSet/>
      <dgm:spPr/>
      <dgm:t>
        <a:bodyPr/>
        <a:lstStyle/>
        <a:p>
          <a:endParaRPr lang="en-US"/>
        </a:p>
      </dgm:t>
    </dgm:pt>
    <dgm:pt modelId="{C78E812A-B87D-4A67-92BA-F90761008FA1}" type="sibTrans" cxnId="{6A952B5A-A185-4678-9AE3-BDB1B2504656}">
      <dgm:prSet/>
      <dgm:spPr/>
      <dgm:t>
        <a:bodyPr/>
        <a:lstStyle/>
        <a:p>
          <a:endParaRPr lang="en-US"/>
        </a:p>
      </dgm:t>
    </dgm:pt>
    <dgm:pt modelId="{5BE3FEA7-3EC1-4790-A6FC-56E04B924D6B}">
      <dgm:prSet/>
      <dgm:spPr/>
      <dgm:t>
        <a:bodyPr/>
        <a:lstStyle/>
        <a:p>
          <a:r>
            <a:rPr lang="en-US" dirty="0"/>
            <a:t>Sr Director</a:t>
          </a:r>
        </a:p>
      </dgm:t>
    </dgm:pt>
    <dgm:pt modelId="{5D38AA6F-6E08-47E2-BDFC-60ADD320F4BF}" type="parTrans" cxnId="{0690D1CE-9BCB-41BB-9B74-B015F4001A33}">
      <dgm:prSet/>
      <dgm:spPr/>
      <dgm:t>
        <a:bodyPr/>
        <a:lstStyle/>
        <a:p>
          <a:endParaRPr lang="en-US"/>
        </a:p>
      </dgm:t>
    </dgm:pt>
    <dgm:pt modelId="{4640C171-8A21-4129-BA9F-81BF6065D07F}" type="sibTrans" cxnId="{0690D1CE-9BCB-41BB-9B74-B015F4001A33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6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5"/>
      <dgm:spPr/>
    </dgm:pt>
    <dgm:pt modelId="{89F497FD-9B14-4D4B-92A8-A20BE0216095}" type="pres">
      <dgm:prSet presAssocID="{1460BC39-7ECE-4D62-8CDC-4BAD7C9229C4}" presName="connectorText" presStyleLbl="sibTrans2D1" presStyleIdx="0" presStyleCnt="5"/>
      <dgm:spPr/>
    </dgm:pt>
    <dgm:pt modelId="{7960951D-BF10-49A9-A6C3-7694192B18B2}" type="pres">
      <dgm:prSet presAssocID="{424DC062-A65B-4878-9FCD-F915E471E2F6}" presName="node" presStyleLbl="node1" presStyleIdx="1" presStyleCnt="6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5"/>
      <dgm:spPr/>
    </dgm:pt>
    <dgm:pt modelId="{68368549-0DB8-4549-B526-88030BBB25A4}" type="pres">
      <dgm:prSet presAssocID="{FECB3D77-10CC-4A27-8D74-6C04DAC1869E}" presName="connectorText" presStyleLbl="sibTrans2D1" presStyleIdx="1" presStyleCnt="5"/>
      <dgm:spPr/>
    </dgm:pt>
    <dgm:pt modelId="{931A0D15-C43B-435E-94C5-FAD3FE95528E}" type="pres">
      <dgm:prSet presAssocID="{16F9FD19-0273-4182-8823-2944A2D02A29}" presName="node" presStyleLbl="node1" presStyleIdx="2" presStyleCnt="6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5"/>
      <dgm:spPr/>
    </dgm:pt>
    <dgm:pt modelId="{F1E29F5C-29B7-4898-8011-6707C1F3DE8E}" type="pres">
      <dgm:prSet presAssocID="{CB960E47-2173-418E-871E-AC5EC5BC18B4}" presName="connectorText" presStyleLbl="sibTrans2D1" presStyleIdx="2" presStyleCnt="5"/>
      <dgm:spPr/>
    </dgm:pt>
    <dgm:pt modelId="{1EDD2B59-1EC1-4C05-B55D-D8AA554FE8C5}" type="pres">
      <dgm:prSet presAssocID="{57A00364-EB74-4E12-BC22-FEEB083C9121}" presName="node" presStyleLbl="node1" presStyleIdx="3" presStyleCnt="6">
        <dgm:presLayoutVars>
          <dgm:bulletEnabled val="1"/>
        </dgm:presLayoutVars>
      </dgm:prSet>
      <dgm:spPr/>
    </dgm:pt>
    <dgm:pt modelId="{8744296A-FFBE-4E1B-B7A6-D53D4597EFA1}" type="pres">
      <dgm:prSet presAssocID="{C78E812A-B87D-4A67-92BA-F90761008FA1}" presName="sibTrans" presStyleLbl="sibTrans2D1" presStyleIdx="3" presStyleCnt="5"/>
      <dgm:spPr/>
    </dgm:pt>
    <dgm:pt modelId="{881E2507-4194-41D8-8DB4-AEFCB6621784}" type="pres">
      <dgm:prSet presAssocID="{C78E812A-B87D-4A67-92BA-F90761008FA1}" presName="connectorText" presStyleLbl="sibTrans2D1" presStyleIdx="3" presStyleCnt="5"/>
      <dgm:spPr/>
    </dgm:pt>
    <dgm:pt modelId="{78688B77-646E-4513-870E-C81C0DB9EFB0}" type="pres">
      <dgm:prSet presAssocID="{5BE3FEA7-3EC1-4790-A6FC-56E04B924D6B}" presName="node" presStyleLbl="node1" presStyleIdx="4" presStyleCnt="6">
        <dgm:presLayoutVars>
          <dgm:bulletEnabled val="1"/>
        </dgm:presLayoutVars>
      </dgm:prSet>
      <dgm:spPr/>
    </dgm:pt>
    <dgm:pt modelId="{7E95C77D-AC60-4F1F-BDC2-09C7159501FB}" type="pres">
      <dgm:prSet presAssocID="{4640C171-8A21-4129-BA9F-81BF6065D07F}" presName="sibTrans" presStyleLbl="sibTrans2D1" presStyleIdx="4" presStyleCnt="5"/>
      <dgm:spPr/>
    </dgm:pt>
    <dgm:pt modelId="{5704B2ED-F68F-4F85-8B1D-6FF64B6EF4AD}" type="pres">
      <dgm:prSet presAssocID="{4640C171-8A21-4129-BA9F-81BF6065D07F}" presName="connectorText" presStyleLbl="sibTrans2D1" presStyleIdx="4" presStyleCnt="5"/>
      <dgm:spPr/>
    </dgm:pt>
    <dgm:pt modelId="{FC9D8CB7-0624-474C-A575-4405A61F9B72}" type="pres">
      <dgm:prSet presAssocID="{F59D04D6-60DC-46C3-8AF3-F0F20552D58A}" presName="node" presStyleLbl="node1" presStyleIdx="5" presStyleCnt="6">
        <dgm:presLayoutVars>
          <dgm:bulletEnabled val="1"/>
        </dgm:presLayoutVars>
      </dgm:prSet>
      <dgm:spPr/>
    </dgm:pt>
  </dgm:ptLst>
  <dgm:cxnLst>
    <dgm:cxn modelId="{8F8DB609-121B-48E0-87D6-A33FD46C9C94}" type="presOf" srcId="{5BE3FEA7-3EC1-4790-A6FC-56E04B924D6B}" destId="{78688B77-646E-4513-870E-C81C0DB9EFB0}" srcOrd="0" destOrd="0" presId="urn:microsoft.com/office/officeart/2005/8/layout/process1"/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5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3B294645-24BE-48BE-8D5C-BA26A0C2567A}" type="presOf" srcId="{4640C171-8A21-4129-BA9F-81BF6065D07F}" destId="{7E95C77D-AC60-4F1F-BDC2-09C7159501FB}" srcOrd="0" destOrd="0" presId="urn:microsoft.com/office/officeart/2005/8/layout/process1"/>
    <dgm:cxn modelId="{1812D265-7514-46B7-9355-351D2EE75E41}" type="presOf" srcId="{57A00364-EB74-4E12-BC22-FEEB083C9121}" destId="{1EDD2B59-1EC1-4C05-B55D-D8AA554FE8C5}" srcOrd="0" destOrd="0" presId="urn:microsoft.com/office/officeart/2005/8/layout/process1"/>
    <dgm:cxn modelId="{7E8B504F-0EE2-46E9-80C3-66FAEAE1844B}" type="presOf" srcId="{C78E812A-B87D-4A67-92BA-F90761008FA1}" destId="{8744296A-FFBE-4E1B-B7A6-D53D4597EFA1}" srcOrd="0" destOrd="0" presId="urn:microsoft.com/office/officeart/2005/8/layout/process1"/>
    <dgm:cxn modelId="{6A952B5A-A185-4678-9AE3-BDB1B2504656}" srcId="{FDC8D238-3C97-43F5-8A36-B61F98988AEE}" destId="{57A00364-EB74-4E12-BC22-FEEB083C9121}" srcOrd="3" destOrd="0" parTransId="{98CB7A90-71CE-4038-B08B-6FE68049BD51}" sibTransId="{C78E812A-B87D-4A67-92BA-F90761008FA1}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2C19C3A0-14E4-429F-BD34-D153FC52012D}" type="presOf" srcId="{4640C171-8A21-4129-BA9F-81BF6065D07F}" destId="{5704B2ED-F68F-4F85-8B1D-6FF64B6EF4AD}" srcOrd="1" destOrd="0" presId="urn:microsoft.com/office/officeart/2005/8/layout/process1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D8016CC1-7CED-43B5-9DF7-57E2A3D5C035}" type="presOf" srcId="{C78E812A-B87D-4A67-92BA-F90761008FA1}" destId="{881E2507-4194-41D8-8DB4-AEFCB6621784}" srcOrd="1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0690D1CE-9BCB-41BB-9B74-B015F4001A33}" srcId="{FDC8D238-3C97-43F5-8A36-B61F98988AEE}" destId="{5BE3FEA7-3EC1-4790-A6FC-56E04B924D6B}" srcOrd="4" destOrd="0" parTransId="{5D38AA6F-6E08-47E2-BDFC-60ADD320F4BF}" sibTransId="{4640C171-8A21-4129-BA9F-81BF6065D07F}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FC1209D9-6497-406F-A309-C97D3ACD9E55}" type="presParOf" srcId="{720D49DD-0C67-4340-975C-2366D8EF3EA2}" destId="{1EDD2B59-1EC1-4C05-B55D-D8AA554FE8C5}" srcOrd="6" destOrd="0" presId="urn:microsoft.com/office/officeart/2005/8/layout/process1"/>
    <dgm:cxn modelId="{7C1B2F68-5D12-443F-849E-A3FDA9BE1030}" type="presParOf" srcId="{720D49DD-0C67-4340-975C-2366D8EF3EA2}" destId="{8744296A-FFBE-4E1B-B7A6-D53D4597EFA1}" srcOrd="7" destOrd="0" presId="urn:microsoft.com/office/officeart/2005/8/layout/process1"/>
    <dgm:cxn modelId="{76B03C87-AA96-4808-ACB1-673CA64AE540}" type="presParOf" srcId="{8744296A-FFBE-4E1B-B7A6-D53D4597EFA1}" destId="{881E2507-4194-41D8-8DB4-AEFCB6621784}" srcOrd="0" destOrd="0" presId="urn:microsoft.com/office/officeart/2005/8/layout/process1"/>
    <dgm:cxn modelId="{A99DA2DE-80BD-450E-A4DC-E64A1367EA08}" type="presParOf" srcId="{720D49DD-0C67-4340-975C-2366D8EF3EA2}" destId="{78688B77-646E-4513-870E-C81C0DB9EFB0}" srcOrd="8" destOrd="0" presId="urn:microsoft.com/office/officeart/2005/8/layout/process1"/>
    <dgm:cxn modelId="{798CE65A-CC6B-44F7-AFB6-A695D93F1B45}" type="presParOf" srcId="{720D49DD-0C67-4340-975C-2366D8EF3EA2}" destId="{7E95C77D-AC60-4F1F-BDC2-09C7159501FB}" srcOrd="9" destOrd="0" presId="urn:microsoft.com/office/officeart/2005/8/layout/process1"/>
    <dgm:cxn modelId="{E707162C-F62E-4546-BFA0-15C73410AA43}" type="presParOf" srcId="{7E95C77D-AC60-4F1F-BDC2-09C7159501FB}" destId="{5704B2ED-F68F-4F85-8B1D-6FF64B6EF4AD}" srcOrd="0" destOrd="0" presId="urn:microsoft.com/office/officeart/2005/8/layout/process1"/>
    <dgm:cxn modelId="{95E87F5F-37E8-4E21-AA20-49C56C9EA0FE}" type="presParOf" srcId="{720D49DD-0C67-4340-975C-2366D8EF3EA2}" destId="{FC9D8CB7-0624-474C-A575-4405A61F9B7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HO Backstop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3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2"/>
      <dgm:spPr/>
    </dgm:pt>
    <dgm:pt modelId="{89F497FD-9B14-4D4B-92A8-A20BE0216095}" type="pres">
      <dgm:prSet presAssocID="{1460BC39-7ECE-4D62-8CDC-4BAD7C9229C4}" presName="connectorText" presStyleLbl="sibTrans2D1" presStyleIdx="0" presStyleCnt="2"/>
      <dgm:spPr/>
    </dgm:pt>
    <dgm:pt modelId="{7960951D-BF10-49A9-A6C3-7694192B18B2}" type="pres">
      <dgm:prSet presAssocID="{424DC062-A65B-4878-9FCD-F915E471E2F6}" presName="node" presStyleLbl="node1" presStyleIdx="1" presStyleCnt="3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2"/>
      <dgm:spPr/>
    </dgm:pt>
    <dgm:pt modelId="{68368549-0DB8-4549-B526-88030BBB25A4}" type="pres">
      <dgm:prSet presAssocID="{FECB3D77-10CC-4A27-8D74-6C04DAC1869E}" presName="connectorText" presStyleLbl="sibTrans2D1" presStyleIdx="1" presStyleCnt="2"/>
      <dgm:spPr/>
    </dgm:pt>
    <dgm:pt modelId="{FC9D8CB7-0624-474C-A575-4405A61F9B72}" type="pres">
      <dgm:prSet presAssocID="{F59D04D6-60DC-46C3-8AF3-F0F20552D58A}" presName="node" presStyleLbl="node1" presStyleIdx="2" presStyleCnt="3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2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95E87F5F-37E8-4E21-AA20-49C56C9EA0FE}" type="presParOf" srcId="{720D49DD-0C67-4340-975C-2366D8EF3EA2}" destId="{FC9D8CB7-0624-474C-A575-4405A61F9B7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37F9C1DB-8037-4FF0-AA40-D23E0822C1B0}">
      <dgm:prSet/>
      <dgm:spPr/>
      <dgm:t>
        <a:bodyPr/>
        <a:lstStyle/>
        <a:p>
          <a:r>
            <a:rPr lang="en-US" dirty="0"/>
            <a:t>Field Legal Rep</a:t>
          </a:r>
        </a:p>
      </dgm:t>
    </dgm:pt>
    <dgm:pt modelId="{53650D01-DFF8-46EA-93A3-4FFD4AB6D3CE}" type="parTrans" cxnId="{48B913A8-71DC-472F-B3B7-C010DBF9E487}">
      <dgm:prSet/>
      <dgm:spPr/>
      <dgm:t>
        <a:bodyPr/>
        <a:lstStyle/>
        <a:p>
          <a:endParaRPr lang="en-US"/>
        </a:p>
      </dgm:t>
    </dgm:pt>
    <dgm:pt modelId="{82C679F4-736A-4BFA-BC23-5DDFB6ECA37E}" type="sibTrans" cxnId="{48B913A8-71DC-472F-B3B7-C010DBF9E487}">
      <dgm:prSet/>
      <dgm:spPr/>
      <dgm:t>
        <a:bodyPr/>
        <a:lstStyle/>
        <a:p>
          <a:endParaRPr lang="en-US"/>
        </a:p>
      </dgm:t>
    </dgm:pt>
    <dgm:pt modelId="{1C11A8EB-EBD2-44AE-B91B-1D67366C3A00}">
      <dgm:prSet/>
      <dgm:spPr/>
      <dgm:t>
        <a:bodyPr/>
        <a:lstStyle/>
        <a:p>
          <a:r>
            <a:rPr lang="en-US" dirty="0"/>
            <a:t>Sr Director</a:t>
          </a:r>
        </a:p>
      </dgm:t>
    </dgm:pt>
    <dgm:pt modelId="{40D60FB2-ACA9-4D69-85BE-3C878AD70B23}" type="parTrans" cxnId="{519B1BAE-439B-475E-90DC-F5F2E72A203E}">
      <dgm:prSet/>
      <dgm:spPr/>
      <dgm:t>
        <a:bodyPr/>
        <a:lstStyle/>
        <a:p>
          <a:endParaRPr lang="en-US"/>
        </a:p>
      </dgm:t>
    </dgm:pt>
    <dgm:pt modelId="{704A500F-836C-4C43-AD30-6555FC4CEE50}" type="sibTrans" cxnId="{519B1BAE-439B-475E-90DC-F5F2E72A203E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5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4"/>
      <dgm:spPr/>
    </dgm:pt>
    <dgm:pt modelId="{89F497FD-9B14-4D4B-92A8-A20BE0216095}" type="pres">
      <dgm:prSet presAssocID="{1460BC39-7ECE-4D62-8CDC-4BAD7C9229C4}" presName="connectorText" presStyleLbl="sibTrans2D1" presStyleIdx="0" presStyleCnt="4"/>
      <dgm:spPr/>
    </dgm:pt>
    <dgm:pt modelId="{7960951D-BF10-49A9-A6C3-7694192B18B2}" type="pres">
      <dgm:prSet presAssocID="{424DC062-A65B-4878-9FCD-F915E471E2F6}" presName="node" presStyleLbl="node1" presStyleIdx="1" presStyleCnt="5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4"/>
      <dgm:spPr/>
    </dgm:pt>
    <dgm:pt modelId="{68368549-0DB8-4549-B526-88030BBB25A4}" type="pres">
      <dgm:prSet presAssocID="{FECB3D77-10CC-4A27-8D74-6C04DAC1869E}" presName="connectorText" presStyleLbl="sibTrans2D1" presStyleIdx="1" presStyleCnt="4"/>
      <dgm:spPr/>
    </dgm:pt>
    <dgm:pt modelId="{931A0D15-C43B-435E-94C5-FAD3FE95528E}" type="pres">
      <dgm:prSet presAssocID="{16F9FD19-0273-4182-8823-2944A2D02A29}" presName="node" presStyleLbl="node1" presStyleIdx="2" presStyleCnt="5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4"/>
      <dgm:spPr/>
    </dgm:pt>
    <dgm:pt modelId="{F1E29F5C-29B7-4898-8011-6707C1F3DE8E}" type="pres">
      <dgm:prSet presAssocID="{CB960E47-2173-418E-871E-AC5EC5BC18B4}" presName="connectorText" presStyleLbl="sibTrans2D1" presStyleIdx="2" presStyleCnt="4"/>
      <dgm:spPr/>
    </dgm:pt>
    <dgm:pt modelId="{76F31043-538D-420C-8235-08AB6C6A0192}" type="pres">
      <dgm:prSet presAssocID="{1C11A8EB-EBD2-44AE-B91B-1D67366C3A00}" presName="node" presStyleLbl="node1" presStyleIdx="3" presStyleCnt="5">
        <dgm:presLayoutVars>
          <dgm:bulletEnabled val="1"/>
        </dgm:presLayoutVars>
      </dgm:prSet>
      <dgm:spPr/>
    </dgm:pt>
    <dgm:pt modelId="{C8E7241F-4A35-4EF9-AD83-D91E77A36B78}" type="pres">
      <dgm:prSet presAssocID="{704A500F-836C-4C43-AD30-6555FC4CEE50}" presName="sibTrans" presStyleLbl="sibTrans2D1" presStyleIdx="3" presStyleCnt="4"/>
      <dgm:spPr/>
    </dgm:pt>
    <dgm:pt modelId="{9EE662DB-8A98-48EB-8FD9-DEC23E3995BB}" type="pres">
      <dgm:prSet presAssocID="{704A500F-836C-4C43-AD30-6555FC4CEE50}" presName="connectorText" presStyleLbl="sibTrans2D1" presStyleIdx="3" presStyleCnt="4"/>
      <dgm:spPr/>
    </dgm:pt>
    <dgm:pt modelId="{17DCC0F9-1A7D-485B-8433-C5FB82B6DBFE}" type="pres">
      <dgm:prSet presAssocID="{37F9C1DB-8037-4FF0-AA40-D23E0822C1B0}" presName="node" presStyleLbl="node1" presStyleIdx="4" presStyleCnt="5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48B913A8-71DC-472F-B3B7-C010DBF9E487}" srcId="{FDC8D238-3C97-43F5-8A36-B61F98988AEE}" destId="{37F9C1DB-8037-4FF0-AA40-D23E0822C1B0}" srcOrd="4" destOrd="0" parTransId="{53650D01-DFF8-46EA-93A3-4FFD4AB6D3CE}" sibTransId="{82C679F4-736A-4BFA-BC23-5DDFB6ECA37E}"/>
    <dgm:cxn modelId="{519B1BAE-439B-475E-90DC-F5F2E72A203E}" srcId="{FDC8D238-3C97-43F5-8A36-B61F98988AEE}" destId="{1C11A8EB-EBD2-44AE-B91B-1D67366C3A00}" srcOrd="3" destOrd="0" parTransId="{40D60FB2-ACA9-4D69-85BE-3C878AD70B23}" sibTransId="{704A500F-836C-4C43-AD30-6555FC4CEE50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9EF2D5B3-17A0-4798-AA02-72A9347CEA48}" type="presOf" srcId="{704A500F-836C-4C43-AD30-6555FC4CEE50}" destId="{C8E7241F-4A35-4EF9-AD83-D91E77A36B78}" srcOrd="0" destOrd="0" presId="urn:microsoft.com/office/officeart/2005/8/layout/process1"/>
    <dgm:cxn modelId="{8CD315BB-4C34-4B08-9C44-1C923F901D1A}" type="presOf" srcId="{1C11A8EB-EBD2-44AE-B91B-1D67366C3A00}" destId="{76F31043-538D-420C-8235-08AB6C6A0192}" srcOrd="0" destOrd="0" presId="urn:microsoft.com/office/officeart/2005/8/layout/process1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FEE0CFCA-76E0-427E-92EE-1070DD29EE4A}" type="presOf" srcId="{704A500F-836C-4C43-AD30-6555FC4CEE50}" destId="{9EE662DB-8A98-48EB-8FD9-DEC23E3995BB}" srcOrd="1" destOrd="0" presId="urn:microsoft.com/office/officeart/2005/8/layout/process1"/>
    <dgm:cxn modelId="{F07674DF-8F9A-4C9C-8459-949FEB15300F}" type="presOf" srcId="{37F9C1DB-8037-4FF0-AA40-D23E0822C1B0}" destId="{17DCC0F9-1A7D-485B-8433-C5FB82B6DBFE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468008AE-E30E-4DCB-8EBD-B2B28DBFF710}" type="presParOf" srcId="{720D49DD-0C67-4340-975C-2366D8EF3EA2}" destId="{76F31043-538D-420C-8235-08AB6C6A0192}" srcOrd="6" destOrd="0" presId="urn:microsoft.com/office/officeart/2005/8/layout/process1"/>
    <dgm:cxn modelId="{DAA62503-C689-4A8B-AE51-9D17CAB0863B}" type="presParOf" srcId="{720D49DD-0C67-4340-975C-2366D8EF3EA2}" destId="{C8E7241F-4A35-4EF9-AD83-D91E77A36B78}" srcOrd="7" destOrd="0" presId="urn:microsoft.com/office/officeart/2005/8/layout/process1"/>
    <dgm:cxn modelId="{04DFC2AA-F8DE-4318-9AC3-F8CBFA931B61}" type="presParOf" srcId="{C8E7241F-4A35-4EF9-AD83-D91E77A36B78}" destId="{9EE662DB-8A98-48EB-8FD9-DEC23E3995BB}" srcOrd="0" destOrd="0" presId="urn:microsoft.com/office/officeart/2005/8/layout/process1"/>
    <dgm:cxn modelId="{CB8D4CC4-3725-4171-B1E7-A7AE30D642E3}" type="presParOf" srcId="{720D49DD-0C67-4340-975C-2366D8EF3EA2}" destId="{17DCC0F9-1A7D-485B-8433-C5FB82B6DBF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</dgm:pt>
    <dgm:pt modelId="{FA92CCFC-1F51-4DEF-9767-57E1D144E4E1}">
      <dgm:prSet phldrT="[Text]"/>
      <dgm:spPr/>
      <dgm:t>
        <a:bodyPr/>
        <a:lstStyle/>
        <a:p>
          <a:r>
            <a:rPr lang="en-US" dirty="0"/>
            <a:t>Field Staff</a:t>
          </a:r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Sr VP or CEO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5BE3FEA7-3EC1-4790-A6FC-56E04B924D6B}">
      <dgm:prSet/>
      <dgm:spPr/>
      <dgm:t>
        <a:bodyPr/>
        <a:lstStyle/>
        <a:p>
          <a:r>
            <a:rPr lang="en-US" dirty="0"/>
            <a:t>Sr Director</a:t>
          </a:r>
        </a:p>
      </dgm:t>
    </dgm:pt>
    <dgm:pt modelId="{5D38AA6F-6E08-47E2-BDFC-60ADD320F4BF}" type="parTrans" cxnId="{0690D1CE-9BCB-41BB-9B74-B015F4001A33}">
      <dgm:prSet/>
      <dgm:spPr/>
      <dgm:t>
        <a:bodyPr/>
        <a:lstStyle/>
        <a:p>
          <a:endParaRPr lang="en-US"/>
        </a:p>
      </dgm:t>
    </dgm:pt>
    <dgm:pt modelId="{4640C171-8A21-4129-BA9F-81BF6065D07F}" type="sibTrans" cxnId="{0690D1CE-9BCB-41BB-9B74-B015F4001A33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5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4"/>
      <dgm:spPr/>
    </dgm:pt>
    <dgm:pt modelId="{89F497FD-9B14-4D4B-92A8-A20BE0216095}" type="pres">
      <dgm:prSet presAssocID="{1460BC39-7ECE-4D62-8CDC-4BAD7C9229C4}" presName="connectorText" presStyleLbl="sibTrans2D1" presStyleIdx="0" presStyleCnt="4"/>
      <dgm:spPr/>
    </dgm:pt>
    <dgm:pt modelId="{7960951D-BF10-49A9-A6C3-7694192B18B2}" type="pres">
      <dgm:prSet presAssocID="{424DC062-A65B-4878-9FCD-F915E471E2F6}" presName="node" presStyleLbl="node1" presStyleIdx="1" presStyleCnt="5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4"/>
      <dgm:spPr/>
    </dgm:pt>
    <dgm:pt modelId="{68368549-0DB8-4549-B526-88030BBB25A4}" type="pres">
      <dgm:prSet presAssocID="{FECB3D77-10CC-4A27-8D74-6C04DAC1869E}" presName="connectorText" presStyleLbl="sibTrans2D1" presStyleIdx="1" presStyleCnt="4"/>
      <dgm:spPr/>
    </dgm:pt>
    <dgm:pt modelId="{931A0D15-C43B-435E-94C5-FAD3FE95528E}" type="pres">
      <dgm:prSet presAssocID="{16F9FD19-0273-4182-8823-2944A2D02A29}" presName="node" presStyleLbl="node1" presStyleIdx="2" presStyleCnt="5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4"/>
      <dgm:spPr/>
    </dgm:pt>
    <dgm:pt modelId="{F1E29F5C-29B7-4898-8011-6707C1F3DE8E}" type="pres">
      <dgm:prSet presAssocID="{CB960E47-2173-418E-871E-AC5EC5BC18B4}" presName="connectorText" presStyleLbl="sibTrans2D1" presStyleIdx="2" presStyleCnt="4"/>
      <dgm:spPr/>
    </dgm:pt>
    <dgm:pt modelId="{78688B77-646E-4513-870E-C81C0DB9EFB0}" type="pres">
      <dgm:prSet presAssocID="{5BE3FEA7-3EC1-4790-A6FC-56E04B924D6B}" presName="node" presStyleLbl="node1" presStyleIdx="3" presStyleCnt="5">
        <dgm:presLayoutVars>
          <dgm:bulletEnabled val="1"/>
        </dgm:presLayoutVars>
      </dgm:prSet>
      <dgm:spPr/>
    </dgm:pt>
    <dgm:pt modelId="{7E95C77D-AC60-4F1F-BDC2-09C7159501FB}" type="pres">
      <dgm:prSet presAssocID="{4640C171-8A21-4129-BA9F-81BF6065D07F}" presName="sibTrans" presStyleLbl="sibTrans2D1" presStyleIdx="3" presStyleCnt="4"/>
      <dgm:spPr/>
    </dgm:pt>
    <dgm:pt modelId="{5704B2ED-F68F-4F85-8B1D-6FF64B6EF4AD}" type="pres">
      <dgm:prSet presAssocID="{4640C171-8A21-4129-BA9F-81BF6065D07F}" presName="connectorText" presStyleLbl="sibTrans2D1" presStyleIdx="3" presStyleCnt="4"/>
      <dgm:spPr/>
    </dgm:pt>
    <dgm:pt modelId="{FC9D8CB7-0624-474C-A575-4405A61F9B72}" type="pres">
      <dgm:prSet presAssocID="{F59D04D6-60DC-46C3-8AF3-F0F20552D58A}" presName="node" presStyleLbl="node1" presStyleIdx="4" presStyleCnt="5">
        <dgm:presLayoutVars>
          <dgm:bulletEnabled val="1"/>
        </dgm:presLayoutVars>
      </dgm:prSet>
      <dgm:spPr/>
    </dgm:pt>
  </dgm:ptLst>
  <dgm:cxnLst>
    <dgm:cxn modelId="{8F8DB609-121B-48E0-87D6-A33FD46C9C94}" type="presOf" srcId="{5BE3FEA7-3EC1-4790-A6FC-56E04B924D6B}" destId="{78688B77-646E-4513-870E-C81C0DB9EFB0}" srcOrd="0" destOrd="0" presId="urn:microsoft.com/office/officeart/2005/8/layout/process1"/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4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3B294645-24BE-48BE-8D5C-BA26A0C2567A}" type="presOf" srcId="{4640C171-8A21-4129-BA9F-81BF6065D07F}" destId="{7E95C77D-AC60-4F1F-BDC2-09C7159501FB}" srcOrd="0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2C19C3A0-14E4-429F-BD34-D153FC52012D}" type="presOf" srcId="{4640C171-8A21-4129-BA9F-81BF6065D07F}" destId="{5704B2ED-F68F-4F85-8B1D-6FF64B6EF4AD}" srcOrd="1" destOrd="0" presId="urn:microsoft.com/office/officeart/2005/8/layout/process1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0690D1CE-9BCB-41BB-9B74-B015F4001A33}" srcId="{FDC8D238-3C97-43F5-8A36-B61F98988AEE}" destId="{5BE3FEA7-3EC1-4790-A6FC-56E04B924D6B}" srcOrd="3" destOrd="0" parTransId="{5D38AA6F-6E08-47E2-BDFC-60ADD320F4BF}" sibTransId="{4640C171-8A21-4129-BA9F-81BF6065D07F}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A99DA2DE-80BD-450E-A4DC-E64A1367EA08}" type="presParOf" srcId="{720D49DD-0C67-4340-975C-2366D8EF3EA2}" destId="{78688B77-646E-4513-870E-C81C0DB9EFB0}" srcOrd="6" destOrd="0" presId="urn:microsoft.com/office/officeart/2005/8/layout/process1"/>
    <dgm:cxn modelId="{798CE65A-CC6B-44F7-AFB6-A695D93F1B45}" type="presParOf" srcId="{720D49DD-0C67-4340-975C-2366D8EF3EA2}" destId="{7E95C77D-AC60-4F1F-BDC2-09C7159501FB}" srcOrd="7" destOrd="0" presId="urn:microsoft.com/office/officeart/2005/8/layout/process1"/>
    <dgm:cxn modelId="{E707162C-F62E-4546-BFA0-15C73410AA43}" type="presParOf" srcId="{7E95C77D-AC60-4F1F-BDC2-09C7159501FB}" destId="{5704B2ED-F68F-4F85-8B1D-6FF64B6EF4AD}" srcOrd="0" destOrd="0" presId="urn:microsoft.com/office/officeart/2005/8/layout/process1"/>
    <dgm:cxn modelId="{95E87F5F-37E8-4E21-AA20-49C56C9EA0FE}" type="presParOf" srcId="{720D49DD-0C67-4340-975C-2366D8EF3EA2}" destId="{FC9D8CB7-0624-474C-A575-4405A61F9B7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DC8D238-3C97-43F5-8A36-B61F98988AEE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</dgm:pt>
    <dgm:pt modelId="{FA92CCFC-1F51-4DEF-9767-57E1D144E4E1}">
      <dgm:prSet phldrT="[Text]"/>
      <dgm:spPr/>
      <dgm:t>
        <a:bodyPr/>
        <a:lstStyle/>
        <a:p>
          <a:r>
            <a:rPr lang="en-US"/>
            <a:t>Field Staff</a:t>
          </a:r>
          <a:endParaRPr lang="en-US" dirty="0"/>
        </a:p>
      </dgm:t>
    </dgm:pt>
    <dgm:pt modelId="{B5C39BDE-BA81-4F07-9B92-D286EB9EA08A}" type="parTrans" cxnId="{97CF3E94-4A4E-42E0-AC39-8BB8B4A62E25}">
      <dgm:prSet/>
      <dgm:spPr/>
      <dgm:t>
        <a:bodyPr/>
        <a:lstStyle/>
        <a:p>
          <a:endParaRPr lang="en-US"/>
        </a:p>
      </dgm:t>
    </dgm:pt>
    <dgm:pt modelId="{1460BC39-7ECE-4D62-8CDC-4BAD7C9229C4}" type="sibTrans" cxnId="{97CF3E94-4A4E-42E0-AC39-8BB8B4A62E25}">
      <dgm:prSet/>
      <dgm:spPr/>
      <dgm:t>
        <a:bodyPr/>
        <a:lstStyle/>
        <a:p>
          <a:endParaRPr lang="en-US"/>
        </a:p>
      </dgm:t>
    </dgm:pt>
    <dgm:pt modelId="{424DC062-A65B-4878-9FCD-F915E471E2F6}">
      <dgm:prSet phldrT="[Text]"/>
      <dgm:spPr/>
      <dgm:t>
        <a:bodyPr/>
        <a:lstStyle/>
        <a:p>
          <a:r>
            <a:rPr lang="en-US" dirty="0"/>
            <a:t>Field PD/COP</a:t>
          </a:r>
        </a:p>
      </dgm:t>
    </dgm:pt>
    <dgm:pt modelId="{29163A26-E46D-43FF-B5C9-87B701617511}" type="parTrans" cxnId="{F335F8AE-386A-4340-8D87-D93C5C16C783}">
      <dgm:prSet/>
      <dgm:spPr/>
      <dgm:t>
        <a:bodyPr/>
        <a:lstStyle/>
        <a:p>
          <a:endParaRPr lang="en-US"/>
        </a:p>
      </dgm:t>
    </dgm:pt>
    <dgm:pt modelId="{FECB3D77-10CC-4A27-8D74-6C04DAC1869E}" type="sibTrans" cxnId="{F335F8AE-386A-4340-8D87-D93C5C16C783}">
      <dgm:prSet/>
      <dgm:spPr/>
      <dgm:t>
        <a:bodyPr/>
        <a:lstStyle/>
        <a:p>
          <a:endParaRPr lang="en-US"/>
        </a:p>
      </dgm:t>
    </dgm:pt>
    <dgm:pt modelId="{F59D04D6-60DC-46C3-8AF3-F0F20552D58A}">
      <dgm:prSet phldrT="[Text]"/>
      <dgm:spPr/>
      <dgm:t>
        <a:bodyPr/>
        <a:lstStyle/>
        <a:p>
          <a:r>
            <a:rPr lang="en-US" dirty="0"/>
            <a:t>HO Sr Director</a:t>
          </a:r>
        </a:p>
      </dgm:t>
    </dgm:pt>
    <dgm:pt modelId="{88F3B049-34AE-4596-A493-D9CE28E9C1C1}" type="parTrans" cxnId="{B0449E1D-3E14-4522-B889-3C20248E8271}">
      <dgm:prSet/>
      <dgm:spPr/>
      <dgm:t>
        <a:bodyPr/>
        <a:lstStyle/>
        <a:p>
          <a:endParaRPr lang="en-US"/>
        </a:p>
      </dgm:t>
    </dgm:pt>
    <dgm:pt modelId="{81F45D1A-7517-488B-85FE-2BC8A30B2A5E}" type="sibTrans" cxnId="{B0449E1D-3E14-4522-B889-3C20248E8271}">
      <dgm:prSet/>
      <dgm:spPr/>
      <dgm:t>
        <a:bodyPr/>
        <a:lstStyle/>
        <a:p>
          <a:endParaRPr lang="en-US"/>
        </a:p>
      </dgm:t>
    </dgm:pt>
    <dgm:pt modelId="{16F9FD19-0273-4182-8823-2944A2D02A29}">
      <dgm:prSet/>
      <dgm:spPr/>
      <dgm:t>
        <a:bodyPr/>
        <a:lstStyle/>
        <a:p>
          <a:r>
            <a:rPr lang="en-US" dirty="0"/>
            <a:t>HO Backstop</a:t>
          </a:r>
        </a:p>
      </dgm:t>
    </dgm:pt>
    <dgm:pt modelId="{063CD4DF-F631-4FEE-832A-1A027305EF40}" type="parTrans" cxnId="{719CCC22-807A-4260-A681-535F64533330}">
      <dgm:prSet/>
      <dgm:spPr/>
      <dgm:t>
        <a:bodyPr/>
        <a:lstStyle/>
        <a:p>
          <a:endParaRPr lang="en-US"/>
        </a:p>
      </dgm:t>
    </dgm:pt>
    <dgm:pt modelId="{CB960E47-2173-418E-871E-AC5EC5BC18B4}" type="sibTrans" cxnId="{719CCC22-807A-4260-A681-535F64533330}">
      <dgm:prSet/>
      <dgm:spPr/>
      <dgm:t>
        <a:bodyPr/>
        <a:lstStyle/>
        <a:p>
          <a:endParaRPr lang="en-US"/>
        </a:p>
      </dgm:t>
    </dgm:pt>
    <dgm:pt modelId="{720D49DD-0C67-4340-975C-2366D8EF3EA2}" type="pres">
      <dgm:prSet presAssocID="{FDC8D238-3C97-43F5-8A36-B61F98988AEE}" presName="Name0" presStyleCnt="0">
        <dgm:presLayoutVars>
          <dgm:dir/>
          <dgm:resizeHandles val="exact"/>
        </dgm:presLayoutVars>
      </dgm:prSet>
      <dgm:spPr/>
    </dgm:pt>
    <dgm:pt modelId="{8E1B1DC0-96EA-42F4-8CF6-BAAEDE6DEC35}" type="pres">
      <dgm:prSet presAssocID="{FA92CCFC-1F51-4DEF-9767-57E1D144E4E1}" presName="node" presStyleLbl="node1" presStyleIdx="0" presStyleCnt="4">
        <dgm:presLayoutVars>
          <dgm:bulletEnabled val="1"/>
        </dgm:presLayoutVars>
      </dgm:prSet>
      <dgm:spPr/>
    </dgm:pt>
    <dgm:pt modelId="{D1B9C514-AA00-44B7-8837-7A827C613647}" type="pres">
      <dgm:prSet presAssocID="{1460BC39-7ECE-4D62-8CDC-4BAD7C9229C4}" presName="sibTrans" presStyleLbl="sibTrans2D1" presStyleIdx="0" presStyleCnt="3"/>
      <dgm:spPr/>
    </dgm:pt>
    <dgm:pt modelId="{89F497FD-9B14-4D4B-92A8-A20BE0216095}" type="pres">
      <dgm:prSet presAssocID="{1460BC39-7ECE-4D62-8CDC-4BAD7C9229C4}" presName="connectorText" presStyleLbl="sibTrans2D1" presStyleIdx="0" presStyleCnt="3"/>
      <dgm:spPr/>
    </dgm:pt>
    <dgm:pt modelId="{7960951D-BF10-49A9-A6C3-7694192B18B2}" type="pres">
      <dgm:prSet presAssocID="{424DC062-A65B-4878-9FCD-F915E471E2F6}" presName="node" presStyleLbl="node1" presStyleIdx="1" presStyleCnt="4">
        <dgm:presLayoutVars>
          <dgm:bulletEnabled val="1"/>
        </dgm:presLayoutVars>
      </dgm:prSet>
      <dgm:spPr/>
    </dgm:pt>
    <dgm:pt modelId="{30C85FF6-8445-4119-963F-AD6994C8079F}" type="pres">
      <dgm:prSet presAssocID="{FECB3D77-10CC-4A27-8D74-6C04DAC1869E}" presName="sibTrans" presStyleLbl="sibTrans2D1" presStyleIdx="1" presStyleCnt="3"/>
      <dgm:spPr/>
    </dgm:pt>
    <dgm:pt modelId="{68368549-0DB8-4549-B526-88030BBB25A4}" type="pres">
      <dgm:prSet presAssocID="{FECB3D77-10CC-4A27-8D74-6C04DAC1869E}" presName="connectorText" presStyleLbl="sibTrans2D1" presStyleIdx="1" presStyleCnt="3"/>
      <dgm:spPr/>
    </dgm:pt>
    <dgm:pt modelId="{931A0D15-C43B-435E-94C5-FAD3FE95528E}" type="pres">
      <dgm:prSet presAssocID="{16F9FD19-0273-4182-8823-2944A2D02A29}" presName="node" presStyleLbl="node1" presStyleIdx="2" presStyleCnt="4">
        <dgm:presLayoutVars>
          <dgm:bulletEnabled val="1"/>
        </dgm:presLayoutVars>
      </dgm:prSet>
      <dgm:spPr/>
    </dgm:pt>
    <dgm:pt modelId="{9F241495-EBD5-448C-91B4-BC351D98BAFE}" type="pres">
      <dgm:prSet presAssocID="{CB960E47-2173-418E-871E-AC5EC5BC18B4}" presName="sibTrans" presStyleLbl="sibTrans2D1" presStyleIdx="2" presStyleCnt="3"/>
      <dgm:spPr/>
    </dgm:pt>
    <dgm:pt modelId="{F1E29F5C-29B7-4898-8011-6707C1F3DE8E}" type="pres">
      <dgm:prSet presAssocID="{CB960E47-2173-418E-871E-AC5EC5BC18B4}" presName="connectorText" presStyleLbl="sibTrans2D1" presStyleIdx="2" presStyleCnt="3"/>
      <dgm:spPr/>
    </dgm:pt>
    <dgm:pt modelId="{FC9D8CB7-0624-474C-A575-4405A61F9B72}" type="pres">
      <dgm:prSet presAssocID="{F59D04D6-60DC-46C3-8AF3-F0F20552D58A}" presName="node" presStyleLbl="node1" presStyleIdx="3" presStyleCnt="4">
        <dgm:presLayoutVars>
          <dgm:bulletEnabled val="1"/>
        </dgm:presLayoutVars>
      </dgm:prSet>
      <dgm:spPr/>
    </dgm:pt>
  </dgm:ptLst>
  <dgm:cxnLst>
    <dgm:cxn modelId="{13CC9617-9701-42EF-B4DE-0BE391503A05}" type="presOf" srcId="{FECB3D77-10CC-4A27-8D74-6C04DAC1869E}" destId="{30C85FF6-8445-4119-963F-AD6994C8079F}" srcOrd="0" destOrd="0" presId="urn:microsoft.com/office/officeart/2005/8/layout/process1"/>
    <dgm:cxn modelId="{1DF78D18-25F8-461D-A03D-C3EBAC89A817}" type="presOf" srcId="{16F9FD19-0273-4182-8823-2944A2D02A29}" destId="{931A0D15-C43B-435E-94C5-FAD3FE95528E}" srcOrd="0" destOrd="0" presId="urn:microsoft.com/office/officeart/2005/8/layout/process1"/>
    <dgm:cxn modelId="{9650BE1B-B0EA-4712-96E3-5DB47290C811}" type="presOf" srcId="{424DC062-A65B-4878-9FCD-F915E471E2F6}" destId="{7960951D-BF10-49A9-A6C3-7694192B18B2}" srcOrd="0" destOrd="0" presId="urn:microsoft.com/office/officeart/2005/8/layout/process1"/>
    <dgm:cxn modelId="{B0449E1D-3E14-4522-B889-3C20248E8271}" srcId="{FDC8D238-3C97-43F5-8A36-B61F98988AEE}" destId="{F59D04D6-60DC-46C3-8AF3-F0F20552D58A}" srcOrd="3" destOrd="0" parTransId="{88F3B049-34AE-4596-A493-D9CE28E9C1C1}" sibTransId="{81F45D1A-7517-488B-85FE-2BC8A30B2A5E}"/>
    <dgm:cxn modelId="{390C8321-B79C-4737-8C21-46CAC2F700B7}" type="presOf" srcId="{FA92CCFC-1F51-4DEF-9767-57E1D144E4E1}" destId="{8E1B1DC0-96EA-42F4-8CF6-BAAEDE6DEC35}" srcOrd="0" destOrd="0" presId="urn:microsoft.com/office/officeart/2005/8/layout/process1"/>
    <dgm:cxn modelId="{366EA521-D037-4C28-80B0-F10BFCD80129}" type="presOf" srcId="{CB960E47-2173-418E-871E-AC5EC5BC18B4}" destId="{F1E29F5C-29B7-4898-8011-6707C1F3DE8E}" srcOrd="1" destOrd="0" presId="urn:microsoft.com/office/officeart/2005/8/layout/process1"/>
    <dgm:cxn modelId="{719CCC22-807A-4260-A681-535F64533330}" srcId="{FDC8D238-3C97-43F5-8A36-B61F98988AEE}" destId="{16F9FD19-0273-4182-8823-2944A2D02A29}" srcOrd="2" destOrd="0" parTransId="{063CD4DF-F631-4FEE-832A-1A027305EF40}" sibTransId="{CB960E47-2173-418E-871E-AC5EC5BC18B4}"/>
    <dgm:cxn modelId="{DED9F22A-1ADF-4871-BC31-AA18EF2498AA}" type="presOf" srcId="{1460BC39-7ECE-4D62-8CDC-4BAD7C9229C4}" destId="{89F497FD-9B14-4D4B-92A8-A20BE0216095}" srcOrd="1" destOrd="0" presId="urn:microsoft.com/office/officeart/2005/8/layout/process1"/>
    <dgm:cxn modelId="{69ED0661-BCBE-4B68-B597-8CDCDDBCA886}" type="presOf" srcId="{CB960E47-2173-418E-871E-AC5EC5BC18B4}" destId="{9F241495-EBD5-448C-91B4-BC351D98BAFE}" srcOrd="0" destOrd="0" presId="urn:microsoft.com/office/officeart/2005/8/layout/process1"/>
    <dgm:cxn modelId="{97CF3E94-4A4E-42E0-AC39-8BB8B4A62E25}" srcId="{FDC8D238-3C97-43F5-8A36-B61F98988AEE}" destId="{FA92CCFC-1F51-4DEF-9767-57E1D144E4E1}" srcOrd="0" destOrd="0" parTransId="{B5C39BDE-BA81-4F07-9B92-D286EB9EA08A}" sibTransId="{1460BC39-7ECE-4D62-8CDC-4BAD7C9229C4}"/>
    <dgm:cxn modelId="{F335F8AE-386A-4340-8D87-D93C5C16C783}" srcId="{FDC8D238-3C97-43F5-8A36-B61F98988AEE}" destId="{424DC062-A65B-4878-9FCD-F915E471E2F6}" srcOrd="1" destOrd="0" parTransId="{29163A26-E46D-43FF-B5C9-87B701617511}" sibTransId="{FECB3D77-10CC-4A27-8D74-6C04DAC1869E}"/>
    <dgm:cxn modelId="{0D1557C2-E9DA-4FCB-B563-89AB73BD7B7F}" type="presOf" srcId="{FECB3D77-10CC-4A27-8D74-6C04DAC1869E}" destId="{68368549-0DB8-4549-B526-88030BBB25A4}" srcOrd="1" destOrd="0" presId="urn:microsoft.com/office/officeart/2005/8/layout/process1"/>
    <dgm:cxn modelId="{DCD3F1DD-5730-4C6A-8FFB-2D3D4C41D6C4}" type="presOf" srcId="{F59D04D6-60DC-46C3-8AF3-F0F20552D58A}" destId="{FC9D8CB7-0624-474C-A575-4405A61F9B72}" srcOrd="0" destOrd="0" presId="urn:microsoft.com/office/officeart/2005/8/layout/process1"/>
    <dgm:cxn modelId="{8D2B04E8-39A8-4DCB-81EA-D1A569CC6951}" type="presOf" srcId="{1460BC39-7ECE-4D62-8CDC-4BAD7C9229C4}" destId="{D1B9C514-AA00-44B7-8837-7A827C613647}" srcOrd="0" destOrd="0" presId="urn:microsoft.com/office/officeart/2005/8/layout/process1"/>
    <dgm:cxn modelId="{9832D4ED-67DF-41D1-89C9-7DFD5A6BACE4}" type="presOf" srcId="{FDC8D238-3C97-43F5-8A36-B61F98988AEE}" destId="{720D49DD-0C67-4340-975C-2366D8EF3EA2}" srcOrd="0" destOrd="0" presId="urn:microsoft.com/office/officeart/2005/8/layout/process1"/>
    <dgm:cxn modelId="{BD1B4AE7-0316-41AB-A4F5-B9D26B486A02}" type="presParOf" srcId="{720D49DD-0C67-4340-975C-2366D8EF3EA2}" destId="{8E1B1DC0-96EA-42F4-8CF6-BAAEDE6DEC35}" srcOrd="0" destOrd="0" presId="urn:microsoft.com/office/officeart/2005/8/layout/process1"/>
    <dgm:cxn modelId="{A5A16F1D-B813-4961-AA88-4424137915C8}" type="presParOf" srcId="{720D49DD-0C67-4340-975C-2366D8EF3EA2}" destId="{D1B9C514-AA00-44B7-8837-7A827C613647}" srcOrd="1" destOrd="0" presId="urn:microsoft.com/office/officeart/2005/8/layout/process1"/>
    <dgm:cxn modelId="{E7B5471A-39B6-471B-BDD8-F95A85C53BAC}" type="presParOf" srcId="{D1B9C514-AA00-44B7-8837-7A827C613647}" destId="{89F497FD-9B14-4D4B-92A8-A20BE0216095}" srcOrd="0" destOrd="0" presId="urn:microsoft.com/office/officeart/2005/8/layout/process1"/>
    <dgm:cxn modelId="{EC8DDE24-6D22-47F8-9593-09169C517C1A}" type="presParOf" srcId="{720D49DD-0C67-4340-975C-2366D8EF3EA2}" destId="{7960951D-BF10-49A9-A6C3-7694192B18B2}" srcOrd="2" destOrd="0" presId="urn:microsoft.com/office/officeart/2005/8/layout/process1"/>
    <dgm:cxn modelId="{E8F2C06B-F83B-427B-AB98-163539F49C9D}" type="presParOf" srcId="{720D49DD-0C67-4340-975C-2366D8EF3EA2}" destId="{30C85FF6-8445-4119-963F-AD6994C8079F}" srcOrd="3" destOrd="0" presId="urn:microsoft.com/office/officeart/2005/8/layout/process1"/>
    <dgm:cxn modelId="{6E0FCD81-77D8-46D5-8369-2672C8643A8D}" type="presParOf" srcId="{30C85FF6-8445-4119-963F-AD6994C8079F}" destId="{68368549-0DB8-4549-B526-88030BBB25A4}" srcOrd="0" destOrd="0" presId="urn:microsoft.com/office/officeart/2005/8/layout/process1"/>
    <dgm:cxn modelId="{19C5169E-A826-4583-8B41-1D118666E932}" type="presParOf" srcId="{720D49DD-0C67-4340-975C-2366D8EF3EA2}" destId="{931A0D15-C43B-435E-94C5-FAD3FE95528E}" srcOrd="4" destOrd="0" presId="urn:microsoft.com/office/officeart/2005/8/layout/process1"/>
    <dgm:cxn modelId="{811A0F22-0B65-42C4-B416-3C620AD36297}" type="presParOf" srcId="{720D49DD-0C67-4340-975C-2366D8EF3EA2}" destId="{9F241495-EBD5-448C-91B4-BC351D98BAFE}" srcOrd="5" destOrd="0" presId="urn:microsoft.com/office/officeart/2005/8/layout/process1"/>
    <dgm:cxn modelId="{35128BFA-B2D7-4DE7-8178-4A2446017341}" type="presParOf" srcId="{9F241495-EBD5-448C-91B4-BC351D98BAFE}" destId="{F1E29F5C-29B7-4898-8011-6707C1F3DE8E}" srcOrd="0" destOrd="0" presId="urn:microsoft.com/office/officeart/2005/8/layout/process1"/>
    <dgm:cxn modelId="{95E87F5F-37E8-4E21-AA20-49C56C9EA0FE}" type="presParOf" srcId="{720D49DD-0C67-4340-975C-2366D8EF3EA2}" destId="{FC9D8CB7-0624-474C-A575-4405A61F9B7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6812" y="0"/>
          <a:ext cx="2036264" cy="747900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Staff</a:t>
          </a:r>
        </a:p>
      </dsp:txBody>
      <dsp:txXfrm>
        <a:off x="28717" y="21905"/>
        <a:ext cx="1992454" cy="704090"/>
      </dsp:txXfrm>
    </dsp:sp>
    <dsp:sp modelId="{D1B9C514-AA00-44B7-8837-7A827C613647}">
      <dsp:nvSpPr>
        <dsp:cNvPr id="0" name=""/>
        <dsp:cNvSpPr/>
      </dsp:nvSpPr>
      <dsp:spPr>
        <a:xfrm>
          <a:off x="2246703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246703" y="222452"/>
        <a:ext cx="302181" cy="302995"/>
      </dsp:txXfrm>
    </dsp:sp>
    <dsp:sp modelId="{7960951D-BF10-49A9-A6C3-7694192B18B2}">
      <dsp:nvSpPr>
        <dsp:cNvPr id="0" name=""/>
        <dsp:cNvSpPr/>
      </dsp:nvSpPr>
      <dsp:spPr>
        <a:xfrm>
          <a:off x="2857582" y="0"/>
          <a:ext cx="2036264" cy="747900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 Compliance Director*</a:t>
          </a:r>
        </a:p>
      </dsp:txBody>
      <dsp:txXfrm>
        <a:off x="2879487" y="21905"/>
        <a:ext cx="1992454" cy="704090"/>
      </dsp:txXfrm>
    </dsp:sp>
    <dsp:sp modelId="{30C85FF6-8445-4119-963F-AD6994C8079F}">
      <dsp:nvSpPr>
        <dsp:cNvPr id="0" name=""/>
        <dsp:cNvSpPr/>
      </dsp:nvSpPr>
      <dsp:spPr>
        <a:xfrm>
          <a:off x="5097472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574681"/>
            <a:satOff val="409"/>
            <a:lumOff val="321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097472" y="222452"/>
        <a:ext cx="302181" cy="302995"/>
      </dsp:txXfrm>
    </dsp:sp>
    <dsp:sp modelId="{FC9D8CB7-0624-474C-A575-4405A61F9B72}">
      <dsp:nvSpPr>
        <dsp:cNvPr id="0" name=""/>
        <dsp:cNvSpPr/>
      </dsp:nvSpPr>
      <dsp:spPr>
        <a:xfrm>
          <a:off x="5708352" y="0"/>
          <a:ext cx="2036264" cy="747900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PD/COP</a:t>
          </a:r>
        </a:p>
      </dsp:txBody>
      <dsp:txXfrm>
        <a:off x="5730257" y="21905"/>
        <a:ext cx="1992454" cy="7040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Staff + HO Backstop</a:t>
          </a:r>
        </a:p>
      </dsp:txBody>
      <dsp:txXfrm>
        <a:off x="20220" y="48989"/>
        <a:ext cx="928488" cy="649921"/>
      </dsp:txXfrm>
    </dsp:sp>
    <dsp:sp modelId="{D1B9C514-AA00-44B7-8837-7A827C613647}">
      <dsp:nvSpPr>
        <dsp:cNvPr id="0" name=""/>
        <dsp:cNvSpPr/>
      </dsp:nvSpPr>
      <dsp:spPr>
        <a:xfrm>
          <a:off x="1065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65821" y="301862"/>
        <a:ext cx="143788" cy="144176"/>
      </dsp:txXfrm>
    </dsp:sp>
    <dsp:sp modelId="{7960951D-BF10-49A9-A6C3-7694192B18B2}">
      <dsp:nvSpPr>
        <dsp:cNvPr id="0" name=""/>
        <dsp:cNvSpPr/>
      </dsp:nvSpPr>
      <dsp:spPr>
        <a:xfrm>
          <a:off x="1356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PD/COP</a:t>
          </a:r>
        </a:p>
      </dsp:txBody>
      <dsp:txXfrm>
        <a:off x="1376720" y="48989"/>
        <a:ext cx="928488" cy="649921"/>
      </dsp:txXfrm>
    </dsp:sp>
    <dsp:sp modelId="{30C85FF6-8445-4119-963F-AD6994C8079F}">
      <dsp:nvSpPr>
        <dsp:cNvPr id="0" name=""/>
        <dsp:cNvSpPr/>
      </dsp:nvSpPr>
      <dsp:spPr>
        <a:xfrm>
          <a:off x="2422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22321" y="301862"/>
        <a:ext cx="143788" cy="144176"/>
      </dsp:txXfrm>
    </dsp:sp>
    <dsp:sp modelId="{931A0D15-C43B-435E-94C5-FAD3FE95528E}">
      <dsp:nvSpPr>
        <dsp:cNvPr id="0" name=""/>
        <dsp:cNvSpPr/>
      </dsp:nvSpPr>
      <dsp:spPr>
        <a:xfrm>
          <a:off x="2713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Backstop</a:t>
          </a:r>
        </a:p>
      </dsp:txBody>
      <dsp:txXfrm>
        <a:off x="2733220" y="48989"/>
        <a:ext cx="928488" cy="649921"/>
      </dsp:txXfrm>
    </dsp:sp>
    <dsp:sp modelId="{9F241495-EBD5-448C-91B4-BC351D98BAFE}">
      <dsp:nvSpPr>
        <dsp:cNvPr id="0" name=""/>
        <dsp:cNvSpPr/>
      </dsp:nvSpPr>
      <dsp:spPr>
        <a:xfrm>
          <a:off x="3778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78821" y="301862"/>
        <a:ext cx="143788" cy="144176"/>
      </dsp:txXfrm>
    </dsp:sp>
    <dsp:sp modelId="{1EDD2B59-1EC1-4C05-B55D-D8AA554FE8C5}">
      <dsp:nvSpPr>
        <dsp:cNvPr id="0" name=""/>
        <dsp:cNvSpPr/>
      </dsp:nvSpPr>
      <dsp:spPr>
        <a:xfrm>
          <a:off x="4069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591173"/>
            <a:satOff val="7783"/>
            <a:lumOff val="466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Compliance Director*</a:t>
          </a:r>
        </a:p>
      </dsp:txBody>
      <dsp:txXfrm>
        <a:off x="4089720" y="48989"/>
        <a:ext cx="928488" cy="649921"/>
      </dsp:txXfrm>
    </dsp:sp>
    <dsp:sp modelId="{8744296A-FFBE-4E1B-B7A6-D53D4597EFA1}">
      <dsp:nvSpPr>
        <dsp:cNvPr id="0" name=""/>
        <dsp:cNvSpPr/>
      </dsp:nvSpPr>
      <dsp:spPr>
        <a:xfrm>
          <a:off x="5135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135321" y="301862"/>
        <a:ext cx="143788" cy="144176"/>
      </dsp:txXfrm>
    </dsp:sp>
    <dsp:sp modelId="{76F31043-538D-420C-8235-08AB6C6A0192}">
      <dsp:nvSpPr>
        <dsp:cNvPr id="0" name=""/>
        <dsp:cNvSpPr/>
      </dsp:nvSpPr>
      <dsp:spPr>
        <a:xfrm>
          <a:off x="5426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 Director</a:t>
          </a:r>
        </a:p>
      </dsp:txBody>
      <dsp:txXfrm>
        <a:off x="5446220" y="48989"/>
        <a:ext cx="928488" cy="649921"/>
      </dsp:txXfrm>
    </dsp:sp>
    <dsp:sp modelId="{C8E7241F-4A35-4EF9-AD83-D91E77A36B78}">
      <dsp:nvSpPr>
        <dsp:cNvPr id="0" name=""/>
        <dsp:cNvSpPr/>
      </dsp:nvSpPr>
      <dsp:spPr>
        <a:xfrm>
          <a:off x="6491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491821" y="301862"/>
        <a:ext cx="143788" cy="144176"/>
      </dsp:txXfrm>
    </dsp:sp>
    <dsp:sp modelId="{17DCC0F9-1A7D-485B-8433-C5FB82B6DBFE}">
      <dsp:nvSpPr>
        <dsp:cNvPr id="0" name=""/>
        <dsp:cNvSpPr/>
      </dsp:nvSpPr>
      <dsp:spPr>
        <a:xfrm>
          <a:off x="6782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Legal Rep</a:t>
          </a:r>
        </a:p>
      </dsp:txBody>
      <dsp:txXfrm>
        <a:off x="6802720" y="48989"/>
        <a:ext cx="928488" cy="6499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3784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Field Staff + HO Backstop</a:t>
          </a:r>
        </a:p>
      </dsp:txBody>
      <dsp:txXfrm>
        <a:off x="25370" y="27043"/>
        <a:ext cx="1130140" cy="693814"/>
      </dsp:txXfrm>
    </dsp:sp>
    <dsp:sp modelId="{D1B9C514-AA00-44B7-8837-7A827C613647}">
      <dsp:nvSpPr>
        <dsp:cNvPr id="0" name=""/>
        <dsp:cNvSpPr/>
      </dsp:nvSpPr>
      <dsp:spPr>
        <a:xfrm>
          <a:off x="129442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294428" y="286655"/>
        <a:ext cx="174119" cy="174589"/>
      </dsp:txXfrm>
    </dsp:sp>
    <dsp:sp modelId="{7960951D-BF10-49A9-A6C3-7694192B18B2}">
      <dsp:nvSpPr>
        <dsp:cNvPr id="0" name=""/>
        <dsp:cNvSpPr/>
      </dsp:nvSpPr>
      <dsp:spPr>
        <a:xfrm>
          <a:off x="1646421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236469"/>
            <a:satOff val="3113"/>
            <a:lumOff val="18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Field PD/COP</a:t>
          </a:r>
        </a:p>
      </dsp:txBody>
      <dsp:txXfrm>
        <a:off x="1668007" y="27043"/>
        <a:ext cx="1130140" cy="693814"/>
      </dsp:txXfrm>
    </dsp:sp>
    <dsp:sp modelId="{30C85FF6-8445-4119-963F-AD6994C8079F}">
      <dsp:nvSpPr>
        <dsp:cNvPr id="0" name=""/>
        <dsp:cNvSpPr/>
      </dsp:nvSpPr>
      <dsp:spPr>
        <a:xfrm>
          <a:off x="2937064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87340"/>
            <a:satOff val="204"/>
            <a:lumOff val="160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937064" y="286655"/>
        <a:ext cx="174119" cy="174589"/>
      </dsp:txXfrm>
    </dsp:sp>
    <dsp:sp modelId="{931A0D15-C43B-435E-94C5-FAD3FE95528E}">
      <dsp:nvSpPr>
        <dsp:cNvPr id="0" name=""/>
        <dsp:cNvSpPr/>
      </dsp:nvSpPr>
      <dsp:spPr>
        <a:xfrm>
          <a:off x="3289058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472938"/>
            <a:satOff val="6226"/>
            <a:lumOff val="37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 Backstop</a:t>
          </a:r>
        </a:p>
      </dsp:txBody>
      <dsp:txXfrm>
        <a:off x="3310644" y="27043"/>
        <a:ext cx="1130140" cy="693814"/>
      </dsp:txXfrm>
    </dsp:sp>
    <dsp:sp modelId="{9F241495-EBD5-448C-91B4-BC351D98BAFE}">
      <dsp:nvSpPr>
        <dsp:cNvPr id="0" name=""/>
        <dsp:cNvSpPr/>
      </dsp:nvSpPr>
      <dsp:spPr>
        <a:xfrm>
          <a:off x="4579701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574681"/>
            <a:satOff val="409"/>
            <a:lumOff val="321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79701" y="286655"/>
        <a:ext cx="174119" cy="174589"/>
      </dsp:txXfrm>
    </dsp:sp>
    <dsp:sp modelId="{1EDD2B59-1EC1-4C05-B55D-D8AA554FE8C5}">
      <dsp:nvSpPr>
        <dsp:cNvPr id="0" name=""/>
        <dsp:cNvSpPr/>
      </dsp:nvSpPr>
      <dsp:spPr>
        <a:xfrm>
          <a:off x="4931695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472938"/>
            <a:satOff val="6226"/>
            <a:lumOff val="37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 Compliance Director*</a:t>
          </a:r>
        </a:p>
      </dsp:txBody>
      <dsp:txXfrm>
        <a:off x="4953281" y="27043"/>
        <a:ext cx="1130140" cy="693814"/>
      </dsp:txXfrm>
    </dsp:sp>
    <dsp:sp modelId="{8744296A-FFBE-4E1B-B7A6-D53D4597EFA1}">
      <dsp:nvSpPr>
        <dsp:cNvPr id="0" name=""/>
        <dsp:cNvSpPr/>
      </dsp:nvSpPr>
      <dsp:spPr>
        <a:xfrm>
          <a:off x="622233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87340"/>
            <a:satOff val="204"/>
            <a:lumOff val="160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222338" y="286655"/>
        <a:ext cx="174119" cy="174589"/>
      </dsp:txXfrm>
    </dsp:sp>
    <dsp:sp modelId="{FC9D8CB7-0624-474C-A575-4405A61F9B72}">
      <dsp:nvSpPr>
        <dsp:cNvPr id="0" name=""/>
        <dsp:cNvSpPr/>
      </dsp:nvSpPr>
      <dsp:spPr>
        <a:xfrm>
          <a:off x="6574332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236469"/>
            <a:satOff val="3113"/>
            <a:lumOff val="18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 Sr Director</a:t>
          </a:r>
        </a:p>
      </dsp:txBody>
      <dsp:txXfrm>
        <a:off x="6595918" y="27043"/>
        <a:ext cx="1130140" cy="6938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Staff + HO Backstop</a:t>
          </a:r>
        </a:p>
      </dsp:txBody>
      <dsp:txXfrm>
        <a:off x="20220" y="48989"/>
        <a:ext cx="928488" cy="649921"/>
      </dsp:txXfrm>
    </dsp:sp>
    <dsp:sp modelId="{D1B9C514-AA00-44B7-8837-7A827C613647}">
      <dsp:nvSpPr>
        <dsp:cNvPr id="0" name=""/>
        <dsp:cNvSpPr/>
      </dsp:nvSpPr>
      <dsp:spPr>
        <a:xfrm>
          <a:off x="1065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65821" y="301862"/>
        <a:ext cx="143788" cy="144176"/>
      </dsp:txXfrm>
    </dsp:sp>
    <dsp:sp modelId="{7960951D-BF10-49A9-A6C3-7694192B18B2}">
      <dsp:nvSpPr>
        <dsp:cNvPr id="0" name=""/>
        <dsp:cNvSpPr/>
      </dsp:nvSpPr>
      <dsp:spPr>
        <a:xfrm>
          <a:off x="1356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PD/COP</a:t>
          </a:r>
        </a:p>
      </dsp:txBody>
      <dsp:txXfrm>
        <a:off x="1376720" y="48989"/>
        <a:ext cx="928488" cy="649921"/>
      </dsp:txXfrm>
    </dsp:sp>
    <dsp:sp modelId="{30C85FF6-8445-4119-963F-AD6994C8079F}">
      <dsp:nvSpPr>
        <dsp:cNvPr id="0" name=""/>
        <dsp:cNvSpPr/>
      </dsp:nvSpPr>
      <dsp:spPr>
        <a:xfrm>
          <a:off x="2422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22321" y="301862"/>
        <a:ext cx="143788" cy="144176"/>
      </dsp:txXfrm>
    </dsp:sp>
    <dsp:sp modelId="{931A0D15-C43B-435E-94C5-FAD3FE95528E}">
      <dsp:nvSpPr>
        <dsp:cNvPr id="0" name=""/>
        <dsp:cNvSpPr/>
      </dsp:nvSpPr>
      <dsp:spPr>
        <a:xfrm>
          <a:off x="2713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Backstop</a:t>
          </a:r>
        </a:p>
      </dsp:txBody>
      <dsp:txXfrm>
        <a:off x="2733220" y="48989"/>
        <a:ext cx="928488" cy="649921"/>
      </dsp:txXfrm>
    </dsp:sp>
    <dsp:sp modelId="{9F241495-EBD5-448C-91B4-BC351D98BAFE}">
      <dsp:nvSpPr>
        <dsp:cNvPr id="0" name=""/>
        <dsp:cNvSpPr/>
      </dsp:nvSpPr>
      <dsp:spPr>
        <a:xfrm>
          <a:off x="3778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78821" y="301862"/>
        <a:ext cx="143788" cy="144176"/>
      </dsp:txXfrm>
    </dsp:sp>
    <dsp:sp modelId="{1EDD2B59-1EC1-4C05-B55D-D8AA554FE8C5}">
      <dsp:nvSpPr>
        <dsp:cNvPr id="0" name=""/>
        <dsp:cNvSpPr/>
      </dsp:nvSpPr>
      <dsp:spPr>
        <a:xfrm>
          <a:off x="4069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591173"/>
            <a:satOff val="7783"/>
            <a:lumOff val="466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Compliance Director*</a:t>
          </a:r>
        </a:p>
      </dsp:txBody>
      <dsp:txXfrm>
        <a:off x="4089720" y="48989"/>
        <a:ext cx="928488" cy="649921"/>
      </dsp:txXfrm>
    </dsp:sp>
    <dsp:sp modelId="{8744296A-FFBE-4E1B-B7A6-D53D4597EFA1}">
      <dsp:nvSpPr>
        <dsp:cNvPr id="0" name=""/>
        <dsp:cNvSpPr/>
      </dsp:nvSpPr>
      <dsp:spPr>
        <a:xfrm>
          <a:off x="5135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135321" y="301862"/>
        <a:ext cx="143788" cy="144176"/>
      </dsp:txXfrm>
    </dsp:sp>
    <dsp:sp modelId="{78688B77-646E-4513-870E-C81C0DB9EFB0}">
      <dsp:nvSpPr>
        <dsp:cNvPr id="0" name=""/>
        <dsp:cNvSpPr/>
      </dsp:nvSpPr>
      <dsp:spPr>
        <a:xfrm>
          <a:off x="5426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 Director</a:t>
          </a:r>
        </a:p>
      </dsp:txBody>
      <dsp:txXfrm>
        <a:off x="5446220" y="48989"/>
        <a:ext cx="928488" cy="649921"/>
      </dsp:txXfrm>
    </dsp:sp>
    <dsp:sp modelId="{7E95C77D-AC60-4F1F-BDC2-09C7159501FB}">
      <dsp:nvSpPr>
        <dsp:cNvPr id="0" name=""/>
        <dsp:cNvSpPr/>
      </dsp:nvSpPr>
      <dsp:spPr>
        <a:xfrm>
          <a:off x="6491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491821" y="301862"/>
        <a:ext cx="143788" cy="144176"/>
      </dsp:txXfrm>
    </dsp:sp>
    <dsp:sp modelId="{FC9D8CB7-0624-474C-A575-4405A61F9B72}">
      <dsp:nvSpPr>
        <dsp:cNvPr id="0" name=""/>
        <dsp:cNvSpPr/>
      </dsp:nvSpPr>
      <dsp:spPr>
        <a:xfrm>
          <a:off x="6782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 VP or CEO</a:t>
          </a:r>
        </a:p>
      </dsp:txBody>
      <dsp:txXfrm>
        <a:off x="6802720" y="48989"/>
        <a:ext cx="928488" cy="6499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6812" y="0"/>
          <a:ext cx="2036264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Staff</a:t>
          </a:r>
        </a:p>
      </dsp:txBody>
      <dsp:txXfrm>
        <a:off x="28717" y="21905"/>
        <a:ext cx="1992454" cy="704090"/>
      </dsp:txXfrm>
    </dsp:sp>
    <dsp:sp modelId="{D1B9C514-AA00-44B7-8837-7A827C613647}">
      <dsp:nvSpPr>
        <dsp:cNvPr id="0" name=""/>
        <dsp:cNvSpPr/>
      </dsp:nvSpPr>
      <dsp:spPr>
        <a:xfrm>
          <a:off x="2246703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246703" y="222452"/>
        <a:ext cx="302181" cy="302995"/>
      </dsp:txXfrm>
    </dsp:sp>
    <dsp:sp modelId="{7960951D-BF10-49A9-A6C3-7694192B18B2}">
      <dsp:nvSpPr>
        <dsp:cNvPr id="0" name=""/>
        <dsp:cNvSpPr/>
      </dsp:nvSpPr>
      <dsp:spPr>
        <a:xfrm>
          <a:off x="2857582" y="0"/>
          <a:ext cx="2036264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45616"/>
            <a:satOff val="-10737"/>
            <a:lumOff val="29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Operations Director</a:t>
          </a:r>
        </a:p>
      </dsp:txBody>
      <dsp:txXfrm>
        <a:off x="2879487" y="21905"/>
        <a:ext cx="1992454" cy="704090"/>
      </dsp:txXfrm>
    </dsp:sp>
    <dsp:sp modelId="{30C85FF6-8445-4119-963F-AD6994C8079F}">
      <dsp:nvSpPr>
        <dsp:cNvPr id="0" name=""/>
        <dsp:cNvSpPr/>
      </dsp:nvSpPr>
      <dsp:spPr>
        <a:xfrm>
          <a:off x="5097472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097472" y="222452"/>
        <a:ext cx="302181" cy="302995"/>
      </dsp:txXfrm>
    </dsp:sp>
    <dsp:sp modelId="{FC9D8CB7-0624-474C-A575-4405A61F9B72}">
      <dsp:nvSpPr>
        <dsp:cNvPr id="0" name=""/>
        <dsp:cNvSpPr/>
      </dsp:nvSpPr>
      <dsp:spPr>
        <a:xfrm>
          <a:off x="5708352" y="0"/>
          <a:ext cx="2036264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45616"/>
            <a:satOff val="-10737"/>
            <a:lumOff val="29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PD/COP</a:t>
          </a:r>
        </a:p>
      </dsp:txBody>
      <dsp:txXfrm>
        <a:off x="5730257" y="21905"/>
        <a:ext cx="1992454" cy="7040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3406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Field Staff + HO Backstop</a:t>
          </a:r>
        </a:p>
      </dsp:txBody>
      <dsp:txXfrm>
        <a:off x="25311" y="21905"/>
        <a:ext cx="1445539" cy="704090"/>
      </dsp:txXfrm>
    </dsp:sp>
    <dsp:sp modelId="{D1B9C514-AA00-44B7-8837-7A827C613647}">
      <dsp:nvSpPr>
        <dsp:cNvPr id="0" name=""/>
        <dsp:cNvSpPr/>
      </dsp:nvSpPr>
      <dsp:spPr>
        <a:xfrm>
          <a:off x="1641690" y="189271"/>
          <a:ext cx="315742" cy="3693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641690" y="263143"/>
        <a:ext cx="221019" cy="221614"/>
      </dsp:txXfrm>
    </dsp:sp>
    <dsp:sp modelId="{7960951D-BF10-49A9-A6C3-7694192B18B2}">
      <dsp:nvSpPr>
        <dsp:cNvPr id="0" name=""/>
        <dsp:cNvSpPr/>
      </dsp:nvSpPr>
      <dsp:spPr>
        <a:xfrm>
          <a:off x="2088495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84212"/>
            <a:satOff val="-8053"/>
            <a:lumOff val="21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Field PD/COP</a:t>
          </a:r>
        </a:p>
      </dsp:txBody>
      <dsp:txXfrm>
        <a:off x="2110400" y="21905"/>
        <a:ext cx="1445539" cy="704090"/>
      </dsp:txXfrm>
    </dsp:sp>
    <dsp:sp modelId="{30C85FF6-8445-4119-963F-AD6994C8079F}">
      <dsp:nvSpPr>
        <dsp:cNvPr id="0" name=""/>
        <dsp:cNvSpPr/>
      </dsp:nvSpPr>
      <dsp:spPr>
        <a:xfrm>
          <a:off x="3726779" y="189271"/>
          <a:ext cx="315742" cy="3693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53246"/>
            <a:satOff val="-10115"/>
            <a:lumOff val="234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726779" y="263143"/>
        <a:ext cx="221019" cy="221614"/>
      </dsp:txXfrm>
    </dsp:sp>
    <dsp:sp modelId="{1EDD2B59-1EC1-4C05-B55D-D8AA554FE8C5}">
      <dsp:nvSpPr>
        <dsp:cNvPr id="0" name=""/>
        <dsp:cNvSpPr/>
      </dsp:nvSpPr>
      <dsp:spPr>
        <a:xfrm>
          <a:off x="4173584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368424"/>
            <a:satOff val="-16105"/>
            <a:lumOff val="43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Field Operations Director</a:t>
          </a:r>
        </a:p>
      </dsp:txBody>
      <dsp:txXfrm>
        <a:off x="4195489" y="21905"/>
        <a:ext cx="1445539" cy="704090"/>
      </dsp:txXfrm>
    </dsp:sp>
    <dsp:sp modelId="{8744296A-FFBE-4E1B-B7A6-D53D4597EFA1}">
      <dsp:nvSpPr>
        <dsp:cNvPr id="0" name=""/>
        <dsp:cNvSpPr/>
      </dsp:nvSpPr>
      <dsp:spPr>
        <a:xfrm>
          <a:off x="5811868" y="189271"/>
          <a:ext cx="315742" cy="3693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53246"/>
            <a:satOff val="-10115"/>
            <a:lumOff val="234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811868" y="263143"/>
        <a:ext cx="221019" cy="221614"/>
      </dsp:txXfrm>
    </dsp:sp>
    <dsp:sp modelId="{17DCC0F9-1A7D-485B-8433-C5FB82B6DBFE}">
      <dsp:nvSpPr>
        <dsp:cNvPr id="0" name=""/>
        <dsp:cNvSpPr/>
      </dsp:nvSpPr>
      <dsp:spPr>
        <a:xfrm>
          <a:off x="6258673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84212"/>
            <a:satOff val="-8053"/>
            <a:lumOff val="21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Field Legal Rep</a:t>
          </a:r>
        </a:p>
      </dsp:txBody>
      <dsp:txXfrm>
        <a:off x="6280578" y="21905"/>
        <a:ext cx="1445539" cy="7040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6812" y="0"/>
          <a:ext cx="2036264" cy="747900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Staff</a:t>
          </a:r>
        </a:p>
      </dsp:txBody>
      <dsp:txXfrm>
        <a:off x="28717" y="21905"/>
        <a:ext cx="1992454" cy="704090"/>
      </dsp:txXfrm>
    </dsp:sp>
    <dsp:sp modelId="{D1B9C514-AA00-44B7-8837-7A827C613647}">
      <dsp:nvSpPr>
        <dsp:cNvPr id="0" name=""/>
        <dsp:cNvSpPr/>
      </dsp:nvSpPr>
      <dsp:spPr>
        <a:xfrm>
          <a:off x="2246703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246703" y="222452"/>
        <a:ext cx="302181" cy="302995"/>
      </dsp:txXfrm>
    </dsp:sp>
    <dsp:sp modelId="{7960951D-BF10-49A9-A6C3-7694192B18B2}">
      <dsp:nvSpPr>
        <dsp:cNvPr id="0" name=""/>
        <dsp:cNvSpPr/>
      </dsp:nvSpPr>
      <dsp:spPr>
        <a:xfrm>
          <a:off x="2857582" y="0"/>
          <a:ext cx="2036264" cy="747900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 Compliance Director*</a:t>
          </a:r>
        </a:p>
      </dsp:txBody>
      <dsp:txXfrm>
        <a:off x="2879487" y="21905"/>
        <a:ext cx="1992454" cy="704090"/>
      </dsp:txXfrm>
    </dsp:sp>
    <dsp:sp modelId="{30C85FF6-8445-4119-963F-AD6994C8079F}">
      <dsp:nvSpPr>
        <dsp:cNvPr id="0" name=""/>
        <dsp:cNvSpPr/>
      </dsp:nvSpPr>
      <dsp:spPr>
        <a:xfrm>
          <a:off x="5097472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574681"/>
            <a:satOff val="409"/>
            <a:lumOff val="321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097472" y="222452"/>
        <a:ext cx="302181" cy="302995"/>
      </dsp:txXfrm>
    </dsp:sp>
    <dsp:sp modelId="{FC9D8CB7-0624-474C-A575-4405A61F9B72}">
      <dsp:nvSpPr>
        <dsp:cNvPr id="0" name=""/>
        <dsp:cNvSpPr/>
      </dsp:nvSpPr>
      <dsp:spPr>
        <a:xfrm>
          <a:off x="5708352" y="0"/>
          <a:ext cx="2036264" cy="747900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PD/COP</a:t>
          </a:r>
        </a:p>
      </dsp:txBody>
      <dsp:txXfrm>
        <a:off x="5730257" y="21905"/>
        <a:ext cx="1992454" cy="7040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Staff + HO Backstop</a:t>
          </a:r>
        </a:p>
      </dsp:txBody>
      <dsp:txXfrm>
        <a:off x="20220" y="48989"/>
        <a:ext cx="928488" cy="649921"/>
      </dsp:txXfrm>
    </dsp:sp>
    <dsp:sp modelId="{D1B9C514-AA00-44B7-8837-7A827C613647}">
      <dsp:nvSpPr>
        <dsp:cNvPr id="0" name=""/>
        <dsp:cNvSpPr/>
      </dsp:nvSpPr>
      <dsp:spPr>
        <a:xfrm>
          <a:off x="1065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65821" y="301862"/>
        <a:ext cx="143788" cy="144176"/>
      </dsp:txXfrm>
    </dsp:sp>
    <dsp:sp modelId="{7960951D-BF10-49A9-A6C3-7694192B18B2}">
      <dsp:nvSpPr>
        <dsp:cNvPr id="0" name=""/>
        <dsp:cNvSpPr/>
      </dsp:nvSpPr>
      <dsp:spPr>
        <a:xfrm>
          <a:off x="1356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PD/COP</a:t>
          </a:r>
        </a:p>
      </dsp:txBody>
      <dsp:txXfrm>
        <a:off x="1376720" y="48989"/>
        <a:ext cx="928488" cy="649921"/>
      </dsp:txXfrm>
    </dsp:sp>
    <dsp:sp modelId="{30C85FF6-8445-4119-963F-AD6994C8079F}">
      <dsp:nvSpPr>
        <dsp:cNvPr id="0" name=""/>
        <dsp:cNvSpPr/>
      </dsp:nvSpPr>
      <dsp:spPr>
        <a:xfrm>
          <a:off x="2422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22321" y="301862"/>
        <a:ext cx="143788" cy="144176"/>
      </dsp:txXfrm>
    </dsp:sp>
    <dsp:sp modelId="{931A0D15-C43B-435E-94C5-FAD3FE95528E}">
      <dsp:nvSpPr>
        <dsp:cNvPr id="0" name=""/>
        <dsp:cNvSpPr/>
      </dsp:nvSpPr>
      <dsp:spPr>
        <a:xfrm>
          <a:off x="2713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Backstop</a:t>
          </a:r>
        </a:p>
      </dsp:txBody>
      <dsp:txXfrm>
        <a:off x="2733220" y="48989"/>
        <a:ext cx="928488" cy="649921"/>
      </dsp:txXfrm>
    </dsp:sp>
    <dsp:sp modelId="{9F241495-EBD5-448C-91B4-BC351D98BAFE}">
      <dsp:nvSpPr>
        <dsp:cNvPr id="0" name=""/>
        <dsp:cNvSpPr/>
      </dsp:nvSpPr>
      <dsp:spPr>
        <a:xfrm>
          <a:off x="3778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78821" y="301862"/>
        <a:ext cx="143788" cy="144176"/>
      </dsp:txXfrm>
    </dsp:sp>
    <dsp:sp modelId="{1EDD2B59-1EC1-4C05-B55D-D8AA554FE8C5}">
      <dsp:nvSpPr>
        <dsp:cNvPr id="0" name=""/>
        <dsp:cNvSpPr/>
      </dsp:nvSpPr>
      <dsp:spPr>
        <a:xfrm>
          <a:off x="4069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591173"/>
            <a:satOff val="7783"/>
            <a:lumOff val="466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Compliance Director*</a:t>
          </a:r>
        </a:p>
      </dsp:txBody>
      <dsp:txXfrm>
        <a:off x="4089720" y="48989"/>
        <a:ext cx="928488" cy="649921"/>
      </dsp:txXfrm>
    </dsp:sp>
    <dsp:sp modelId="{8744296A-FFBE-4E1B-B7A6-D53D4597EFA1}">
      <dsp:nvSpPr>
        <dsp:cNvPr id="0" name=""/>
        <dsp:cNvSpPr/>
      </dsp:nvSpPr>
      <dsp:spPr>
        <a:xfrm>
          <a:off x="5135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135321" y="301862"/>
        <a:ext cx="143788" cy="144176"/>
      </dsp:txXfrm>
    </dsp:sp>
    <dsp:sp modelId="{76F31043-538D-420C-8235-08AB6C6A0192}">
      <dsp:nvSpPr>
        <dsp:cNvPr id="0" name=""/>
        <dsp:cNvSpPr/>
      </dsp:nvSpPr>
      <dsp:spPr>
        <a:xfrm>
          <a:off x="5426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 Director</a:t>
          </a:r>
        </a:p>
      </dsp:txBody>
      <dsp:txXfrm>
        <a:off x="5446220" y="48989"/>
        <a:ext cx="928488" cy="649921"/>
      </dsp:txXfrm>
    </dsp:sp>
    <dsp:sp modelId="{C8E7241F-4A35-4EF9-AD83-D91E77A36B78}">
      <dsp:nvSpPr>
        <dsp:cNvPr id="0" name=""/>
        <dsp:cNvSpPr/>
      </dsp:nvSpPr>
      <dsp:spPr>
        <a:xfrm>
          <a:off x="6491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491821" y="301862"/>
        <a:ext cx="143788" cy="144176"/>
      </dsp:txXfrm>
    </dsp:sp>
    <dsp:sp modelId="{17DCC0F9-1A7D-485B-8433-C5FB82B6DBFE}">
      <dsp:nvSpPr>
        <dsp:cNvPr id="0" name=""/>
        <dsp:cNvSpPr/>
      </dsp:nvSpPr>
      <dsp:spPr>
        <a:xfrm>
          <a:off x="6782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Legal Rep</a:t>
          </a:r>
        </a:p>
      </dsp:txBody>
      <dsp:txXfrm>
        <a:off x="6802720" y="48989"/>
        <a:ext cx="928488" cy="6499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3784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Field Staff + HO Backstop</a:t>
          </a:r>
        </a:p>
      </dsp:txBody>
      <dsp:txXfrm>
        <a:off x="25370" y="27043"/>
        <a:ext cx="1130140" cy="693814"/>
      </dsp:txXfrm>
    </dsp:sp>
    <dsp:sp modelId="{D1B9C514-AA00-44B7-8837-7A827C613647}">
      <dsp:nvSpPr>
        <dsp:cNvPr id="0" name=""/>
        <dsp:cNvSpPr/>
      </dsp:nvSpPr>
      <dsp:spPr>
        <a:xfrm>
          <a:off x="129442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294428" y="286655"/>
        <a:ext cx="174119" cy="174589"/>
      </dsp:txXfrm>
    </dsp:sp>
    <dsp:sp modelId="{7960951D-BF10-49A9-A6C3-7694192B18B2}">
      <dsp:nvSpPr>
        <dsp:cNvPr id="0" name=""/>
        <dsp:cNvSpPr/>
      </dsp:nvSpPr>
      <dsp:spPr>
        <a:xfrm>
          <a:off x="1646421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236469"/>
            <a:satOff val="3113"/>
            <a:lumOff val="18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Field PD/COP</a:t>
          </a:r>
        </a:p>
      </dsp:txBody>
      <dsp:txXfrm>
        <a:off x="1668007" y="27043"/>
        <a:ext cx="1130140" cy="693814"/>
      </dsp:txXfrm>
    </dsp:sp>
    <dsp:sp modelId="{30C85FF6-8445-4119-963F-AD6994C8079F}">
      <dsp:nvSpPr>
        <dsp:cNvPr id="0" name=""/>
        <dsp:cNvSpPr/>
      </dsp:nvSpPr>
      <dsp:spPr>
        <a:xfrm>
          <a:off x="2937064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87340"/>
            <a:satOff val="204"/>
            <a:lumOff val="160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937064" y="286655"/>
        <a:ext cx="174119" cy="174589"/>
      </dsp:txXfrm>
    </dsp:sp>
    <dsp:sp modelId="{931A0D15-C43B-435E-94C5-FAD3FE95528E}">
      <dsp:nvSpPr>
        <dsp:cNvPr id="0" name=""/>
        <dsp:cNvSpPr/>
      </dsp:nvSpPr>
      <dsp:spPr>
        <a:xfrm>
          <a:off x="3289058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472938"/>
            <a:satOff val="6226"/>
            <a:lumOff val="37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 Backstop</a:t>
          </a:r>
        </a:p>
      </dsp:txBody>
      <dsp:txXfrm>
        <a:off x="3310644" y="27043"/>
        <a:ext cx="1130140" cy="693814"/>
      </dsp:txXfrm>
    </dsp:sp>
    <dsp:sp modelId="{9F241495-EBD5-448C-91B4-BC351D98BAFE}">
      <dsp:nvSpPr>
        <dsp:cNvPr id="0" name=""/>
        <dsp:cNvSpPr/>
      </dsp:nvSpPr>
      <dsp:spPr>
        <a:xfrm>
          <a:off x="4579701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574681"/>
            <a:satOff val="409"/>
            <a:lumOff val="321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79701" y="286655"/>
        <a:ext cx="174119" cy="174589"/>
      </dsp:txXfrm>
    </dsp:sp>
    <dsp:sp modelId="{1EDD2B59-1EC1-4C05-B55D-D8AA554FE8C5}">
      <dsp:nvSpPr>
        <dsp:cNvPr id="0" name=""/>
        <dsp:cNvSpPr/>
      </dsp:nvSpPr>
      <dsp:spPr>
        <a:xfrm>
          <a:off x="4931695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472938"/>
            <a:satOff val="6226"/>
            <a:lumOff val="37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 Compliance Director*</a:t>
          </a:r>
        </a:p>
      </dsp:txBody>
      <dsp:txXfrm>
        <a:off x="4953281" y="27043"/>
        <a:ext cx="1130140" cy="693814"/>
      </dsp:txXfrm>
    </dsp:sp>
    <dsp:sp modelId="{8744296A-FFBE-4E1B-B7A6-D53D4597EFA1}">
      <dsp:nvSpPr>
        <dsp:cNvPr id="0" name=""/>
        <dsp:cNvSpPr/>
      </dsp:nvSpPr>
      <dsp:spPr>
        <a:xfrm>
          <a:off x="622233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87340"/>
            <a:satOff val="204"/>
            <a:lumOff val="160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222338" y="286655"/>
        <a:ext cx="174119" cy="174589"/>
      </dsp:txXfrm>
    </dsp:sp>
    <dsp:sp modelId="{FC9D8CB7-0624-474C-A575-4405A61F9B72}">
      <dsp:nvSpPr>
        <dsp:cNvPr id="0" name=""/>
        <dsp:cNvSpPr/>
      </dsp:nvSpPr>
      <dsp:spPr>
        <a:xfrm>
          <a:off x="6574332" y="5457"/>
          <a:ext cx="1173312" cy="73698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236469"/>
            <a:satOff val="3113"/>
            <a:lumOff val="18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 Sr Director</a:t>
          </a:r>
        </a:p>
      </dsp:txBody>
      <dsp:txXfrm>
        <a:off x="6595918" y="27043"/>
        <a:ext cx="1130140" cy="6938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Staff + HO Backstop</a:t>
          </a:r>
        </a:p>
      </dsp:txBody>
      <dsp:txXfrm>
        <a:off x="20220" y="48989"/>
        <a:ext cx="928488" cy="649921"/>
      </dsp:txXfrm>
    </dsp:sp>
    <dsp:sp modelId="{D1B9C514-AA00-44B7-8837-7A827C613647}">
      <dsp:nvSpPr>
        <dsp:cNvPr id="0" name=""/>
        <dsp:cNvSpPr/>
      </dsp:nvSpPr>
      <dsp:spPr>
        <a:xfrm>
          <a:off x="1065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65821" y="301862"/>
        <a:ext cx="143788" cy="144176"/>
      </dsp:txXfrm>
    </dsp:sp>
    <dsp:sp modelId="{7960951D-BF10-49A9-A6C3-7694192B18B2}">
      <dsp:nvSpPr>
        <dsp:cNvPr id="0" name=""/>
        <dsp:cNvSpPr/>
      </dsp:nvSpPr>
      <dsp:spPr>
        <a:xfrm>
          <a:off x="1356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PD/COP</a:t>
          </a:r>
        </a:p>
      </dsp:txBody>
      <dsp:txXfrm>
        <a:off x="1376720" y="48989"/>
        <a:ext cx="928488" cy="649921"/>
      </dsp:txXfrm>
    </dsp:sp>
    <dsp:sp modelId="{30C85FF6-8445-4119-963F-AD6994C8079F}">
      <dsp:nvSpPr>
        <dsp:cNvPr id="0" name=""/>
        <dsp:cNvSpPr/>
      </dsp:nvSpPr>
      <dsp:spPr>
        <a:xfrm>
          <a:off x="2422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22321" y="301862"/>
        <a:ext cx="143788" cy="144176"/>
      </dsp:txXfrm>
    </dsp:sp>
    <dsp:sp modelId="{931A0D15-C43B-435E-94C5-FAD3FE95528E}">
      <dsp:nvSpPr>
        <dsp:cNvPr id="0" name=""/>
        <dsp:cNvSpPr/>
      </dsp:nvSpPr>
      <dsp:spPr>
        <a:xfrm>
          <a:off x="2713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Backstop</a:t>
          </a:r>
        </a:p>
      </dsp:txBody>
      <dsp:txXfrm>
        <a:off x="2733220" y="48989"/>
        <a:ext cx="928488" cy="649921"/>
      </dsp:txXfrm>
    </dsp:sp>
    <dsp:sp modelId="{9F241495-EBD5-448C-91B4-BC351D98BAFE}">
      <dsp:nvSpPr>
        <dsp:cNvPr id="0" name=""/>
        <dsp:cNvSpPr/>
      </dsp:nvSpPr>
      <dsp:spPr>
        <a:xfrm>
          <a:off x="3778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78821" y="301862"/>
        <a:ext cx="143788" cy="144176"/>
      </dsp:txXfrm>
    </dsp:sp>
    <dsp:sp modelId="{1EDD2B59-1EC1-4C05-B55D-D8AA554FE8C5}">
      <dsp:nvSpPr>
        <dsp:cNvPr id="0" name=""/>
        <dsp:cNvSpPr/>
      </dsp:nvSpPr>
      <dsp:spPr>
        <a:xfrm>
          <a:off x="4069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591173"/>
            <a:satOff val="7783"/>
            <a:lumOff val="466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 Compliance Director*</a:t>
          </a:r>
        </a:p>
      </dsp:txBody>
      <dsp:txXfrm>
        <a:off x="4089720" y="48989"/>
        <a:ext cx="928488" cy="649921"/>
      </dsp:txXfrm>
    </dsp:sp>
    <dsp:sp modelId="{8744296A-FFBE-4E1B-B7A6-D53D4597EFA1}">
      <dsp:nvSpPr>
        <dsp:cNvPr id="0" name=""/>
        <dsp:cNvSpPr/>
      </dsp:nvSpPr>
      <dsp:spPr>
        <a:xfrm>
          <a:off x="51353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59745"/>
            <a:satOff val="327"/>
            <a:lumOff val="256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135321" y="301862"/>
        <a:ext cx="143788" cy="144176"/>
      </dsp:txXfrm>
    </dsp:sp>
    <dsp:sp modelId="{78688B77-646E-4513-870E-C81C0DB9EFB0}">
      <dsp:nvSpPr>
        <dsp:cNvPr id="0" name=""/>
        <dsp:cNvSpPr/>
      </dsp:nvSpPr>
      <dsp:spPr>
        <a:xfrm>
          <a:off x="54260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94115"/>
            <a:satOff val="5189"/>
            <a:lumOff val="3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 Director</a:t>
          </a:r>
        </a:p>
      </dsp:txBody>
      <dsp:txXfrm>
        <a:off x="5446220" y="48989"/>
        <a:ext cx="928488" cy="649921"/>
      </dsp:txXfrm>
    </dsp:sp>
    <dsp:sp modelId="{7E95C77D-AC60-4F1F-BDC2-09C7159501FB}">
      <dsp:nvSpPr>
        <dsp:cNvPr id="0" name=""/>
        <dsp:cNvSpPr/>
      </dsp:nvSpPr>
      <dsp:spPr>
        <a:xfrm>
          <a:off x="6491821" y="253803"/>
          <a:ext cx="205412" cy="240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29872"/>
            <a:satOff val="164"/>
            <a:lumOff val="128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491821" y="301862"/>
        <a:ext cx="143788" cy="144176"/>
      </dsp:txXfrm>
    </dsp:sp>
    <dsp:sp modelId="{FC9D8CB7-0624-474C-A575-4405A61F9B72}">
      <dsp:nvSpPr>
        <dsp:cNvPr id="0" name=""/>
        <dsp:cNvSpPr/>
      </dsp:nvSpPr>
      <dsp:spPr>
        <a:xfrm>
          <a:off x="6782500" y="28769"/>
          <a:ext cx="968928" cy="690361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97058"/>
            <a:satOff val="2594"/>
            <a:lumOff val="15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 VP or CEO</a:t>
          </a:r>
        </a:p>
      </dsp:txBody>
      <dsp:txXfrm>
        <a:off x="6802720" y="48989"/>
        <a:ext cx="928488" cy="64992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6812" y="0"/>
          <a:ext cx="2036264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Field Staff</a:t>
          </a:r>
        </a:p>
      </dsp:txBody>
      <dsp:txXfrm>
        <a:off x="28717" y="21905"/>
        <a:ext cx="1992454" cy="704090"/>
      </dsp:txXfrm>
    </dsp:sp>
    <dsp:sp modelId="{D1B9C514-AA00-44B7-8837-7A827C613647}">
      <dsp:nvSpPr>
        <dsp:cNvPr id="0" name=""/>
        <dsp:cNvSpPr/>
      </dsp:nvSpPr>
      <dsp:spPr>
        <a:xfrm>
          <a:off x="2246703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46703" y="222452"/>
        <a:ext cx="302181" cy="302995"/>
      </dsp:txXfrm>
    </dsp:sp>
    <dsp:sp modelId="{7960951D-BF10-49A9-A6C3-7694192B18B2}">
      <dsp:nvSpPr>
        <dsp:cNvPr id="0" name=""/>
        <dsp:cNvSpPr/>
      </dsp:nvSpPr>
      <dsp:spPr>
        <a:xfrm>
          <a:off x="2857582" y="0"/>
          <a:ext cx="2036264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45616"/>
            <a:satOff val="-10737"/>
            <a:lumOff val="29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 Backstop</a:t>
          </a:r>
        </a:p>
      </dsp:txBody>
      <dsp:txXfrm>
        <a:off x="2879487" y="21905"/>
        <a:ext cx="1992454" cy="704090"/>
      </dsp:txXfrm>
    </dsp:sp>
    <dsp:sp modelId="{30C85FF6-8445-4119-963F-AD6994C8079F}">
      <dsp:nvSpPr>
        <dsp:cNvPr id="0" name=""/>
        <dsp:cNvSpPr/>
      </dsp:nvSpPr>
      <dsp:spPr>
        <a:xfrm>
          <a:off x="5097472" y="121453"/>
          <a:ext cx="431687" cy="504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97472" y="222452"/>
        <a:ext cx="302181" cy="302995"/>
      </dsp:txXfrm>
    </dsp:sp>
    <dsp:sp modelId="{FC9D8CB7-0624-474C-A575-4405A61F9B72}">
      <dsp:nvSpPr>
        <dsp:cNvPr id="0" name=""/>
        <dsp:cNvSpPr/>
      </dsp:nvSpPr>
      <dsp:spPr>
        <a:xfrm>
          <a:off x="5708352" y="0"/>
          <a:ext cx="2036264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45616"/>
            <a:satOff val="-10737"/>
            <a:lumOff val="29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Field PD/COP</a:t>
          </a:r>
        </a:p>
      </dsp:txBody>
      <dsp:txXfrm>
        <a:off x="5730257" y="21905"/>
        <a:ext cx="1992454" cy="7040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3784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Field Staff</a:t>
          </a:r>
        </a:p>
      </dsp:txBody>
      <dsp:txXfrm>
        <a:off x="24403" y="42575"/>
        <a:ext cx="1132074" cy="662749"/>
      </dsp:txXfrm>
    </dsp:sp>
    <dsp:sp modelId="{D1B9C514-AA00-44B7-8837-7A827C613647}">
      <dsp:nvSpPr>
        <dsp:cNvPr id="0" name=""/>
        <dsp:cNvSpPr/>
      </dsp:nvSpPr>
      <dsp:spPr>
        <a:xfrm>
          <a:off x="129442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294428" y="286655"/>
        <a:ext cx="174119" cy="174589"/>
      </dsp:txXfrm>
    </dsp:sp>
    <dsp:sp modelId="{7960951D-BF10-49A9-A6C3-7694192B18B2}">
      <dsp:nvSpPr>
        <dsp:cNvPr id="0" name=""/>
        <dsp:cNvSpPr/>
      </dsp:nvSpPr>
      <dsp:spPr>
        <a:xfrm>
          <a:off x="1646421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47370"/>
            <a:satOff val="-6442"/>
            <a:lumOff val="175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Field PD/COP</a:t>
          </a:r>
        </a:p>
      </dsp:txBody>
      <dsp:txXfrm>
        <a:off x="1667040" y="42575"/>
        <a:ext cx="1132074" cy="662749"/>
      </dsp:txXfrm>
    </dsp:sp>
    <dsp:sp modelId="{30C85FF6-8445-4119-963F-AD6994C8079F}">
      <dsp:nvSpPr>
        <dsp:cNvPr id="0" name=""/>
        <dsp:cNvSpPr/>
      </dsp:nvSpPr>
      <dsp:spPr>
        <a:xfrm>
          <a:off x="2937064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89935"/>
            <a:satOff val="-7587"/>
            <a:lumOff val="175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37064" y="286655"/>
        <a:ext cx="174119" cy="174589"/>
      </dsp:txXfrm>
    </dsp:sp>
    <dsp:sp modelId="{931A0D15-C43B-435E-94C5-FAD3FE95528E}">
      <dsp:nvSpPr>
        <dsp:cNvPr id="0" name=""/>
        <dsp:cNvSpPr/>
      </dsp:nvSpPr>
      <dsp:spPr>
        <a:xfrm>
          <a:off x="3289058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94739"/>
            <a:satOff val="-12884"/>
            <a:lumOff val="351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HO Backstop</a:t>
          </a:r>
        </a:p>
      </dsp:txBody>
      <dsp:txXfrm>
        <a:off x="3309677" y="42575"/>
        <a:ext cx="1132074" cy="662749"/>
      </dsp:txXfrm>
    </dsp:sp>
    <dsp:sp modelId="{9F241495-EBD5-448C-91B4-BC351D98BAFE}">
      <dsp:nvSpPr>
        <dsp:cNvPr id="0" name=""/>
        <dsp:cNvSpPr/>
      </dsp:nvSpPr>
      <dsp:spPr>
        <a:xfrm>
          <a:off x="4579701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579701" y="286655"/>
        <a:ext cx="174119" cy="174589"/>
      </dsp:txXfrm>
    </dsp:sp>
    <dsp:sp modelId="{76F31043-538D-420C-8235-08AB6C6A0192}">
      <dsp:nvSpPr>
        <dsp:cNvPr id="0" name=""/>
        <dsp:cNvSpPr/>
      </dsp:nvSpPr>
      <dsp:spPr>
        <a:xfrm>
          <a:off x="4931695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94739"/>
            <a:satOff val="-12884"/>
            <a:lumOff val="351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Sr Director</a:t>
          </a:r>
        </a:p>
      </dsp:txBody>
      <dsp:txXfrm>
        <a:off x="4952314" y="42575"/>
        <a:ext cx="1132074" cy="662749"/>
      </dsp:txXfrm>
    </dsp:sp>
    <dsp:sp modelId="{C8E7241F-4A35-4EF9-AD83-D91E77A36B78}">
      <dsp:nvSpPr>
        <dsp:cNvPr id="0" name=""/>
        <dsp:cNvSpPr/>
      </dsp:nvSpPr>
      <dsp:spPr>
        <a:xfrm>
          <a:off x="622233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89935"/>
            <a:satOff val="-7587"/>
            <a:lumOff val="175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222338" y="286655"/>
        <a:ext cx="174119" cy="174589"/>
      </dsp:txXfrm>
    </dsp:sp>
    <dsp:sp modelId="{17DCC0F9-1A7D-485B-8433-C5FB82B6DBFE}">
      <dsp:nvSpPr>
        <dsp:cNvPr id="0" name=""/>
        <dsp:cNvSpPr/>
      </dsp:nvSpPr>
      <dsp:spPr>
        <a:xfrm>
          <a:off x="6574332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47370"/>
            <a:satOff val="-6442"/>
            <a:lumOff val="175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Field Legal Rep</a:t>
          </a:r>
        </a:p>
      </dsp:txBody>
      <dsp:txXfrm>
        <a:off x="6594951" y="42575"/>
        <a:ext cx="1132074" cy="66274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3784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Field Staff</a:t>
          </a:r>
        </a:p>
      </dsp:txBody>
      <dsp:txXfrm>
        <a:off x="24403" y="42575"/>
        <a:ext cx="1132074" cy="662749"/>
      </dsp:txXfrm>
    </dsp:sp>
    <dsp:sp modelId="{D1B9C514-AA00-44B7-8837-7A827C613647}">
      <dsp:nvSpPr>
        <dsp:cNvPr id="0" name=""/>
        <dsp:cNvSpPr/>
      </dsp:nvSpPr>
      <dsp:spPr>
        <a:xfrm>
          <a:off x="129442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294428" y="286655"/>
        <a:ext cx="174119" cy="174589"/>
      </dsp:txXfrm>
    </dsp:sp>
    <dsp:sp modelId="{7960951D-BF10-49A9-A6C3-7694192B18B2}">
      <dsp:nvSpPr>
        <dsp:cNvPr id="0" name=""/>
        <dsp:cNvSpPr/>
      </dsp:nvSpPr>
      <dsp:spPr>
        <a:xfrm>
          <a:off x="1646421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47370"/>
            <a:satOff val="-6442"/>
            <a:lumOff val="175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Field PD/COP</a:t>
          </a:r>
        </a:p>
      </dsp:txBody>
      <dsp:txXfrm>
        <a:off x="1667040" y="42575"/>
        <a:ext cx="1132074" cy="662749"/>
      </dsp:txXfrm>
    </dsp:sp>
    <dsp:sp modelId="{30C85FF6-8445-4119-963F-AD6994C8079F}">
      <dsp:nvSpPr>
        <dsp:cNvPr id="0" name=""/>
        <dsp:cNvSpPr/>
      </dsp:nvSpPr>
      <dsp:spPr>
        <a:xfrm>
          <a:off x="2937064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89935"/>
            <a:satOff val="-7587"/>
            <a:lumOff val="175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37064" y="286655"/>
        <a:ext cx="174119" cy="174589"/>
      </dsp:txXfrm>
    </dsp:sp>
    <dsp:sp modelId="{931A0D15-C43B-435E-94C5-FAD3FE95528E}">
      <dsp:nvSpPr>
        <dsp:cNvPr id="0" name=""/>
        <dsp:cNvSpPr/>
      </dsp:nvSpPr>
      <dsp:spPr>
        <a:xfrm>
          <a:off x="3289058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94739"/>
            <a:satOff val="-12884"/>
            <a:lumOff val="351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HO Backstop</a:t>
          </a:r>
        </a:p>
      </dsp:txBody>
      <dsp:txXfrm>
        <a:off x="3309677" y="42575"/>
        <a:ext cx="1132074" cy="662749"/>
      </dsp:txXfrm>
    </dsp:sp>
    <dsp:sp modelId="{9F241495-EBD5-448C-91B4-BC351D98BAFE}">
      <dsp:nvSpPr>
        <dsp:cNvPr id="0" name=""/>
        <dsp:cNvSpPr/>
      </dsp:nvSpPr>
      <dsp:spPr>
        <a:xfrm>
          <a:off x="4579701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579701" y="286655"/>
        <a:ext cx="174119" cy="174589"/>
      </dsp:txXfrm>
    </dsp:sp>
    <dsp:sp modelId="{78688B77-646E-4513-870E-C81C0DB9EFB0}">
      <dsp:nvSpPr>
        <dsp:cNvPr id="0" name=""/>
        <dsp:cNvSpPr/>
      </dsp:nvSpPr>
      <dsp:spPr>
        <a:xfrm>
          <a:off x="4931695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294739"/>
            <a:satOff val="-12884"/>
            <a:lumOff val="351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Sr Director</a:t>
          </a:r>
        </a:p>
      </dsp:txBody>
      <dsp:txXfrm>
        <a:off x="4952314" y="42575"/>
        <a:ext cx="1132074" cy="662749"/>
      </dsp:txXfrm>
    </dsp:sp>
    <dsp:sp modelId="{7E95C77D-AC60-4F1F-BDC2-09C7159501FB}">
      <dsp:nvSpPr>
        <dsp:cNvPr id="0" name=""/>
        <dsp:cNvSpPr/>
      </dsp:nvSpPr>
      <dsp:spPr>
        <a:xfrm>
          <a:off x="6222338" y="228459"/>
          <a:ext cx="248742" cy="290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89935"/>
            <a:satOff val="-7587"/>
            <a:lumOff val="175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222338" y="286655"/>
        <a:ext cx="174119" cy="174589"/>
      </dsp:txXfrm>
    </dsp:sp>
    <dsp:sp modelId="{FC9D8CB7-0624-474C-A575-4405A61F9B72}">
      <dsp:nvSpPr>
        <dsp:cNvPr id="0" name=""/>
        <dsp:cNvSpPr/>
      </dsp:nvSpPr>
      <dsp:spPr>
        <a:xfrm>
          <a:off x="6574332" y="21956"/>
          <a:ext cx="1173312" cy="703987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47370"/>
            <a:satOff val="-6442"/>
            <a:lumOff val="175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Sr VP or CEO</a:t>
          </a:r>
        </a:p>
      </dsp:txBody>
      <dsp:txXfrm>
        <a:off x="6594951" y="42575"/>
        <a:ext cx="1132074" cy="66274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B1DC0-96EA-42F4-8CF6-BAAEDE6DEC35}">
      <dsp:nvSpPr>
        <dsp:cNvPr id="0" name=""/>
        <dsp:cNvSpPr/>
      </dsp:nvSpPr>
      <dsp:spPr>
        <a:xfrm>
          <a:off x="3406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Field Staff</a:t>
          </a:r>
          <a:endParaRPr lang="en-US" sz="1900" kern="1200" dirty="0"/>
        </a:p>
      </dsp:txBody>
      <dsp:txXfrm>
        <a:off x="25311" y="21905"/>
        <a:ext cx="1445539" cy="704090"/>
      </dsp:txXfrm>
    </dsp:sp>
    <dsp:sp modelId="{D1B9C514-AA00-44B7-8837-7A827C613647}">
      <dsp:nvSpPr>
        <dsp:cNvPr id="0" name=""/>
        <dsp:cNvSpPr/>
      </dsp:nvSpPr>
      <dsp:spPr>
        <a:xfrm>
          <a:off x="1641690" y="189271"/>
          <a:ext cx="315742" cy="3693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641690" y="263143"/>
        <a:ext cx="221019" cy="221614"/>
      </dsp:txXfrm>
    </dsp:sp>
    <dsp:sp modelId="{7960951D-BF10-49A9-A6C3-7694192B18B2}">
      <dsp:nvSpPr>
        <dsp:cNvPr id="0" name=""/>
        <dsp:cNvSpPr/>
      </dsp:nvSpPr>
      <dsp:spPr>
        <a:xfrm>
          <a:off x="2088495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84212"/>
            <a:satOff val="-8053"/>
            <a:lumOff val="21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Field PD/COP</a:t>
          </a:r>
        </a:p>
      </dsp:txBody>
      <dsp:txXfrm>
        <a:off x="2110400" y="21905"/>
        <a:ext cx="1445539" cy="704090"/>
      </dsp:txXfrm>
    </dsp:sp>
    <dsp:sp modelId="{30C85FF6-8445-4119-963F-AD6994C8079F}">
      <dsp:nvSpPr>
        <dsp:cNvPr id="0" name=""/>
        <dsp:cNvSpPr/>
      </dsp:nvSpPr>
      <dsp:spPr>
        <a:xfrm>
          <a:off x="3726779" y="189271"/>
          <a:ext cx="315742" cy="3693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53246"/>
            <a:satOff val="-10115"/>
            <a:lumOff val="234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726779" y="263143"/>
        <a:ext cx="221019" cy="221614"/>
      </dsp:txXfrm>
    </dsp:sp>
    <dsp:sp modelId="{931A0D15-C43B-435E-94C5-FAD3FE95528E}">
      <dsp:nvSpPr>
        <dsp:cNvPr id="0" name=""/>
        <dsp:cNvSpPr/>
      </dsp:nvSpPr>
      <dsp:spPr>
        <a:xfrm>
          <a:off x="4173584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368424"/>
            <a:satOff val="-16105"/>
            <a:lumOff val="43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 Backstop</a:t>
          </a:r>
        </a:p>
      </dsp:txBody>
      <dsp:txXfrm>
        <a:off x="4195489" y="21905"/>
        <a:ext cx="1445539" cy="704090"/>
      </dsp:txXfrm>
    </dsp:sp>
    <dsp:sp modelId="{9F241495-EBD5-448C-91B4-BC351D98BAFE}">
      <dsp:nvSpPr>
        <dsp:cNvPr id="0" name=""/>
        <dsp:cNvSpPr/>
      </dsp:nvSpPr>
      <dsp:spPr>
        <a:xfrm>
          <a:off x="5811868" y="189271"/>
          <a:ext cx="315742" cy="3693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53246"/>
            <a:satOff val="-10115"/>
            <a:lumOff val="234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811868" y="263143"/>
        <a:ext cx="221019" cy="221614"/>
      </dsp:txXfrm>
    </dsp:sp>
    <dsp:sp modelId="{FC9D8CB7-0624-474C-A575-4405A61F9B72}">
      <dsp:nvSpPr>
        <dsp:cNvPr id="0" name=""/>
        <dsp:cNvSpPr/>
      </dsp:nvSpPr>
      <dsp:spPr>
        <a:xfrm>
          <a:off x="6258673" y="0"/>
          <a:ext cx="1489349" cy="74790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184212"/>
            <a:satOff val="-8053"/>
            <a:lumOff val="21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 Sr Director</a:t>
          </a:r>
        </a:p>
      </dsp:txBody>
      <dsp:txXfrm>
        <a:off x="6280578" y="21905"/>
        <a:ext cx="1445539" cy="704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056F-3E53-32EC-58BB-0ECE81C6D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2371D-D165-B6A9-5009-CB56FDC3E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8F53C-0F49-3672-3B45-CB109767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B05F-CF78-A89A-48F6-B573A691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DF688-B1D6-6820-67DD-4EE3D8FE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1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6B13E-9FA3-255D-C6D5-8D472856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E2DA4-5D5F-71F1-6A9A-101E5AF2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43FD1-0619-F653-D2C2-665F57E9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80DEA-0782-10CF-F0A0-0E540D60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C414C-BF16-FC1A-A11B-C85DEBD1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4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C84D2-0A3F-788A-EC2A-B3673A41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9133C-D954-A666-AE1D-5F2B5E8D9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728FF-B673-C04E-222D-5B76B29B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3C392-9642-E66B-770C-C5B84B91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BAD1D-475B-6356-C408-C7B26575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8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5560-DED4-E6CE-0C21-E62E9A2D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3A46-F958-A13C-775F-9AC1A27FF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2BCD0-28FA-5FC0-4FFB-7E796BB94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4B90D-4D47-E9C9-9DBB-F0B4ABD0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50286-0FF6-1857-6CB4-1BABACB8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9B8BD-A81A-8792-1E9C-43FE5210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6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60D3-F9AF-C89A-8FF5-2801B0E3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EC127-D32A-70F6-3C72-E5BD4859F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568AC-44C5-6FE9-CD48-BA8965AFD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17F3B-F585-4E87-914A-573571282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3DC7A-54E3-D448-A62D-10D65868E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00A2F-16AE-C5AF-04B6-EE18020F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C703B-1ECD-BDF5-C39C-2E468BA0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14D58-4110-E285-8976-8AC9B2FD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0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26E2-487E-79EC-7094-6F6C67A6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A2AAE-CBC1-B57C-264B-07ACE86A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00C87-194C-5E48-F878-3C2D557A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E2BC5-7377-BC16-C9E4-43D5F109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983A1-49AB-1B06-4AB6-AADA5879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D3137-8197-F1A5-6522-146D86EB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4D079-3C1C-6084-6B52-81CD8377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25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E875-2A09-1748-6D0B-572DF654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C607E-F513-7FA0-D22B-1A2279F1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D7435-56A2-E360-9FF5-6C3FA2F87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ED98B-40B0-9560-6111-B18851CE6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A45D1-3D58-A1C8-9144-9047A1CD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2CC7-405F-15C2-F930-5E3D09E8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8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4AD8-E90A-13F9-9C4B-B400B8A0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D690E-4F44-BDAF-2B11-8B06E4443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C4234-9A28-16AF-FC45-DA614C545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ADC9B-24F8-CA21-313D-BC21CC55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D2E5-5C1F-A035-7554-F1DC19EA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46EBC-B383-B98D-8E97-7C9D728C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0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9ED3-2BCF-81EA-37FE-8C1A9EB2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69841-C13F-D7CB-BAAA-F4E45C0B0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6501-62FC-8DBC-3153-5EEED897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27908-B7B7-2A69-86EC-56C16F13A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A0E13-1EB3-6DA5-E425-36DDB9C2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3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22DC57-789F-D687-DBDD-AB31A14E5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63806-F493-AF67-7819-1C8696A84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FE2BD-34E9-C63E-BC8D-283415DE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A6A1B-40B2-6DAA-F05F-3B68819A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E6ABF-05BE-476F-C516-30917173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0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6093E-D25D-5E84-D3AB-85859475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7A2FF-BC9D-A110-59A8-E49535837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53A61-9756-DCD5-0E35-6020286FF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9DF65-B7F5-4D99-9E07-8048FD5FE14A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A77E3-61E8-A859-87BC-274FB7C2F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5BAA8-6E3B-2D55-4D60-A88717AC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DD69E-C8B8-434D-A1BC-C2812E03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diagramLayout" Target="../diagrams/layout9.xml"/><Relationship Id="rId18" Type="http://schemas.openxmlformats.org/officeDocument/2006/relationships/diagramLayout" Target="../diagrams/layout10.xml"/><Relationship Id="rId3" Type="http://schemas.openxmlformats.org/officeDocument/2006/relationships/diagramLayout" Target="../diagrams/layout7.xml"/><Relationship Id="rId21" Type="http://schemas.microsoft.com/office/2007/relationships/diagramDrawing" Target="../diagrams/drawing10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17" Type="http://schemas.openxmlformats.org/officeDocument/2006/relationships/diagramData" Target="../diagrams/data10.xml"/><Relationship Id="rId2" Type="http://schemas.openxmlformats.org/officeDocument/2006/relationships/diagramData" Target="../diagrams/data7.xml"/><Relationship Id="rId16" Type="http://schemas.microsoft.com/office/2007/relationships/diagramDrawing" Target="../diagrams/drawing9.xml"/><Relationship Id="rId20" Type="http://schemas.openxmlformats.org/officeDocument/2006/relationships/diagramColors" Target="../diagrams/colors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5" Type="http://schemas.openxmlformats.org/officeDocument/2006/relationships/diagramColors" Target="../diagrams/colors9.xml"/><Relationship Id="rId10" Type="http://schemas.openxmlformats.org/officeDocument/2006/relationships/diagramColors" Target="../diagrams/colors8.xml"/><Relationship Id="rId19" Type="http://schemas.openxmlformats.org/officeDocument/2006/relationships/diagramQuickStyle" Target="../diagrams/quickStyle10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diagramQuickStyle" Target="../diagrams/quickStyle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13" Type="http://schemas.openxmlformats.org/officeDocument/2006/relationships/diagramLayout" Target="../diagrams/layout13.xml"/><Relationship Id="rId18" Type="http://schemas.openxmlformats.org/officeDocument/2006/relationships/diagramLayout" Target="../diagrams/layout14.xml"/><Relationship Id="rId3" Type="http://schemas.openxmlformats.org/officeDocument/2006/relationships/diagramLayout" Target="../diagrams/layout11.xml"/><Relationship Id="rId21" Type="http://schemas.microsoft.com/office/2007/relationships/diagramDrawing" Target="../diagrams/drawing14.xml"/><Relationship Id="rId7" Type="http://schemas.openxmlformats.org/officeDocument/2006/relationships/diagramData" Target="../diagrams/data12.xml"/><Relationship Id="rId12" Type="http://schemas.openxmlformats.org/officeDocument/2006/relationships/diagramData" Target="../diagrams/data13.xml"/><Relationship Id="rId17" Type="http://schemas.openxmlformats.org/officeDocument/2006/relationships/diagramData" Target="../diagrams/data14.xml"/><Relationship Id="rId2" Type="http://schemas.openxmlformats.org/officeDocument/2006/relationships/diagramData" Target="../diagrams/data11.xml"/><Relationship Id="rId16" Type="http://schemas.microsoft.com/office/2007/relationships/diagramDrawing" Target="../diagrams/drawing13.xml"/><Relationship Id="rId20" Type="http://schemas.openxmlformats.org/officeDocument/2006/relationships/diagramColors" Target="../diagrams/colors1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5" Type="http://schemas.openxmlformats.org/officeDocument/2006/relationships/diagramColors" Target="../diagrams/colors13.xml"/><Relationship Id="rId10" Type="http://schemas.openxmlformats.org/officeDocument/2006/relationships/diagramColors" Target="../diagrams/colors12.xml"/><Relationship Id="rId19" Type="http://schemas.openxmlformats.org/officeDocument/2006/relationships/diagramQuickStyle" Target="../diagrams/quickStyle14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Relationship Id="rId1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7E8F-17EC-F06F-591F-BBCEAD7A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Contract Approval Process: CO/MX Office</a:t>
            </a:r>
          </a:p>
        </p:txBody>
      </p:sp>
    </p:spTree>
    <p:extLst>
      <p:ext uri="{BB962C8B-B14F-4D97-AF65-F5344CB8AC3E}">
        <p14:creationId xmlns:p14="http://schemas.microsoft.com/office/powerpoint/2010/main" val="413086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2EFEC-46A1-0369-649E-95A5BE21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94"/>
            <a:ext cx="10515600" cy="51016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Current Contract Approval Process: CO/MX Office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88C144-4EF9-2CF6-93A3-4F4D0011F594}"/>
              </a:ext>
            </a:extLst>
          </p:cNvPr>
          <p:cNvGrpSpPr/>
          <p:nvPr/>
        </p:nvGrpSpPr>
        <p:grpSpPr>
          <a:xfrm>
            <a:off x="0" y="867303"/>
            <a:ext cx="11297424" cy="1104139"/>
            <a:chOff x="0" y="867303"/>
            <a:chExt cx="11297424" cy="1104139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F8035333-02EB-353C-0053-0249585E583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11264725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E9B66C-5C0D-3F7F-46F2-852AB68A94C9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Less than $10K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BE95FE1-26E7-6F6A-ED89-DC35DB3F170C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9FA997-D8B0-0E5F-FB8E-65FE8ACEE616}"/>
              </a:ext>
            </a:extLst>
          </p:cNvPr>
          <p:cNvGrpSpPr/>
          <p:nvPr/>
        </p:nvGrpSpPr>
        <p:grpSpPr>
          <a:xfrm>
            <a:off x="0" y="2281329"/>
            <a:ext cx="11297424" cy="1104139"/>
            <a:chOff x="0" y="867303"/>
            <a:chExt cx="11297424" cy="1104139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9A76BF91-FF0B-1F80-CB88-5527A417CC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4096294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704A81-B23B-CF97-E1A4-3BB3B8A11A78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More than or equal to $10K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9AA295-CA3F-0CE8-1003-9449268A9905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014AD7D-D28F-7218-7DD0-A1202706CFEC}"/>
              </a:ext>
            </a:extLst>
          </p:cNvPr>
          <p:cNvGrpSpPr/>
          <p:nvPr/>
        </p:nvGrpSpPr>
        <p:grpSpPr>
          <a:xfrm>
            <a:off x="108257" y="3722576"/>
            <a:ext cx="11297424" cy="1104139"/>
            <a:chOff x="0" y="867303"/>
            <a:chExt cx="11297424" cy="1104139"/>
          </a:xfrm>
        </p:grpSpPr>
        <p:graphicFrame>
          <p:nvGraphicFramePr>
            <p:cNvPr id="70" name="Diagram 69">
              <a:extLst>
                <a:ext uri="{FF2B5EF4-FFF2-40B4-BE49-F238E27FC236}">
                  <a16:creationId xmlns:a16="http://schemas.microsoft.com/office/drawing/2014/main" id="{D82D3873-CA45-CDD4-EA4E-6DE7ABB0145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88928366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923FB3-7B64-C197-44CE-E5B91DD0F3B7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Home Office Managed Contract</a:t>
              </a:r>
            </a:p>
            <a:p>
              <a:pPr algn="ctr"/>
              <a:r>
                <a:rPr lang="en-US" sz="1400" b="1" dirty="0"/>
                <a:t>Less than $250K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40CA225-0CED-1CA3-DA49-7404C77B108A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3222C2E-F280-8980-5F3B-4D0674BFF816}"/>
              </a:ext>
            </a:extLst>
          </p:cNvPr>
          <p:cNvGrpSpPr/>
          <p:nvPr/>
        </p:nvGrpSpPr>
        <p:grpSpPr>
          <a:xfrm>
            <a:off x="108257" y="5321268"/>
            <a:ext cx="11297424" cy="1104139"/>
            <a:chOff x="0" y="867303"/>
            <a:chExt cx="11297424" cy="1104139"/>
          </a:xfrm>
        </p:grpSpPr>
        <p:graphicFrame>
          <p:nvGraphicFramePr>
            <p:cNvPr id="74" name="Diagram 73">
              <a:extLst>
                <a:ext uri="{FF2B5EF4-FFF2-40B4-BE49-F238E27FC236}">
                  <a16:creationId xmlns:a16="http://schemas.microsoft.com/office/drawing/2014/main" id="{AA6C9E5B-B7DC-7CDB-BEE0-96D45139FE3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46196996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53037EA-1563-E81A-CFE9-04BE13BEF132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Home Office Managed Contract</a:t>
              </a:r>
            </a:p>
            <a:p>
              <a:pPr algn="ctr"/>
              <a:r>
                <a:rPr lang="en-US" sz="1400" b="1" dirty="0"/>
                <a:t>More than or equal to $250K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157E6D8-2CBF-C9A2-94AC-967BC4401C96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569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2EFEC-46A1-0369-649E-95A5BE21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16" y="24594"/>
            <a:ext cx="11769484" cy="510169"/>
          </a:xfrm>
        </p:spPr>
        <p:txBody>
          <a:bodyPr>
            <a:normAutofit fontScale="90000"/>
          </a:bodyPr>
          <a:lstStyle/>
          <a:p>
            <a:r>
              <a:rPr lang="en-US" sz="3600" b="1" u="sng" dirty="0"/>
              <a:t>Starting 10/01/23 - Contract Approval Process: CO/MX Office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88C144-4EF9-2CF6-93A3-4F4D0011F594}"/>
              </a:ext>
            </a:extLst>
          </p:cNvPr>
          <p:cNvGrpSpPr/>
          <p:nvPr/>
        </p:nvGrpSpPr>
        <p:grpSpPr>
          <a:xfrm>
            <a:off x="0" y="867303"/>
            <a:ext cx="10336083" cy="747901"/>
            <a:chOff x="0" y="867303"/>
            <a:chExt cx="10336083" cy="747901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F8035333-02EB-353C-0053-0249585E583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39377781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E9B66C-5C0D-3F7F-46F2-852AB68A94C9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Less than $10K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9FA997-D8B0-0E5F-FB8E-65FE8ACEE616}"/>
              </a:ext>
            </a:extLst>
          </p:cNvPr>
          <p:cNvGrpSpPr/>
          <p:nvPr/>
        </p:nvGrpSpPr>
        <p:grpSpPr>
          <a:xfrm>
            <a:off x="0" y="2281329"/>
            <a:ext cx="10336083" cy="747901"/>
            <a:chOff x="0" y="867303"/>
            <a:chExt cx="10336083" cy="747901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9A76BF91-FF0B-1F80-CB88-5527A417CC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33359211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704A81-B23B-CF97-E1A4-3BB3B8A11A78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More than or equal to $10K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384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7E8F-17EC-F06F-591F-BBCEAD7A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Contract Approval Process: Non-CO/MX Office</a:t>
            </a:r>
          </a:p>
        </p:txBody>
      </p:sp>
    </p:spTree>
    <p:extLst>
      <p:ext uri="{BB962C8B-B14F-4D97-AF65-F5344CB8AC3E}">
        <p14:creationId xmlns:p14="http://schemas.microsoft.com/office/powerpoint/2010/main" val="176305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2EFEC-46A1-0369-649E-95A5BE21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94"/>
            <a:ext cx="10515600" cy="51016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Current Contract Approval Process: Non-CO/MX Office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88C144-4EF9-2CF6-93A3-4F4D0011F594}"/>
              </a:ext>
            </a:extLst>
          </p:cNvPr>
          <p:cNvGrpSpPr/>
          <p:nvPr/>
        </p:nvGrpSpPr>
        <p:grpSpPr>
          <a:xfrm>
            <a:off x="0" y="867303"/>
            <a:ext cx="11297424" cy="1104139"/>
            <a:chOff x="0" y="867303"/>
            <a:chExt cx="11297424" cy="1104139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F8035333-02EB-353C-0053-0249585E583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68416468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E9B66C-5C0D-3F7F-46F2-852AB68A94C9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Less than $10K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BE95FE1-26E7-6F6A-ED89-DC35DB3F170C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9FA997-D8B0-0E5F-FB8E-65FE8ACEE616}"/>
              </a:ext>
            </a:extLst>
          </p:cNvPr>
          <p:cNvGrpSpPr/>
          <p:nvPr/>
        </p:nvGrpSpPr>
        <p:grpSpPr>
          <a:xfrm>
            <a:off x="0" y="2281329"/>
            <a:ext cx="11297424" cy="1104139"/>
            <a:chOff x="0" y="867303"/>
            <a:chExt cx="11297424" cy="1104139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9A76BF91-FF0B-1F80-CB88-5527A417CC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8528375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704A81-B23B-CF97-E1A4-3BB3B8A11A78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More than or equal to $10K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9AA295-CA3F-0CE8-1003-9449268A9905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014AD7D-D28F-7218-7DD0-A1202706CFEC}"/>
              </a:ext>
            </a:extLst>
          </p:cNvPr>
          <p:cNvGrpSpPr/>
          <p:nvPr/>
        </p:nvGrpSpPr>
        <p:grpSpPr>
          <a:xfrm>
            <a:off x="108257" y="3722576"/>
            <a:ext cx="11297424" cy="1104139"/>
            <a:chOff x="0" y="867303"/>
            <a:chExt cx="11297424" cy="1104139"/>
          </a:xfrm>
        </p:grpSpPr>
        <p:graphicFrame>
          <p:nvGraphicFramePr>
            <p:cNvPr id="70" name="Diagram 69">
              <a:extLst>
                <a:ext uri="{FF2B5EF4-FFF2-40B4-BE49-F238E27FC236}">
                  <a16:creationId xmlns:a16="http://schemas.microsoft.com/office/drawing/2014/main" id="{D82D3873-CA45-CDD4-EA4E-6DE7ABB0145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10924033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923FB3-7B64-C197-44CE-E5B91DD0F3B7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Home Office Managed Contract</a:t>
              </a:r>
            </a:p>
            <a:p>
              <a:pPr algn="ctr"/>
              <a:r>
                <a:rPr lang="en-US" sz="1400" b="1" dirty="0"/>
                <a:t>Less than $250K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40CA225-0CED-1CA3-DA49-7404C77B108A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3222C2E-F280-8980-5F3B-4D0674BFF816}"/>
              </a:ext>
            </a:extLst>
          </p:cNvPr>
          <p:cNvGrpSpPr/>
          <p:nvPr/>
        </p:nvGrpSpPr>
        <p:grpSpPr>
          <a:xfrm>
            <a:off x="108257" y="5321268"/>
            <a:ext cx="11297424" cy="1104139"/>
            <a:chOff x="0" y="867303"/>
            <a:chExt cx="11297424" cy="1104139"/>
          </a:xfrm>
        </p:grpSpPr>
        <p:graphicFrame>
          <p:nvGraphicFramePr>
            <p:cNvPr id="74" name="Diagram 73">
              <a:extLst>
                <a:ext uri="{FF2B5EF4-FFF2-40B4-BE49-F238E27FC236}">
                  <a16:creationId xmlns:a16="http://schemas.microsoft.com/office/drawing/2014/main" id="{AA6C9E5B-B7DC-7CDB-BEE0-96D45139FE3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7124688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53037EA-1563-E81A-CFE9-04BE13BEF132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Home Office Managed Contract</a:t>
              </a:r>
            </a:p>
            <a:p>
              <a:pPr algn="ctr"/>
              <a:r>
                <a:rPr lang="en-US" sz="1400" b="1" dirty="0"/>
                <a:t>More than or equal to $250K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157E6D8-2CBF-C9A2-94AC-967BC4401C96}"/>
                </a:ext>
              </a:extLst>
            </p:cNvPr>
            <p:cNvSpPr txBox="1"/>
            <p:nvPr/>
          </p:nvSpPr>
          <p:spPr>
            <a:xfrm>
              <a:off x="2584654" y="1632888"/>
              <a:ext cx="8712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*HO Compliance Director reviews and approves/rejects contract with feedback within 3 days of receipt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110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2EFEC-46A1-0369-649E-95A5BE21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94"/>
            <a:ext cx="11049000" cy="510169"/>
          </a:xfrm>
        </p:spPr>
        <p:txBody>
          <a:bodyPr>
            <a:normAutofit fontScale="90000"/>
          </a:bodyPr>
          <a:lstStyle/>
          <a:p>
            <a:r>
              <a:rPr lang="en-US" sz="3600" b="1" u="sng" dirty="0"/>
              <a:t>Starting 10/01/23 - Contract Approval Process: Non-CO/MX Office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88C144-4EF9-2CF6-93A3-4F4D0011F594}"/>
              </a:ext>
            </a:extLst>
          </p:cNvPr>
          <p:cNvGrpSpPr/>
          <p:nvPr/>
        </p:nvGrpSpPr>
        <p:grpSpPr>
          <a:xfrm>
            <a:off x="0" y="867303"/>
            <a:ext cx="10336083" cy="747901"/>
            <a:chOff x="0" y="867303"/>
            <a:chExt cx="10336083" cy="747901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F8035333-02EB-353C-0053-0249585E583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44283778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E9B66C-5C0D-3F7F-46F2-852AB68A94C9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Less than $10K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9FA997-D8B0-0E5F-FB8E-65FE8ACEE616}"/>
              </a:ext>
            </a:extLst>
          </p:cNvPr>
          <p:cNvGrpSpPr/>
          <p:nvPr/>
        </p:nvGrpSpPr>
        <p:grpSpPr>
          <a:xfrm>
            <a:off x="0" y="2281329"/>
            <a:ext cx="10336083" cy="747901"/>
            <a:chOff x="0" y="867303"/>
            <a:chExt cx="10336083" cy="747901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9A76BF91-FF0B-1F80-CB88-5527A417CC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18291433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704A81-B23B-CF97-E1A4-3BB3B8A11A78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Field Office Managed Contract</a:t>
              </a:r>
            </a:p>
            <a:p>
              <a:pPr algn="ctr"/>
              <a:r>
                <a:rPr lang="en-US" sz="1400" b="1" dirty="0"/>
                <a:t>More than or equal to $10K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3222C2E-F280-8980-5F3B-4D0674BFF816}"/>
              </a:ext>
            </a:extLst>
          </p:cNvPr>
          <p:cNvGrpSpPr/>
          <p:nvPr/>
        </p:nvGrpSpPr>
        <p:grpSpPr>
          <a:xfrm>
            <a:off x="108257" y="5321268"/>
            <a:ext cx="10336083" cy="747901"/>
            <a:chOff x="0" y="867303"/>
            <a:chExt cx="10336083" cy="747901"/>
          </a:xfrm>
        </p:grpSpPr>
        <p:graphicFrame>
          <p:nvGraphicFramePr>
            <p:cNvPr id="74" name="Diagram 73">
              <a:extLst>
                <a:ext uri="{FF2B5EF4-FFF2-40B4-BE49-F238E27FC236}">
                  <a16:creationId xmlns:a16="http://schemas.microsoft.com/office/drawing/2014/main" id="{AA6C9E5B-B7DC-7CDB-BEE0-96D45139FE3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6966596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53037EA-1563-E81A-CFE9-04BE13BEF132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Home Office Managed Contract</a:t>
              </a:r>
            </a:p>
            <a:p>
              <a:pPr algn="ctr"/>
              <a:r>
                <a:rPr lang="en-US" sz="1400" b="1" dirty="0"/>
                <a:t>More than or equal to $250K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EED91E-1B2A-CAFB-158D-097687F227F3}"/>
              </a:ext>
            </a:extLst>
          </p:cNvPr>
          <p:cNvGrpSpPr/>
          <p:nvPr/>
        </p:nvGrpSpPr>
        <p:grpSpPr>
          <a:xfrm>
            <a:off x="108257" y="3722576"/>
            <a:ext cx="10336083" cy="747901"/>
            <a:chOff x="0" y="867303"/>
            <a:chExt cx="10336083" cy="747901"/>
          </a:xfrm>
        </p:grpSpPr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FC26A902-F53C-0DD6-20EF-124B2E3B079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25394319"/>
                </p:ext>
              </p:extLst>
            </p:nvPr>
          </p:nvGraphicFramePr>
          <p:xfrm>
            <a:off x="2584654" y="867303"/>
            <a:ext cx="7751429" cy="7479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BDD92B-1648-FFC6-CB56-2B68EB300752}"/>
                </a:ext>
              </a:extLst>
            </p:cNvPr>
            <p:cNvSpPr txBox="1"/>
            <p:nvPr/>
          </p:nvSpPr>
          <p:spPr>
            <a:xfrm>
              <a:off x="0" y="867303"/>
              <a:ext cx="2584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Home Office Managed Contract</a:t>
              </a:r>
            </a:p>
            <a:p>
              <a:pPr algn="ctr"/>
              <a:r>
                <a:rPr lang="en-US" sz="1400" b="1" dirty="0"/>
                <a:t>Less than $250K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77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06C8355D678A459F2EF8957171B231" ma:contentTypeVersion="18" ma:contentTypeDescription="Crear nuevo documento." ma:contentTypeScope="" ma:versionID="d57cbf8bb45c5289c7e473ed1a37fbd9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26ec42693e457ba148cfdd4b23c931cd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A39ED982-DE80-47C6-93D6-7B623622532D}"/>
</file>

<file path=customXml/itemProps2.xml><?xml version="1.0" encoding="utf-8"?>
<ds:datastoreItem xmlns:ds="http://schemas.openxmlformats.org/officeDocument/2006/customXml" ds:itemID="{2C384B3E-2BF6-41FA-B201-FC7F1351A0D7}"/>
</file>

<file path=customXml/itemProps3.xml><?xml version="1.0" encoding="utf-8"?>
<ds:datastoreItem xmlns:ds="http://schemas.openxmlformats.org/officeDocument/2006/customXml" ds:itemID="{3E8ED83D-884C-4F6B-B99C-0FC9379408F7}"/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533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Contract Approval Process: CO/MX Office</vt:lpstr>
      <vt:lpstr>Current Contract Approval Process: CO/MX Office</vt:lpstr>
      <vt:lpstr>Starting 10/01/23 - Contract Approval Process: CO/MX Office</vt:lpstr>
      <vt:lpstr>Contract Approval Process: Non-CO/MX Office</vt:lpstr>
      <vt:lpstr>Current Contract Approval Process: Non-CO/MX Office</vt:lpstr>
      <vt:lpstr>Starting 10/01/23 - Contract Approval Process: Non-CO/MX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Contracting Process: Colombia Office</dc:title>
  <dc:creator>Michael Moscarelli</dc:creator>
  <cp:lastModifiedBy>Michael Moscarelli</cp:lastModifiedBy>
  <cp:revision>1</cp:revision>
  <dcterms:created xsi:type="dcterms:W3CDTF">2023-06-08T18:07:38Z</dcterms:created>
  <dcterms:modified xsi:type="dcterms:W3CDTF">2023-06-08T20:50:05Z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