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4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40470-D947-46BB-B4C6-6E9C6F3858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833099-90E0-449B-96BF-BED6EDBFDA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3050C-902D-45DE-B180-9F3966D8C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18F7F-9F58-41A6-9AC9-402401842327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55E60-AE0C-4A0D-BA92-87A06A302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5F09BE-3C72-47E3-81C2-222625A54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0C99B-ACF9-40D9-A693-E98C50FF6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589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A3BF5-F54D-4662-BF50-061343918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4B816-5CB2-4B0B-BA69-984CBE4F2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3A0C9-8181-492A-B193-331439820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18F7F-9F58-41A6-9AC9-402401842327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40CB8-1533-4608-81CF-759D30E93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FF2F1-2168-49E0-88D7-713EEA2C0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0C99B-ACF9-40D9-A693-E98C50FF6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511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B1142-029B-4027-B562-A25413FB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7DEFB-CBBF-4060-9FBA-522C37202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DE6D5-23D8-428E-B5ED-FC7111679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18F7F-9F58-41A6-9AC9-402401842327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0E57F-2291-4DED-B285-C2B709C9F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D5D82-EC43-42A0-B776-69B985B24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0C99B-ACF9-40D9-A693-E98C50FF6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6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6C18C-FE21-49A4-BFE7-517E3EA9D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EF3E2-FE04-4103-98FB-BDC44184FD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DD9D7D-585A-405E-8639-48A8C73AED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810277-A521-4EE2-8C45-8072CD55E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18F7F-9F58-41A6-9AC9-402401842327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9A642E-9D45-4791-9372-2A836DC5A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472174-89D3-4609-B29E-32E4ABF98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0C99B-ACF9-40D9-A693-E98C50FF6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697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FE1B5-3E61-4ACD-97CC-7E8A3F9EE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F9CF5-8817-4341-9D8C-13D43B9BD2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FC8D-5398-4CC1-ABF2-3DD5C42484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4AA126-F907-4068-9B05-27065855E2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A8C4E4-428D-4D2B-ACAF-C95DC91A55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BF7B55-F780-4C47-B82A-3795D1055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18F7F-9F58-41A6-9AC9-402401842327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464A7C-E4D1-435E-9468-4D6371F3A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A6C0C3-51BB-4E0C-ACFC-2BA789C7F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0C99B-ACF9-40D9-A693-E98C50FF6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498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854E0-D233-457D-8D34-880A8B4D3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106F37-E7F3-4FF5-BAC7-308193F5B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18F7F-9F58-41A6-9AC9-402401842327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7972AE-DC63-4C66-9ED4-38CA3DE4C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415388-6CA3-4B1B-96C3-2F880622C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0C99B-ACF9-40D9-A693-E98C50FF6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136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BE593A-F201-4AB8-A675-C77F2878E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18F7F-9F58-41A6-9AC9-402401842327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A75F5D-83D7-4081-8267-75470C989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F1F8C1-ACF1-4472-94E9-E2EBE7061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0C99B-ACF9-40D9-A693-E98C50FF6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341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EF689-1FB5-4F7E-AAD4-0D32BC7FD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164E4-65FF-4985-86EF-E6B570FC1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E5095E-C83D-44C9-BB89-6EF99F29DE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EDC37B-CF6A-4FD5-BF2F-9C1B5CB2D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18F7F-9F58-41A6-9AC9-402401842327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1F13CC-E4E4-4445-8FC1-C5F621C84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37D2FA-5A0B-4B61-BC92-D608A370E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0C99B-ACF9-40D9-A693-E98C50FF6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461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8D8F3-96F5-49B1-94AB-6A5C27FC8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F6AAE6-BDBA-4AE3-B8A9-4DAC1D808A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4C0473-2BB7-45FF-9392-6DBA5AF7EE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5DEE3E-AB1B-467A-94C6-4C95D213A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18F7F-9F58-41A6-9AC9-402401842327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6B2DEE-D6DC-44C4-A48A-3B2CBE2EB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4A1653-CA7A-41D3-ABBA-CA792FE82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0C99B-ACF9-40D9-A693-E98C50FF6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396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E6404-4C1B-40BD-855D-1FC4018A9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1DB142-E28F-474A-888E-2F5DD78DBF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9AD2F-6B0C-4E55-BF08-8979F946E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18F7F-9F58-41A6-9AC9-402401842327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F7C4B3-CA48-44E2-AD07-A4EE8E98D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CF4E6-0AEE-43D8-B3B9-30CE93598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0C99B-ACF9-40D9-A693-E98C50FF6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650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996801-498B-4A00-BA99-86C8DBB253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D69D33-0783-4EE9-9F9D-B71D30E8D8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342FC-9236-432B-AABC-CA12877AB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18F7F-9F58-41A6-9AC9-402401842327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795E5-C2CF-4D08-AD2B-EC6ADECE8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F2BF57-028E-48D0-9968-936DAF30D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0C99B-ACF9-40D9-A693-E98C50FF6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795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6AD4B4-ACB7-40CD-8E00-371FBE710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00B71C-76E4-4F37-9A65-A62A8A208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53D35-C145-4F08-97AE-EF6CD5F1C8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418F7F-9F58-41A6-9AC9-402401842327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3319E-C48B-40E1-B56D-8A669518FD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AC259-8B6F-4930-8A28-0D75E22EE1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40C99B-ACF9-40D9-A693-E98C50FF6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674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FE24979-3B95-40B2-9E4F-6FFB7308CF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291"/>
          <a:stretch/>
        </p:blipFill>
        <p:spPr>
          <a:xfrm>
            <a:off x="202905" y="1049311"/>
            <a:ext cx="11786190" cy="5096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477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06C8355D678A459F2EF8957171B231" ma:contentTypeVersion="18" ma:contentTypeDescription="Create a new document." ma:contentTypeScope="" ma:versionID="efd9b4af885478ed0a3e84c6362c6fb3">
  <xsd:schema xmlns:xsd="http://www.w3.org/2001/XMLSchema" xmlns:xs="http://www.w3.org/2001/XMLSchema" xmlns:p="http://schemas.microsoft.com/office/2006/metadata/properties" xmlns:ns2="f2466082-b6bf-4153-98c3-3c41e85fda18" xmlns:ns3="dc808d36-874f-4b27-aec2-2fd649817929" targetNamespace="http://schemas.microsoft.com/office/2006/metadata/properties" ma:root="true" ma:fieldsID="3b6abc503e38a49174dd9e5072c65339" ns2:_="" ns3:_="">
    <xsd:import namespace="f2466082-b6bf-4153-98c3-3c41e85fda18"/>
    <xsd:import namespace="dc808d36-874f-4b27-aec2-2fd6498179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66082-b6bf-4153-98c3-3c41e85fda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1e634b9-0c0d-402e-b683-49cec201197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808d36-874f-4b27-aec2-2fd64981792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4796171e-60a5-48ad-9b94-11b7e9399efd}" ma:internalName="TaxCatchAll" ma:showField="CatchAllData" ma:web="dc808d36-874f-4b27-aec2-2fd6498179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2466082-b6bf-4153-98c3-3c41e85fda18">
      <Terms xmlns="http://schemas.microsoft.com/office/infopath/2007/PartnerControls"/>
    </lcf76f155ced4ddcb4097134ff3c332f>
    <TaxCatchAll xmlns="dc808d36-874f-4b27-aec2-2fd649817929" xsi:nil="true"/>
  </documentManagement>
</p:properties>
</file>

<file path=customXml/itemProps1.xml><?xml version="1.0" encoding="utf-8"?>
<ds:datastoreItem xmlns:ds="http://schemas.openxmlformats.org/officeDocument/2006/customXml" ds:itemID="{26B75EE2-4622-451A-8382-DAD6798C15DA}"/>
</file>

<file path=customXml/itemProps2.xml><?xml version="1.0" encoding="utf-8"?>
<ds:datastoreItem xmlns:ds="http://schemas.openxmlformats.org/officeDocument/2006/customXml" ds:itemID="{997EC719-E61C-40B9-A9E2-3A83849126C1}"/>
</file>

<file path=customXml/itemProps3.xml><?xml version="1.0" encoding="utf-8"?>
<ds:datastoreItem xmlns:ds="http://schemas.openxmlformats.org/officeDocument/2006/customXml" ds:itemID="{3B91C100-9739-4262-9879-E873012AA9F6}"/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Diana Cartagena</dc:creator>
  <cp:lastModifiedBy>Diana Cartagena</cp:lastModifiedBy>
  <cp:revision>1</cp:revision>
  <dcterms:created xsi:type="dcterms:W3CDTF">2020-07-21T15:23:12Z</dcterms:created>
  <dcterms:modified xsi:type="dcterms:W3CDTF">2020-07-21T15:30:22Z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0x0101003206C8355D678A459F2EF8957171B231</vt:lpwstr>
  </property>
</Properties>
</file>