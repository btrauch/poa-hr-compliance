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316" r:id="rId6"/>
    <p:sldId id="299" r:id="rId7"/>
    <p:sldId id="317" r:id="rId8"/>
    <p:sldId id="318" r:id="rId9"/>
    <p:sldId id="319" r:id="rId10"/>
    <p:sldId id="321" r:id="rId11"/>
    <p:sldId id="322" r:id="rId12"/>
    <p:sldId id="323" r:id="rId13"/>
    <p:sldId id="320" r:id="rId14"/>
    <p:sldId id="32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386EB-131E-2441-9F30-10B2D8BD703C}">
          <p14:sldIdLst>
            <p14:sldId id="256"/>
            <p14:sldId id="316"/>
            <p14:sldId id="299"/>
            <p14:sldId id="317"/>
            <p14:sldId id="318"/>
            <p14:sldId id="319"/>
            <p14:sldId id="321"/>
            <p14:sldId id="322"/>
            <p14:sldId id="323"/>
            <p14:sldId id="320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A4"/>
    <a:srgbClr val="008400"/>
    <a:srgbClr val="F82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90738" autoAdjust="0"/>
  </p:normalViewPr>
  <p:slideViewPr>
    <p:cSldViewPr snapToGrid="0" snapToObjects="1">
      <p:cViewPr>
        <p:scale>
          <a:sx n="79" d="100"/>
          <a:sy n="79" d="100"/>
        </p:scale>
        <p:origin x="1565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" userId="04f63225-1d27-46ab-9c7c-1c8b513bed32" providerId="ADAL" clId="{5C20980E-9489-4E24-895E-4D7855D51011}"/>
    <pc:docChg chg="undo custSel addSld modSld sldOrd modSection">
      <pc:chgData name="Danielle" userId="04f63225-1d27-46ab-9c7c-1c8b513bed32" providerId="ADAL" clId="{5C20980E-9489-4E24-895E-4D7855D51011}" dt="2021-04-30T15:58:03.563" v="1352" actId="33524"/>
      <pc:docMkLst>
        <pc:docMk/>
      </pc:docMkLst>
      <pc:sldChg chg="ord">
        <pc:chgData name="Danielle" userId="04f63225-1d27-46ab-9c7c-1c8b513bed32" providerId="ADAL" clId="{5C20980E-9489-4E24-895E-4D7855D51011}" dt="2021-04-28T21:06:21.932" v="1351"/>
        <pc:sldMkLst>
          <pc:docMk/>
          <pc:sldMk cId="3765842492" sldId="296"/>
        </pc:sldMkLst>
      </pc:sldChg>
      <pc:sldChg chg="modSp mod">
        <pc:chgData name="Danielle" userId="04f63225-1d27-46ab-9c7c-1c8b513bed32" providerId="ADAL" clId="{5C20980E-9489-4E24-895E-4D7855D51011}" dt="2021-04-30T15:58:03.563" v="1352" actId="33524"/>
        <pc:sldMkLst>
          <pc:docMk/>
          <pc:sldMk cId="3603285254" sldId="307"/>
        </pc:sldMkLst>
        <pc:spChg chg="mod">
          <ac:chgData name="Danielle" userId="04f63225-1d27-46ab-9c7c-1c8b513bed32" providerId="ADAL" clId="{5C20980E-9489-4E24-895E-4D7855D51011}" dt="2021-04-30T15:58:03.563" v="1352" actId="33524"/>
          <ac:spMkLst>
            <pc:docMk/>
            <pc:sldMk cId="3603285254" sldId="307"/>
            <ac:spMk id="3" creationId="{00000000-0000-0000-0000-000000000000}"/>
          </ac:spMkLst>
        </pc:spChg>
      </pc:sldChg>
      <pc:sldChg chg="modSp add mod">
        <pc:chgData name="Danielle" userId="04f63225-1d27-46ab-9c7c-1c8b513bed32" providerId="ADAL" clId="{5C20980E-9489-4E24-895E-4D7855D51011}" dt="2021-04-19T18:39:56.828" v="1343" actId="1076"/>
        <pc:sldMkLst>
          <pc:docMk/>
          <pc:sldMk cId="2481432751" sldId="318"/>
        </pc:sldMkLst>
        <pc:spChg chg="mod">
          <ac:chgData name="Danielle" userId="04f63225-1d27-46ab-9c7c-1c8b513bed32" providerId="ADAL" clId="{5C20980E-9489-4E24-895E-4D7855D51011}" dt="2021-04-19T18:28:51.780" v="38" actId="20577"/>
          <ac:spMkLst>
            <pc:docMk/>
            <pc:sldMk cId="2481432751" sldId="318"/>
            <ac:spMk id="2" creationId="{00000000-0000-0000-0000-000000000000}"/>
          </ac:spMkLst>
        </pc:spChg>
        <pc:spChg chg="mod">
          <ac:chgData name="Danielle" userId="04f63225-1d27-46ab-9c7c-1c8b513bed32" providerId="ADAL" clId="{5C20980E-9489-4E24-895E-4D7855D51011}" dt="2021-04-19T18:39:56.828" v="1343" actId="1076"/>
          <ac:spMkLst>
            <pc:docMk/>
            <pc:sldMk cId="2481432751" sldId="318"/>
            <ac:spMk id="3" creationId="{00000000-0000-0000-0000-000000000000}"/>
          </ac:spMkLst>
        </pc:spChg>
      </pc:sldChg>
    </pc:docChg>
  </pc:docChgLst>
  <pc:docChgLst>
    <pc:chgData name="Danielle" userId="04f63225-1d27-46ab-9c7c-1c8b513bed32" providerId="ADAL" clId="{EF1DAEB1-4E10-4C28-9B4D-578136D67522}"/>
    <pc:docChg chg="undo redo custSel modSld">
      <pc:chgData name="Danielle" userId="04f63225-1d27-46ab-9c7c-1c8b513bed32" providerId="ADAL" clId="{EF1DAEB1-4E10-4C28-9B4D-578136D67522}" dt="2020-10-15T13:35:33.800" v="115" actId="6549"/>
      <pc:docMkLst>
        <pc:docMk/>
      </pc:docMkLst>
      <pc:sldChg chg="addSp delSp modSp">
        <pc:chgData name="Danielle" userId="04f63225-1d27-46ab-9c7c-1c8b513bed32" providerId="ADAL" clId="{EF1DAEB1-4E10-4C28-9B4D-578136D67522}" dt="2020-10-15T13:29:45.258" v="30" actId="14100"/>
        <pc:sldMkLst>
          <pc:docMk/>
          <pc:sldMk cId="628208286" sldId="260"/>
        </pc:sldMkLst>
        <pc:spChg chg="mod">
          <ac:chgData name="Danielle" userId="04f63225-1d27-46ab-9c7c-1c8b513bed32" providerId="ADAL" clId="{EF1DAEB1-4E10-4C28-9B4D-578136D67522}" dt="2020-10-15T13:28:40.807" v="23" actId="20577"/>
          <ac:spMkLst>
            <pc:docMk/>
            <pc:sldMk cId="628208286" sldId="260"/>
            <ac:spMk id="3" creationId="{00000000-0000-0000-0000-000000000000}"/>
          </ac:spMkLst>
        </pc:spChg>
        <pc:picChg chg="del">
          <ac:chgData name="Danielle" userId="04f63225-1d27-46ab-9c7c-1c8b513bed32" providerId="ADAL" clId="{EF1DAEB1-4E10-4C28-9B4D-578136D67522}" dt="2020-10-15T13:28:44.315" v="24" actId="478"/>
          <ac:picMkLst>
            <pc:docMk/>
            <pc:sldMk cId="628208286" sldId="260"/>
            <ac:picMk id="4" creationId="{00000000-0000-0000-0000-000000000000}"/>
          </ac:picMkLst>
        </pc:picChg>
        <pc:picChg chg="del">
          <ac:chgData name="Danielle" userId="04f63225-1d27-46ab-9c7c-1c8b513bed32" providerId="ADAL" clId="{EF1DAEB1-4E10-4C28-9B4D-578136D67522}" dt="2020-10-15T13:28:47.262" v="25" actId="478"/>
          <ac:picMkLst>
            <pc:docMk/>
            <pc:sldMk cId="628208286" sldId="260"/>
            <ac:picMk id="5" creationId="{00000000-0000-0000-0000-000000000000}"/>
          </ac:picMkLst>
        </pc:picChg>
        <pc:picChg chg="add mod modCrop">
          <ac:chgData name="Danielle" userId="04f63225-1d27-46ab-9c7c-1c8b513bed32" providerId="ADAL" clId="{EF1DAEB1-4E10-4C28-9B4D-578136D67522}" dt="2020-10-15T13:29:45.258" v="30" actId="14100"/>
          <ac:picMkLst>
            <pc:docMk/>
            <pc:sldMk cId="628208286" sldId="260"/>
            <ac:picMk id="6" creationId="{81D3A2F8-5F3C-415E-BC90-81AE6CBDCE5C}"/>
          </ac:picMkLst>
        </pc:picChg>
      </pc:sldChg>
      <pc:sldChg chg="modSp">
        <pc:chgData name="Danielle" userId="04f63225-1d27-46ab-9c7c-1c8b513bed32" providerId="ADAL" clId="{EF1DAEB1-4E10-4C28-9B4D-578136D67522}" dt="2020-10-15T13:28:40.366" v="11" actId="27636"/>
        <pc:sldMkLst>
          <pc:docMk/>
          <pc:sldMk cId="36853573" sldId="265"/>
        </pc:sldMkLst>
        <pc:spChg chg="mod">
          <ac:chgData name="Danielle" userId="04f63225-1d27-46ab-9c7c-1c8b513bed32" providerId="ADAL" clId="{EF1DAEB1-4E10-4C28-9B4D-578136D67522}" dt="2020-10-15T13:28:40.366" v="11" actId="27636"/>
          <ac:spMkLst>
            <pc:docMk/>
            <pc:sldMk cId="36853573" sldId="265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405" v="13" actId="27636"/>
        <pc:sldMkLst>
          <pc:docMk/>
          <pc:sldMk cId="4203792416" sldId="269"/>
        </pc:sldMkLst>
        <pc:spChg chg="mod">
          <ac:chgData name="Danielle" userId="04f63225-1d27-46ab-9c7c-1c8b513bed32" providerId="ADAL" clId="{EF1DAEB1-4E10-4C28-9B4D-578136D67522}" dt="2020-10-15T13:28:40.405" v="13" actId="27636"/>
          <ac:spMkLst>
            <pc:docMk/>
            <pc:sldMk cId="4203792416" sldId="269"/>
            <ac:spMk id="3" creationId="{00000000-0000-0000-0000-000000000000}"/>
          </ac:spMkLst>
        </pc:spChg>
      </pc:sldChg>
      <pc:sldChg chg="addSp delSp modSp">
        <pc:chgData name="Danielle" userId="04f63225-1d27-46ab-9c7c-1c8b513bed32" providerId="ADAL" clId="{EF1DAEB1-4E10-4C28-9B4D-578136D67522}" dt="2020-10-15T13:35:33.800" v="115" actId="6549"/>
        <pc:sldMkLst>
          <pc:docMk/>
          <pc:sldMk cId="1867741448" sldId="273"/>
        </pc:sldMkLst>
        <pc:spChg chg="mod">
          <ac:chgData name="Danielle" userId="04f63225-1d27-46ab-9c7c-1c8b513bed32" providerId="ADAL" clId="{EF1DAEB1-4E10-4C28-9B4D-578136D67522}" dt="2020-10-15T13:35:33.800" v="115" actId="6549"/>
          <ac:spMkLst>
            <pc:docMk/>
            <pc:sldMk cId="1867741448" sldId="273"/>
            <ac:spMk id="3" creationId="{00000000-0000-0000-0000-000000000000}"/>
          </ac:spMkLst>
        </pc:spChg>
        <pc:picChg chg="add del">
          <ac:chgData name="Danielle" userId="04f63225-1d27-46ab-9c7c-1c8b513bed32" providerId="ADAL" clId="{EF1DAEB1-4E10-4C28-9B4D-578136D67522}" dt="2020-10-15T13:34:30.087" v="60"/>
          <ac:picMkLst>
            <pc:docMk/>
            <pc:sldMk cId="1867741448" sldId="273"/>
            <ac:picMk id="4" creationId="{A53EE732-7C02-42EB-8DB2-AF342DD9C302}"/>
          </ac:picMkLst>
        </pc:picChg>
      </pc:sldChg>
      <pc:sldChg chg="modSp">
        <pc:chgData name="Danielle" userId="04f63225-1d27-46ab-9c7c-1c8b513bed32" providerId="ADAL" clId="{EF1DAEB1-4E10-4C28-9B4D-578136D67522}" dt="2020-10-15T13:28:40.544" v="19" actId="27636"/>
        <pc:sldMkLst>
          <pc:docMk/>
          <pc:sldMk cId="1964203576" sldId="280"/>
        </pc:sldMkLst>
        <pc:spChg chg="mod">
          <ac:chgData name="Danielle" userId="04f63225-1d27-46ab-9c7c-1c8b513bed32" providerId="ADAL" clId="{EF1DAEB1-4E10-4C28-9B4D-578136D67522}" dt="2020-10-15T13:28:40.544" v="19" actId="27636"/>
          <ac:spMkLst>
            <pc:docMk/>
            <pc:sldMk cId="1964203576" sldId="280"/>
            <ac:spMk id="2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498" v="17" actId="27636"/>
        <pc:sldMkLst>
          <pc:docMk/>
          <pc:sldMk cId="1692586781" sldId="294"/>
        </pc:sldMkLst>
        <pc:spChg chg="mod">
          <ac:chgData name="Danielle" userId="04f63225-1d27-46ab-9c7c-1c8b513bed32" providerId="ADAL" clId="{EF1DAEB1-4E10-4C28-9B4D-578136D67522}" dt="2020-10-15T13:28:40.488" v="16" actId="27636"/>
          <ac:spMkLst>
            <pc:docMk/>
            <pc:sldMk cId="1692586781" sldId="294"/>
            <ac:spMk id="2" creationId="{00000000-0000-0000-0000-000000000000}"/>
          </ac:spMkLst>
        </pc:spChg>
        <pc:spChg chg="mod">
          <ac:chgData name="Danielle" userId="04f63225-1d27-46ab-9c7c-1c8b513bed32" providerId="ADAL" clId="{EF1DAEB1-4E10-4C28-9B4D-578136D67522}" dt="2020-10-15T13:28:40.498" v="17" actId="27636"/>
          <ac:spMkLst>
            <pc:docMk/>
            <pc:sldMk cId="1692586781" sldId="294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532" v="18" actId="27636"/>
        <pc:sldMkLst>
          <pc:docMk/>
          <pc:sldMk cId="1139437449" sldId="295"/>
        </pc:sldMkLst>
        <pc:spChg chg="mod">
          <ac:chgData name="Danielle" userId="04f63225-1d27-46ab-9c7c-1c8b513bed32" providerId="ADAL" clId="{EF1DAEB1-4E10-4C28-9B4D-578136D67522}" dt="2020-10-15T13:28:40.532" v="18" actId="27636"/>
          <ac:spMkLst>
            <pc:docMk/>
            <pc:sldMk cId="1139437449" sldId="295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445" v="15" actId="27636"/>
        <pc:sldMkLst>
          <pc:docMk/>
          <pc:sldMk cId="924245429" sldId="301"/>
        </pc:sldMkLst>
        <pc:spChg chg="mod">
          <ac:chgData name="Danielle" userId="04f63225-1d27-46ab-9c7c-1c8b513bed32" providerId="ADAL" clId="{EF1DAEB1-4E10-4C28-9B4D-578136D67522}" dt="2020-10-15T13:28:40.431" v="14" actId="27636"/>
          <ac:spMkLst>
            <pc:docMk/>
            <pc:sldMk cId="924245429" sldId="301"/>
            <ac:spMk id="2" creationId="{00000000-0000-0000-0000-000000000000}"/>
          </ac:spMkLst>
        </pc:spChg>
        <pc:spChg chg="mod">
          <ac:chgData name="Danielle" userId="04f63225-1d27-46ab-9c7c-1c8b513bed32" providerId="ADAL" clId="{EF1DAEB1-4E10-4C28-9B4D-578136D67522}" dt="2020-10-15T13:28:40.445" v="15" actId="27636"/>
          <ac:spMkLst>
            <pc:docMk/>
            <pc:sldMk cId="924245429" sldId="301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651" v="22" actId="27636"/>
        <pc:sldMkLst>
          <pc:docMk/>
          <pc:sldMk cId="3603285254" sldId="307"/>
        </pc:sldMkLst>
        <pc:spChg chg="mod">
          <ac:chgData name="Danielle" userId="04f63225-1d27-46ab-9c7c-1c8b513bed32" providerId="ADAL" clId="{EF1DAEB1-4E10-4C28-9B4D-578136D67522}" dt="2020-10-15T13:28:40.651" v="22" actId="27636"/>
          <ac:spMkLst>
            <pc:docMk/>
            <pc:sldMk cId="3603285254" sldId="307"/>
            <ac:spMk id="2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595" v="20" actId="27636"/>
        <pc:sldMkLst>
          <pc:docMk/>
          <pc:sldMk cId="2484058205" sldId="312"/>
        </pc:sldMkLst>
        <pc:spChg chg="mod">
          <ac:chgData name="Danielle" userId="04f63225-1d27-46ab-9c7c-1c8b513bed32" providerId="ADAL" clId="{EF1DAEB1-4E10-4C28-9B4D-578136D67522}" dt="2020-10-15T13:28:40.595" v="20" actId="27636"/>
          <ac:spMkLst>
            <pc:docMk/>
            <pc:sldMk cId="2484058205" sldId="312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623" v="21" actId="27636"/>
        <pc:sldMkLst>
          <pc:docMk/>
          <pc:sldMk cId="839178257" sldId="314"/>
        </pc:sldMkLst>
        <pc:spChg chg="mod">
          <ac:chgData name="Danielle" userId="04f63225-1d27-46ab-9c7c-1c8b513bed32" providerId="ADAL" clId="{EF1DAEB1-4E10-4C28-9B4D-578136D67522}" dt="2020-10-15T13:28:40.623" v="21" actId="27636"/>
          <ac:spMkLst>
            <pc:docMk/>
            <pc:sldMk cId="839178257" sldId="314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2:50:32.482" v="0" actId="20577"/>
        <pc:sldMkLst>
          <pc:docMk/>
          <pc:sldMk cId="1520623683" sldId="317"/>
        </pc:sldMkLst>
        <pc:spChg chg="mod">
          <ac:chgData name="Danielle" userId="04f63225-1d27-46ab-9c7c-1c8b513bed32" providerId="ADAL" clId="{EF1DAEB1-4E10-4C28-9B4D-578136D67522}" dt="2020-10-15T12:50:32.482" v="0" actId="20577"/>
          <ac:spMkLst>
            <pc:docMk/>
            <pc:sldMk cId="1520623683" sldId="317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784C21A1-872A-42C9-AFB3-4FCC6E0715C0}"/>
    <pc:docChg chg="undo redo custSel addSld delSld modSld sldOrd">
      <pc:chgData name="Danielle Martin" userId="04f63225-1d27-46ab-9c7c-1c8b513bed32" providerId="ADAL" clId="{784C21A1-872A-42C9-AFB3-4FCC6E0715C0}" dt="2019-11-27T20:26:32.431" v="3442" actId="20577"/>
      <pc:docMkLst>
        <pc:docMk/>
      </pc:docMkLst>
      <pc:sldChg chg="modSp">
        <pc:chgData name="Danielle Martin" userId="04f63225-1d27-46ab-9c7c-1c8b513bed32" providerId="ADAL" clId="{784C21A1-872A-42C9-AFB3-4FCC6E0715C0}" dt="2019-10-24T13:30:29.785" v="879" actId="108"/>
        <pc:sldMkLst>
          <pc:docMk/>
          <pc:sldMk cId="2462752721" sldId="256"/>
        </pc:sldMkLst>
        <pc:spChg chg="mod">
          <ac:chgData name="Danielle Martin" userId="04f63225-1d27-46ab-9c7c-1c8b513bed32" providerId="ADAL" clId="{784C21A1-872A-42C9-AFB3-4FCC6E0715C0}" dt="2019-10-24T13:30:29.785" v="879" actId="108"/>
          <ac:spMkLst>
            <pc:docMk/>
            <pc:sldMk cId="2462752721" sldId="256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0-24T14:29:48.785" v="934" actId="20577"/>
        <pc:sldMkLst>
          <pc:docMk/>
          <pc:sldMk cId="628208286" sldId="260"/>
        </pc:sldMkLst>
        <pc:spChg chg="mod">
          <ac:chgData name="Danielle Martin" userId="04f63225-1d27-46ab-9c7c-1c8b513bed32" providerId="ADAL" clId="{784C21A1-872A-42C9-AFB3-4FCC6E0715C0}" dt="2019-10-24T14:28:38.504" v="926" actId="20577"/>
          <ac:spMkLst>
            <pc:docMk/>
            <pc:sldMk cId="628208286" sldId="260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0-24T14:29:48.785" v="934" actId="20577"/>
          <ac:spMkLst>
            <pc:docMk/>
            <pc:sldMk cId="628208286" sldId="260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784C21A1-872A-42C9-AFB3-4FCC6E0715C0}" dt="2019-11-06T19:55:48.081" v="1919" actId="20577"/>
        <pc:sldMkLst>
          <pc:docMk/>
          <pc:sldMk cId="36853573" sldId="264"/>
        </pc:sldMkLst>
        <pc:spChg chg="mod">
          <ac:chgData name="Danielle Martin" userId="04f63225-1d27-46ab-9c7c-1c8b513bed32" providerId="ADAL" clId="{784C21A1-872A-42C9-AFB3-4FCC6E0715C0}" dt="2019-11-06T19:55:48.081" v="1919" actId="20577"/>
          <ac:spMkLst>
            <pc:docMk/>
            <pc:sldMk cId="36853573" sldId="264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1-07T20:12:14.585" v="1935" actId="20577"/>
        <pc:sldMkLst>
          <pc:docMk/>
          <pc:sldMk cId="36853573" sldId="265"/>
        </pc:sldMkLst>
        <pc:spChg chg="mod">
          <ac:chgData name="Danielle Martin" userId="04f63225-1d27-46ab-9c7c-1c8b513bed32" providerId="ADAL" clId="{784C21A1-872A-42C9-AFB3-4FCC6E0715C0}" dt="2019-10-24T14:28:30.553" v="918" actId="20577"/>
          <ac:spMkLst>
            <pc:docMk/>
            <pc:sldMk cId="36853573" sldId="265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7T20:12:14.585" v="1935" actId="20577"/>
          <ac:spMkLst>
            <pc:docMk/>
            <pc:sldMk cId="36853573" sldId="265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784C21A1-872A-42C9-AFB3-4FCC6E0715C0}" dt="2019-11-27T20:26:32.431" v="3442" actId="20577"/>
        <pc:sldMkLst>
          <pc:docMk/>
          <pc:sldMk cId="2262606785" sldId="271"/>
        </pc:sldMkLst>
        <pc:spChg chg="mod">
          <ac:chgData name="Danielle Martin" userId="04f63225-1d27-46ab-9c7c-1c8b513bed32" providerId="ADAL" clId="{784C21A1-872A-42C9-AFB3-4FCC6E0715C0}" dt="2019-11-27T20:26:32.431" v="3442" actId="20577"/>
          <ac:spMkLst>
            <pc:docMk/>
            <pc:sldMk cId="2262606785" sldId="271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27T20:26:17.610" v="3418" actId="20577"/>
          <ac:spMkLst>
            <pc:docMk/>
            <pc:sldMk cId="2262606785" sldId="271"/>
            <ac:spMk id="3" creationId="{00000000-0000-0000-0000-000000000000}"/>
          </ac:spMkLst>
        </pc:spChg>
      </pc:sldChg>
      <pc:sldChg chg="addSp delSp modSp">
        <pc:chgData name="Danielle Martin" userId="04f63225-1d27-46ab-9c7c-1c8b513bed32" providerId="ADAL" clId="{784C21A1-872A-42C9-AFB3-4FCC6E0715C0}" dt="2019-11-01T18:01:58.737" v="1019" actId="1076"/>
        <pc:sldMkLst>
          <pc:docMk/>
          <pc:sldMk cId="2380556952" sldId="298"/>
        </pc:sldMkLst>
        <pc:spChg chg="mod">
          <ac:chgData name="Danielle Martin" userId="04f63225-1d27-46ab-9c7c-1c8b513bed32" providerId="ADAL" clId="{784C21A1-872A-42C9-AFB3-4FCC6E0715C0}" dt="2019-11-01T18:00:58.307" v="1009" actId="20577"/>
          <ac:spMkLst>
            <pc:docMk/>
            <pc:sldMk cId="2380556952" sldId="298"/>
            <ac:spMk id="2" creationId="{00000000-0000-0000-0000-000000000000}"/>
          </ac:spMkLst>
        </pc:spChg>
        <pc:spChg chg="del mod">
          <ac:chgData name="Danielle Martin" userId="04f63225-1d27-46ab-9c7c-1c8b513bed32" providerId="ADAL" clId="{784C21A1-872A-42C9-AFB3-4FCC6E0715C0}" dt="2019-11-01T18:01:37.022" v="1013"/>
          <ac:spMkLst>
            <pc:docMk/>
            <pc:sldMk cId="2380556952" sldId="298"/>
            <ac:spMk id="3" creationId="{00000000-0000-0000-0000-000000000000}"/>
          </ac:spMkLst>
        </pc:spChg>
        <pc:picChg chg="add mod modCrop">
          <ac:chgData name="Danielle Martin" userId="04f63225-1d27-46ab-9c7c-1c8b513bed32" providerId="ADAL" clId="{784C21A1-872A-42C9-AFB3-4FCC6E0715C0}" dt="2019-11-01T18:01:58.737" v="1019" actId="1076"/>
          <ac:picMkLst>
            <pc:docMk/>
            <pc:sldMk cId="2380556952" sldId="298"/>
            <ac:picMk id="4" creationId="{698CBB7C-1647-44DA-981E-7D38887716A8}"/>
          </ac:picMkLst>
        </pc:picChg>
      </pc:sldChg>
      <pc:sldChg chg="modSp">
        <pc:chgData name="Danielle Martin" userId="04f63225-1d27-46ab-9c7c-1c8b513bed32" providerId="ADAL" clId="{784C21A1-872A-42C9-AFB3-4FCC6E0715C0}" dt="2019-10-24T15:16:10.273" v="945" actId="1076"/>
        <pc:sldMkLst>
          <pc:docMk/>
          <pc:sldMk cId="2468337771" sldId="299"/>
        </pc:sldMkLst>
        <pc:spChg chg="mod">
          <ac:chgData name="Danielle Martin" userId="04f63225-1d27-46ab-9c7c-1c8b513bed32" providerId="ADAL" clId="{784C21A1-872A-42C9-AFB3-4FCC6E0715C0}" dt="2019-10-24T15:16:10.273" v="945" actId="1076"/>
          <ac:spMkLst>
            <pc:docMk/>
            <pc:sldMk cId="2468337771" sldId="299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0-18T16:19:45.478" v="649" actId="5793"/>
        <pc:sldMkLst>
          <pc:docMk/>
          <pc:sldMk cId="404907745" sldId="308"/>
        </pc:sldMkLst>
        <pc:spChg chg="mod">
          <ac:chgData name="Danielle Martin" userId="04f63225-1d27-46ab-9c7c-1c8b513bed32" providerId="ADAL" clId="{784C21A1-872A-42C9-AFB3-4FCC6E0715C0}" dt="2019-10-18T16:10:49.981" v="22" actId="20577"/>
          <ac:spMkLst>
            <pc:docMk/>
            <pc:sldMk cId="404907745" sldId="308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0-18T16:19:45.478" v="649" actId="5793"/>
          <ac:spMkLst>
            <pc:docMk/>
            <pc:sldMk cId="404907745" sldId="308"/>
            <ac:spMk id="3" creationId="{00000000-0000-0000-0000-000000000000}"/>
          </ac:spMkLst>
        </pc:spChg>
      </pc:sldChg>
      <pc:sldChg chg="add del">
        <pc:chgData name="Danielle Martin" userId="04f63225-1d27-46ab-9c7c-1c8b513bed32" providerId="ADAL" clId="{784C21A1-872A-42C9-AFB3-4FCC6E0715C0}" dt="2019-10-18T16:10:39.522" v="2"/>
        <pc:sldMkLst>
          <pc:docMk/>
          <pc:sldMk cId="117483764" sldId="309"/>
        </pc:sldMkLst>
      </pc:sldChg>
      <pc:sldChg chg="modSp add">
        <pc:chgData name="Danielle Martin" userId="04f63225-1d27-46ab-9c7c-1c8b513bed32" providerId="ADAL" clId="{784C21A1-872A-42C9-AFB3-4FCC6E0715C0}" dt="2019-10-20T17:20:09.328" v="877" actId="113"/>
        <pc:sldMkLst>
          <pc:docMk/>
          <pc:sldMk cId="1055862491" sldId="309"/>
        </pc:sldMkLst>
        <pc:spChg chg="mod">
          <ac:chgData name="Danielle Martin" userId="04f63225-1d27-46ab-9c7c-1c8b513bed32" providerId="ADAL" clId="{784C21A1-872A-42C9-AFB3-4FCC6E0715C0}" dt="2019-10-20T17:20:09.328" v="877" actId="113"/>
          <ac:spMkLst>
            <pc:docMk/>
            <pc:sldMk cId="1055862491" sldId="309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1T23:57:27.939" v="1164" actId="20577"/>
        <pc:sldMkLst>
          <pc:docMk/>
          <pc:sldMk cId="2571508918" sldId="310"/>
        </pc:sldMkLst>
        <pc:spChg chg="mod">
          <ac:chgData name="Danielle Martin" userId="04f63225-1d27-46ab-9c7c-1c8b513bed32" providerId="ADAL" clId="{784C21A1-872A-42C9-AFB3-4FCC6E0715C0}" dt="2019-11-01T23:57:27.939" v="1164" actId="20577"/>
          <ac:spMkLst>
            <pc:docMk/>
            <pc:sldMk cId="2571508918" sldId="310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2:34.629" v="1424" actId="20577"/>
        <pc:sldMkLst>
          <pc:docMk/>
          <pc:sldMk cId="543745489" sldId="311"/>
        </pc:sldMkLst>
        <pc:spChg chg="mod">
          <ac:chgData name="Danielle Martin" userId="04f63225-1d27-46ab-9c7c-1c8b513bed32" providerId="ADAL" clId="{784C21A1-872A-42C9-AFB3-4FCC6E0715C0}" dt="2019-11-01T17:55:52.785" v="967" actId="5793"/>
          <ac:spMkLst>
            <pc:docMk/>
            <pc:sldMk cId="543745489" sldId="311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2T00:02:34.629" v="1424" actId="20577"/>
          <ac:spMkLst>
            <pc:docMk/>
            <pc:sldMk cId="543745489" sldId="311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4:38.764" v="1572" actId="313"/>
        <pc:sldMkLst>
          <pc:docMk/>
          <pc:sldMk cId="2484058205" sldId="312"/>
        </pc:sldMkLst>
        <pc:spChg chg="mod">
          <ac:chgData name="Danielle Martin" userId="04f63225-1d27-46ab-9c7c-1c8b513bed32" providerId="ADAL" clId="{784C21A1-872A-42C9-AFB3-4FCC6E0715C0}" dt="2019-11-02T00:04:38.764" v="1572" actId="313"/>
          <ac:spMkLst>
            <pc:docMk/>
            <pc:sldMk cId="2484058205" sldId="312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0:47.915" v="1384" actId="6549"/>
        <pc:sldMkLst>
          <pc:docMk/>
          <pc:sldMk cId="3359353191" sldId="313"/>
        </pc:sldMkLst>
        <pc:spChg chg="mod">
          <ac:chgData name="Danielle Martin" userId="04f63225-1d27-46ab-9c7c-1c8b513bed32" providerId="ADAL" clId="{784C21A1-872A-42C9-AFB3-4FCC6E0715C0}" dt="2019-11-01T23:58:13.375" v="1197" actId="20577"/>
          <ac:spMkLst>
            <pc:docMk/>
            <pc:sldMk cId="3359353191" sldId="313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2T00:00:47.915" v="1384" actId="6549"/>
          <ac:spMkLst>
            <pc:docMk/>
            <pc:sldMk cId="3359353191" sldId="313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4T02:11:25.780" v="1914" actId="113"/>
        <pc:sldMkLst>
          <pc:docMk/>
          <pc:sldMk cId="839178257" sldId="314"/>
        </pc:sldMkLst>
        <pc:spChg chg="mod">
          <ac:chgData name="Danielle Martin" userId="04f63225-1d27-46ab-9c7c-1c8b513bed32" providerId="ADAL" clId="{784C21A1-872A-42C9-AFB3-4FCC6E0715C0}" dt="2019-11-02T00:02:52.621" v="1446" actId="20577"/>
          <ac:spMkLst>
            <pc:docMk/>
            <pc:sldMk cId="839178257" sldId="314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4T02:11:25.780" v="1914" actId="113"/>
          <ac:spMkLst>
            <pc:docMk/>
            <pc:sldMk cId="839178257" sldId="314"/>
            <ac:spMk id="3" creationId="{00000000-0000-0000-0000-000000000000}"/>
          </ac:spMkLst>
        </pc:spChg>
      </pc:sldChg>
      <pc:sldChg chg="modSp add ord">
        <pc:chgData name="Danielle Martin" userId="04f63225-1d27-46ab-9c7c-1c8b513bed32" providerId="ADAL" clId="{784C21A1-872A-42C9-AFB3-4FCC6E0715C0}" dt="2019-11-20T15:49:16.211" v="2393" actId="20577"/>
        <pc:sldMkLst>
          <pc:docMk/>
          <pc:sldMk cId="3480800267" sldId="315"/>
        </pc:sldMkLst>
        <pc:spChg chg="mod">
          <ac:chgData name="Danielle Martin" userId="04f63225-1d27-46ab-9c7c-1c8b513bed32" providerId="ADAL" clId="{784C21A1-872A-42C9-AFB3-4FCC6E0715C0}" dt="2019-11-19T20:30:20.592" v="1960" actId="20577"/>
          <ac:spMkLst>
            <pc:docMk/>
            <pc:sldMk cId="3480800267" sldId="315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20T15:49:16.211" v="2393" actId="20577"/>
          <ac:spMkLst>
            <pc:docMk/>
            <pc:sldMk cId="3480800267" sldId="315"/>
            <ac:spMk id="3" creationId="{00000000-0000-0000-0000-000000000000}"/>
          </ac:spMkLst>
        </pc:spChg>
      </pc:sldChg>
      <pc:sldChg chg="add">
        <pc:chgData name="Danielle Martin" userId="04f63225-1d27-46ab-9c7c-1c8b513bed32" providerId="ADAL" clId="{784C21A1-872A-42C9-AFB3-4FCC6E0715C0}" dt="2019-11-22T15:49:32.043" v="2396"/>
        <pc:sldMkLst>
          <pc:docMk/>
          <pc:sldMk cId="957614778" sldId="316"/>
        </pc:sldMkLst>
      </pc:sldChg>
      <pc:sldChg chg="add del">
        <pc:chgData name="Danielle Martin" userId="04f63225-1d27-46ab-9c7c-1c8b513bed32" providerId="ADAL" clId="{784C21A1-872A-42C9-AFB3-4FCC6E0715C0}" dt="2019-11-22T15:49:26.272" v="2395"/>
        <pc:sldMkLst>
          <pc:docMk/>
          <pc:sldMk cId="3785806518" sldId="316"/>
        </pc:sldMkLst>
      </pc:sldChg>
      <pc:sldChg chg="modSp add">
        <pc:chgData name="Danielle Martin" userId="04f63225-1d27-46ab-9c7c-1c8b513bed32" providerId="ADAL" clId="{784C21A1-872A-42C9-AFB3-4FCC6E0715C0}" dt="2019-11-27T20:22:37.829" v="3011" actId="20577"/>
        <pc:sldMkLst>
          <pc:docMk/>
          <pc:sldMk cId="1520623683" sldId="317"/>
        </pc:sldMkLst>
        <pc:spChg chg="mod">
          <ac:chgData name="Danielle Martin" userId="04f63225-1d27-46ab-9c7c-1c8b513bed32" providerId="ADAL" clId="{784C21A1-872A-42C9-AFB3-4FCC6E0715C0}" dt="2019-11-27T20:22:37.829" v="3011" actId="20577"/>
          <ac:spMkLst>
            <pc:docMk/>
            <pc:sldMk cId="1520623683" sldId="317"/>
            <ac:spMk id="3" creationId="{00000000-0000-0000-0000-000000000000}"/>
          </ac:spMkLst>
        </pc:spChg>
      </pc:sldChg>
    </pc:docChg>
  </pc:docChgLst>
  <pc:docChgLst>
    <pc:chgData name="Danielle" userId="04f63225-1d27-46ab-9c7c-1c8b513bed32" providerId="ADAL" clId="{6464679C-C925-42C4-8FB5-A952FC9A1761}"/>
    <pc:docChg chg="custSel modSld sldOrd">
      <pc:chgData name="Danielle" userId="04f63225-1d27-46ab-9c7c-1c8b513bed32" providerId="ADAL" clId="{6464679C-C925-42C4-8FB5-A952FC9A1761}" dt="2020-10-15T15:18:46.242" v="113" actId="6549"/>
      <pc:docMkLst>
        <pc:docMk/>
      </pc:docMkLst>
      <pc:sldChg chg="ord">
        <pc:chgData name="Danielle" userId="04f63225-1d27-46ab-9c7c-1c8b513bed32" providerId="ADAL" clId="{6464679C-C925-42C4-8FB5-A952FC9A1761}" dt="2020-10-15T15:08:01.385" v="0"/>
        <pc:sldMkLst>
          <pc:docMk/>
          <pc:sldMk cId="628208286" sldId="260"/>
        </pc:sldMkLst>
      </pc:sldChg>
      <pc:sldChg chg="modSp">
        <pc:chgData name="Danielle" userId="04f63225-1d27-46ab-9c7c-1c8b513bed32" providerId="ADAL" clId="{6464679C-C925-42C4-8FB5-A952FC9A1761}" dt="2020-10-15T15:18:46.242" v="113" actId="6549"/>
        <pc:sldMkLst>
          <pc:docMk/>
          <pc:sldMk cId="1505840706" sldId="267"/>
        </pc:sldMkLst>
        <pc:spChg chg="mod">
          <ac:chgData name="Danielle" userId="04f63225-1d27-46ab-9c7c-1c8b513bed32" providerId="ADAL" clId="{6464679C-C925-42C4-8FB5-A952FC9A1761}" dt="2020-10-15T15:18:46.242" v="113" actId="6549"/>
          <ac:spMkLst>
            <pc:docMk/>
            <pc:sldMk cId="1505840706" sldId="267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6464679C-C925-42C4-8FB5-A952FC9A1761}" dt="2020-10-15T15:12:10.916" v="56" actId="20577"/>
        <pc:sldMkLst>
          <pc:docMk/>
          <pc:sldMk cId="2378171338" sldId="297"/>
        </pc:sldMkLst>
        <pc:spChg chg="mod">
          <ac:chgData name="Danielle" userId="04f63225-1d27-46ab-9c7c-1c8b513bed32" providerId="ADAL" clId="{6464679C-C925-42C4-8FB5-A952FC9A1761}" dt="2020-10-15T15:12:10.916" v="56" actId="20577"/>
          <ac:spMkLst>
            <pc:docMk/>
            <pc:sldMk cId="2378171338" sldId="297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CA96C98E-DA2B-4D46-B6D1-8C97A34A942C}"/>
    <pc:docChg chg="custSel modSld">
      <pc:chgData name="Danielle Martin" userId="04f63225-1d27-46ab-9c7c-1c8b513bed32" providerId="ADAL" clId="{CA96C98E-DA2B-4D46-B6D1-8C97A34A942C}" dt="2020-06-05T12:32:55.245" v="188" actId="27636"/>
      <pc:docMkLst>
        <pc:docMk/>
      </pc:docMkLst>
      <pc:sldChg chg="modSp">
        <pc:chgData name="Danielle Martin" userId="04f63225-1d27-46ab-9c7c-1c8b513bed32" providerId="ADAL" clId="{CA96C98E-DA2B-4D46-B6D1-8C97A34A942C}" dt="2020-06-05T12:32:55.245" v="188" actId="27636"/>
        <pc:sldMkLst>
          <pc:docMk/>
          <pc:sldMk cId="3765842492" sldId="296"/>
        </pc:sldMkLst>
        <pc:spChg chg="mod">
          <ac:chgData name="Danielle Martin" userId="04f63225-1d27-46ab-9c7c-1c8b513bed32" providerId="ADAL" clId="{CA96C98E-DA2B-4D46-B6D1-8C97A34A942C}" dt="2020-06-05T12:32:55.245" v="188" actId="27636"/>
          <ac:spMkLst>
            <pc:docMk/>
            <pc:sldMk cId="3765842492" sldId="296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3083253D-BF7E-4D77-80AA-7DAE3BADBB47}"/>
    <pc:docChg chg="modSld">
      <pc:chgData name="Danielle Martin" userId="04f63225-1d27-46ab-9c7c-1c8b513bed32" providerId="ADAL" clId="{3083253D-BF7E-4D77-80AA-7DAE3BADBB47}" dt="2020-06-05T15:22:52.740" v="4" actId="20577"/>
      <pc:docMkLst>
        <pc:docMk/>
      </pc:docMkLst>
      <pc:sldChg chg="modSp">
        <pc:chgData name="Danielle Martin" userId="04f63225-1d27-46ab-9c7c-1c8b513bed32" providerId="ADAL" clId="{3083253D-BF7E-4D77-80AA-7DAE3BADBB47}" dt="2020-06-05T15:22:52.740" v="4" actId="20577"/>
        <pc:sldMkLst>
          <pc:docMk/>
          <pc:sldMk cId="2553327719" sldId="268"/>
        </pc:sldMkLst>
        <pc:spChg chg="mod">
          <ac:chgData name="Danielle Martin" userId="04f63225-1d27-46ab-9c7c-1c8b513bed32" providerId="ADAL" clId="{3083253D-BF7E-4D77-80AA-7DAE3BADBB47}" dt="2020-06-05T15:22:52.740" v="4" actId="20577"/>
          <ac:spMkLst>
            <pc:docMk/>
            <pc:sldMk cId="2553327719" sldId="268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3083253D-BF7E-4D77-80AA-7DAE3BADBB47}" dt="2020-06-05T15:18:21.068" v="0" actId="20577"/>
        <pc:sldMkLst>
          <pc:docMk/>
          <pc:sldMk cId="3765842492" sldId="296"/>
        </pc:sldMkLst>
        <pc:spChg chg="mod">
          <ac:chgData name="Danielle Martin" userId="04f63225-1d27-46ab-9c7c-1c8b513bed32" providerId="ADAL" clId="{3083253D-BF7E-4D77-80AA-7DAE3BADBB47}" dt="2020-06-05T15:18:21.068" v="0" actId="20577"/>
          <ac:spMkLst>
            <pc:docMk/>
            <pc:sldMk cId="3765842492" sldId="296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0AE3F476-4D60-4C42-BA4B-5822FC3962B8}"/>
    <pc:docChg chg="undo redo custSel addSld modSld sldOrd">
      <pc:chgData name="Danielle Martin" userId="04f63225-1d27-46ab-9c7c-1c8b513bed32" providerId="ADAL" clId="{0AE3F476-4D60-4C42-BA4B-5822FC3962B8}" dt="2019-10-17T13:14:24.969" v="1700" actId="27636"/>
      <pc:docMkLst>
        <pc:docMk/>
      </pc:docMkLst>
      <pc:sldChg chg="modSp">
        <pc:chgData name="Danielle Martin" userId="04f63225-1d27-46ab-9c7c-1c8b513bed32" providerId="ADAL" clId="{0AE3F476-4D60-4C42-BA4B-5822FC3962B8}" dt="2019-10-17T13:13:53.917" v="1679" actId="20577"/>
        <pc:sldMkLst>
          <pc:docMk/>
          <pc:sldMk cId="1756117661" sldId="259"/>
        </pc:sldMkLst>
        <pc:spChg chg="mod">
          <ac:chgData name="Danielle Martin" userId="04f63225-1d27-46ab-9c7c-1c8b513bed32" providerId="ADAL" clId="{0AE3F476-4D60-4C42-BA4B-5822FC3962B8}" dt="2019-10-17T13:13:53.917" v="1679" actId="20577"/>
          <ac:spMkLst>
            <pc:docMk/>
            <pc:sldMk cId="1756117661" sldId="259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1:43.358" v="29" actId="14100"/>
        <pc:sldMkLst>
          <pc:docMk/>
          <pc:sldMk cId="628208286" sldId="260"/>
        </pc:sldMkLst>
        <pc:spChg chg="mod">
          <ac:chgData name="Danielle Martin" userId="04f63225-1d27-46ab-9c7c-1c8b513bed32" providerId="ADAL" clId="{0AE3F476-4D60-4C42-BA4B-5822FC3962B8}" dt="2019-10-17T05:01:43.358" v="29" actId="14100"/>
          <ac:spMkLst>
            <pc:docMk/>
            <pc:sldMk cId="628208286" sldId="260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5:49.386" v="185" actId="14100"/>
        <pc:sldMkLst>
          <pc:docMk/>
          <pc:sldMk cId="2553327719" sldId="268"/>
        </pc:sldMkLst>
        <pc:spChg chg="mod">
          <ac:chgData name="Danielle Martin" userId="04f63225-1d27-46ab-9c7c-1c8b513bed32" providerId="ADAL" clId="{0AE3F476-4D60-4C42-BA4B-5822FC3962B8}" dt="2019-10-17T05:05:49.386" v="185" actId="14100"/>
          <ac:spMkLst>
            <pc:docMk/>
            <pc:sldMk cId="2553327719" sldId="268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2:58.214" v="164" actId="20577"/>
        <pc:sldMkLst>
          <pc:docMk/>
          <pc:sldMk cId="1867741448" sldId="273"/>
        </pc:sldMkLst>
        <pc:spChg chg="mod">
          <ac:chgData name="Danielle Martin" userId="04f63225-1d27-46ab-9c7c-1c8b513bed32" providerId="ADAL" clId="{0AE3F476-4D60-4C42-BA4B-5822FC3962B8}" dt="2019-10-17T05:02:58.214" v="164" actId="20577"/>
          <ac:spMkLst>
            <pc:docMk/>
            <pc:sldMk cId="1867741448" sldId="273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0AE3F476-4D60-4C42-BA4B-5822FC3962B8}" dt="2019-10-17T05:04:47.092" v="179" actId="20577"/>
        <pc:sldMkLst>
          <pc:docMk/>
          <pc:sldMk cId="1692586781" sldId="294"/>
        </pc:sldMkLst>
        <pc:spChg chg="mod">
          <ac:chgData name="Danielle Martin" userId="04f63225-1d27-46ab-9c7c-1c8b513bed32" providerId="ADAL" clId="{0AE3F476-4D60-4C42-BA4B-5822FC3962B8}" dt="2019-10-17T05:04:47.092" v="179" actId="20577"/>
          <ac:spMkLst>
            <pc:docMk/>
            <pc:sldMk cId="1692586781" sldId="294"/>
            <ac:spMk id="2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13:13:05.285" v="1655" actId="20577"/>
        <pc:sldMkLst>
          <pc:docMk/>
          <pc:sldMk cId="2380556952" sldId="298"/>
        </pc:sldMkLst>
        <pc:spChg chg="mod">
          <ac:chgData name="Danielle Martin" userId="04f63225-1d27-46ab-9c7c-1c8b513bed32" providerId="ADAL" clId="{0AE3F476-4D60-4C42-BA4B-5822FC3962B8}" dt="2019-10-17T13:12:35.878" v="1639" actId="1076"/>
          <ac:spMkLst>
            <pc:docMk/>
            <pc:sldMk cId="2380556952" sldId="298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3:13:05.285" v="1655" actId="20577"/>
          <ac:spMkLst>
            <pc:docMk/>
            <pc:sldMk cId="2380556952" sldId="298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0AE3F476-4D60-4C42-BA4B-5822FC3962B8}" dt="2019-10-17T12:33:26.183" v="1167" actId="1076"/>
        <pc:sldMkLst>
          <pc:docMk/>
          <pc:sldMk cId="3603285254" sldId="307"/>
        </pc:sldMkLst>
        <pc:spChg chg="mod">
          <ac:chgData name="Danielle Martin" userId="04f63225-1d27-46ab-9c7c-1c8b513bed32" providerId="ADAL" clId="{0AE3F476-4D60-4C42-BA4B-5822FC3962B8}" dt="2019-10-17T05:07:03.341" v="210" actId="20577"/>
          <ac:spMkLst>
            <pc:docMk/>
            <pc:sldMk cId="3603285254" sldId="307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2:33:26.183" v="1167" actId="1076"/>
          <ac:spMkLst>
            <pc:docMk/>
            <pc:sldMk cId="3603285254" sldId="307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0AE3F476-4D60-4C42-BA4B-5822FC3962B8}" dt="2019-10-17T13:14:24.969" v="1700" actId="27636"/>
        <pc:sldMkLst>
          <pc:docMk/>
          <pc:sldMk cId="404907745" sldId="308"/>
        </pc:sldMkLst>
        <pc:spChg chg="mod">
          <ac:chgData name="Danielle Martin" userId="04f63225-1d27-46ab-9c7c-1c8b513bed32" providerId="ADAL" clId="{0AE3F476-4D60-4C42-BA4B-5822FC3962B8}" dt="2019-10-17T13:14:20.533" v="1698" actId="20577"/>
          <ac:spMkLst>
            <pc:docMk/>
            <pc:sldMk cId="404907745" sldId="308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3:14:24.969" v="1700" actId="27636"/>
          <ac:spMkLst>
            <pc:docMk/>
            <pc:sldMk cId="404907745" sldId="308"/>
            <ac:spMk id="3" creationId="{00000000-0000-0000-0000-000000000000}"/>
          </ac:spMkLst>
        </pc:spChg>
      </pc:sldChg>
    </pc:docChg>
  </pc:docChgLst>
  <pc:docChgLst>
    <pc:chgData name="Danielle" userId="04f63225-1d27-46ab-9c7c-1c8b513bed32" providerId="ADAL" clId="{985F85AC-2927-42BA-B5E6-75959BE114BB}"/>
    <pc:docChg chg="modSld">
      <pc:chgData name="Danielle" userId="04f63225-1d27-46ab-9c7c-1c8b513bed32" providerId="ADAL" clId="{985F85AC-2927-42BA-B5E6-75959BE114BB}" dt="2021-02-19T21:08:59.409" v="82" actId="20577"/>
      <pc:docMkLst>
        <pc:docMk/>
      </pc:docMkLst>
      <pc:sldChg chg="modSp mod">
        <pc:chgData name="Danielle" userId="04f63225-1d27-46ab-9c7c-1c8b513bed32" providerId="ADAL" clId="{985F85AC-2927-42BA-B5E6-75959BE114BB}" dt="2021-02-19T03:17:24.472" v="72" actId="20577"/>
        <pc:sldMkLst>
          <pc:docMk/>
          <pc:sldMk cId="1756117661" sldId="259"/>
        </pc:sldMkLst>
        <pc:spChg chg="mod">
          <ac:chgData name="Danielle" userId="04f63225-1d27-46ab-9c7c-1c8b513bed32" providerId="ADAL" clId="{985F85AC-2927-42BA-B5E6-75959BE114BB}" dt="2021-02-19T03:17:24.472" v="72" actId="20577"/>
          <ac:spMkLst>
            <pc:docMk/>
            <pc:sldMk cId="1756117661" sldId="259"/>
            <ac:spMk id="3" creationId="{00000000-0000-0000-0000-000000000000}"/>
          </ac:spMkLst>
        </pc:spChg>
      </pc:sldChg>
      <pc:sldChg chg="modSp mod">
        <pc:chgData name="Danielle" userId="04f63225-1d27-46ab-9c7c-1c8b513bed32" providerId="ADAL" clId="{985F85AC-2927-42BA-B5E6-75959BE114BB}" dt="2021-02-19T03:15:38.030" v="19" actId="20577"/>
        <pc:sldMkLst>
          <pc:docMk/>
          <pc:sldMk cId="36853573" sldId="265"/>
        </pc:sldMkLst>
        <pc:spChg chg="mod">
          <ac:chgData name="Danielle" userId="04f63225-1d27-46ab-9c7c-1c8b513bed32" providerId="ADAL" clId="{985F85AC-2927-42BA-B5E6-75959BE114BB}" dt="2021-02-19T03:15:38.030" v="19" actId="20577"/>
          <ac:spMkLst>
            <pc:docMk/>
            <pc:sldMk cId="36853573" sldId="265"/>
            <ac:spMk id="3" creationId="{00000000-0000-0000-0000-000000000000}"/>
          </ac:spMkLst>
        </pc:spChg>
      </pc:sldChg>
      <pc:sldChg chg="modSp mod">
        <pc:chgData name="Danielle" userId="04f63225-1d27-46ab-9c7c-1c8b513bed32" providerId="ADAL" clId="{985F85AC-2927-42BA-B5E6-75959BE114BB}" dt="2021-02-19T03:16:30.142" v="43" actId="20577"/>
        <pc:sldMkLst>
          <pc:docMk/>
          <pc:sldMk cId="15513227" sldId="270"/>
        </pc:sldMkLst>
        <pc:spChg chg="mod">
          <ac:chgData name="Danielle" userId="04f63225-1d27-46ab-9c7c-1c8b513bed32" providerId="ADAL" clId="{985F85AC-2927-42BA-B5E6-75959BE114BB}" dt="2021-02-19T03:16:30.142" v="43" actId="20577"/>
          <ac:spMkLst>
            <pc:docMk/>
            <pc:sldMk cId="15513227" sldId="270"/>
            <ac:spMk id="3" creationId="{00000000-0000-0000-0000-000000000000}"/>
          </ac:spMkLst>
        </pc:spChg>
      </pc:sldChg>
      <pc:sldChg chg="modSp mod">
        <pc:chgData name="Danielle" userId="04f63225-1d27-46ab-9c7c-1c8b513bed32" providerId="ADAL" clId="{985F85AC-2927-42BA-B5E6-75959BE114BB}" dt="2021-02-19T21:08:59.409" v="82" actId="20577"/>
        <pc:sldMkLst>
          <pc:docMk/>
          <pc:sldMk cId="3392060563" sldId="279"/>
        </pc:sldMkLst>
        <pc:spChg chg="mod">
          <ac:chgData name="Danielle" userId="04f63225-1d27-46ab-9c7c-1c8b513bed32" providerId="ADAL" clId="{985F85AC-2927-42BA-B5E6-75959BE114BB}" dt="2021-02-19T21:08:59.409" v="82" actId="20577"/>
          <ac:spMkLst>
            <pc:docMk/>
            <pc:sldMk cId="3392060563" sldId="279"/>
            <ac:spMk id="3" creationId="{00000000-0000-0000-0000-000000000000}"/>
          </ac:spMkLst>
        </pc:spChg>
      </pc:sldChg>
    </pc:docChg>
  </pc:docChgLst>
  <pc:docChgLst>
    <pc:chgData name="Danielle" userId="04f63225-1d27-46ab-9c7c-1c8b513bed32" providerId="ADAL" clId="{BFFB0F6D-3519-4031-AC08-D7B70782A8A1}"/>
    <pc:docChg chg="custSel modSld sldOrd">
      <pc:chgData name="Danielle" userId="04f63225-1d27-46ab-9c7c-1c8b513bed32" providerId="ADAL" clId="{BFFB0F6D-3519-4031-AC08-D7B70782A8A1}" dt="2020-11-12T17:34:14.171" v="2" actId="27636"/>
      <pc:docMkLst>
        <pc:docMk/>
      </pc:docMkLst>
      <pc:sldChg chg="modSp">
        <pc:chgData name="Danielle" userId="04f63225-1d27-46ab-9c7c-1c8b513bed32" providerId="ADAL" clId="{BFFB0F6D-3519-4031-AC08-D7B70782A8A1}" dt="2020-11-12T17:34:14.171" v="2" actId="27636"/>
        <pc:sldMkLst>
          <pc:docMk/>
          <pc:sldMk cId="2195691085" sldId="282"/>
        </pc:sldMkLst>
        <pc:spChg chg="mod">
          <ac:chgData name="Danielle" userId="04f63225-1d27-46ab-9c7c-1c8b513bed32" providerId="ADAL" clId="{BFFB0F6D-3519-4031-AC08-D7B70782A8A1}" dt="2020-11-12T17:34:14.171" v="2" actId="27636"/>
          <ac:spMkLst>
            <pc:docMk/>
            <pc:sldMk cId="2195691085" sldId="282"/>
            <ac:spMk id="3" creationId="{00000000-0000-0000-0000-000000000000}"/>
          </ac:spMkLst>
        </pc:spChg>
      </pc:sldChg>
      <pc:sldChg chg="ord">
        <pc:chgData name="Danielle" userId="04f63225-1d27-46ab-9c7c-1c8b513bed32" providerId="ADAL" clId="{BFFB0F6D-3519-4031-AC08-D7B70782A8A1}" dt="2020-11-12T17:33:19.420" v="0"/>
        <pc:sldMkLst>
          <pc:docMk/>
          <pc:sldMk cId="1520623683" sldId="317"/>
        </pc:sldMkLst>
      </pc:sldChg>
    </pc:docChg>
  </pc:docChgLst>
  <pc:docChgLst>
    <pc:chgData name="Danielle" userId="04f63225-1d27-46ab-9c7c-1c8b513bed32" providerId="ADAL" clId="{086998E3-3A67-4071-BD80-535A067500CD}"/>
    <pc:docChg chg="modSld">
      <pc:chgData name="Danielle" userId="04f63225-1d27-46ab-9c7c-1c8b513bed32" providerId="ADAL" clId="{086998E3-3A67-4071-BD80-535A067500CD}" dt="2020-12-21T20:48:58.957" v="2" actId="20577"/>
      <pc:docMkLst>
        <pc:docMk/>
      </pc:docMkLst>
      <pc:sldChg chg="modSp mod">
        <pc:chgData name="Danielle" userId="04f63225-1d27-46ab-9c7c-1c8b513bed32" providerId="ADAL" clId="{086998E3-3A67-4071-BD80-535A067500CD}" dt="2020-12-21T20:48:58.957" v="2" actId="20577"/>
        <pc:sldMkLst>
          <pc:docMk/>
          <pc:sldMk cId="1964203576" sldId="280"/>
        </pc:sldMkLst>
        <pc:spChg chg="mod">
          <ac:chgData name="Danielle" userId="04f63225-1d27-46ab-9c7c-1c8b513bed32" providerId="ADAL" clId="{086998E3-3A67-4071-BD80-535A067500CD}" dt="2020-12-21T20:48:58.957" v="2" actId="20577"/>
          <ac:spMkLst>
            <pc:docMk/>
            <pc:sldMk cId="1964203576" sldId="280"/>
            <ac:spMk id="3" creationId="{00000000-0000-0000-0000-000000000000}"/>
          </ac:spMkLst>
        </pc:spChg>
      </pc:sldChg>
    </pc:docChg>
  </pc:docChgLst>
  <pc:docChgLst>
    <pc:chgData name="Danielle" userId="04f63225-1d27-46ab-9c7c-1c8b513bed32" providerId="ADAL" clId="{BE798117-B1BC-464C-A7E1-C9678D3BAD99}"/>
    <pc:docChg chg="custSel modSld sldOrd">
      <pc:chgData name="Danielle" userId="04f63225-1d27-46ab-9c7c-1c8b513bed32" providerId="ADAL" clId="{BE798117-B1BC-464C-A7E1-C9678D3BAD99}" dt="2021-06-21T16:32:08.822" v="3" actId="478"/>
      <pc:docMkLst>
        <pc:docMk/>
      </pc:docMkLst>
      <pc:sldChg chg="addSp delSp modSp mod ord">
        <pc:chgData name="Danielle" userId="04f63225-1d27-46ab-9c7c-1c8b513bed32" providerId="ADAL" clId="{BE798117-B1BC-464C-A7E1-C9678D3BAD99}" dt="2021-06-21T16:32:08.822" v="3" actId="478"/>
        <pc:sldMkLst>
          <pc:docMk/>
          <pc:sldMk cId="2553327719" sldId="268"/>
        </pc:sldMkLst>
        <pc:graphicFrameChg chg="add del modGraphic">
          <ac:chgData name="Danielle" userId="04f63225-1d27-46ab-9c7c-1c8b513bed32" providerId="ADAL" clId="{BE798117-B1BC-464C-A7E1-C9678D3BAD99}" dt="2021-06-21T16:32:08.822" v="3" actId="478"/>
          <ac:graphicFrameMkLst>
            <pc:docMk/>
            <pc:sldMk cId="2553327719" sldId="268"/>
            <ac:graphicFrameMk id="5" creationId="{DDF1476A-9683-4CC8-A0DE-773AFC96A0E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55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r="2859" b="2365"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l="-216" t="10376" b="37974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ile-Block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t="1" r="2859" b="42638"/>
          <a:stretch/>
        </p:blipFill>
        <p:spPr>
          <a:xfrm>
            <a:off x="0" y="5731732"/>
            <a:ext cx="9144000" cy="112626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Content (TradeGothic)</a:t>
            </a:r>
          </a:p>
          <a:p>
            <a:pPr lvl="0"/>
            <a:endParaRPr lang="x-none" dirty="0"/>
          </a:p>
          <a:p>
            <a:pPr lvl="0"/>
            <a:r>
              <a:rPr lang="x-none" dirty="0"/>
              <a:t>Content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pic>
        <p:nvPicPr>
          <p:cNvPr id="9" name="Picture 8" descr="Partners-Logo_White_transparent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79131"/>
            <a:ext cx="2803280" cy="513001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3981326" y="6415008"/>
            <a:ext cx="5265763" cy="314795"/>
            <a:chOff x="3981326" y="6415008"/>
            <a:chExt cx="5265763" cy="314795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3981326" y="6422800"/>
              <a:ext cx="5265763" cy="276999"/>
              <a:chOff x="3981326" y="6422800"/>
              <a:chExt cx="5265763" cy="27699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3981326" y="6422800"/>
                <a:ext cx="526576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rPr>
                  <a:t>www.partners.net   |       @PartnersAmerica   |     \PartnersAmericas</a:t>
                </a:r>
              </a:p>
            </p:txBody>
          </p:sp>
          <p:pic>
            <p:nvPicPr>
              <p:cNvPr id="16" name="Picture 15" descr="facebook-icon -white-transparent-background.png"/>
              <p:cNvPicPr>
                <a:picLocks noChangeAspect="1"/>
              </p:cNvPicPr>
              <p:nvPr/>
            </p:nvPicPr>
            <p:blipFill>
              <a:blip r:embed="rId15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7739" y="6446173"/>
                <a:ext cx="221009" cy="221009"/>
              </a:xfrm>
              <a:prstGeom prst="rect">
                <a:avLst/>
              </a:prstGeom>
            </p:spPr>
          </p:pic>
        </p:grpSp>
        <p:pic>
          <p:nvPicPr>
            <p:cNvPr id="17" name="Picture 16" descr="twitter-bird-white-transparent-background.png"/>
            <p:cNvPicPr>
              <a:picLocks noChangeAspect="1"/>
            </p:cNvPicPr>
            <p:nvPr userDrawn="1"/>
          </p:nvPicPr>
          <p:blipFill>
            <a:blip r:embed="rId16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6678" y="6415008"/>
              <a:ext cx="314795" cy="314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ualcomplianc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693987"/>
            <a:ext cx="7772400" cy="1470025"/>
          </a:xfrm>
        </p:spPr>
        <p:txBody>
          <a:bodyPr/>
          <a:lstStyle/>
          <a:p>
            <a:r>
              <a:rPr lang="en-US" dirty="0"/>
              <a:t>Subaward Contract Mechanisms and Reporting</a:t>
            </a:r>
          </a:p>
        </p:txBody>
      </p:sp>
    </p:spTree>
    <p:extLst>
      <p:ext uri="{BB962C8B-B14F-4D97-AF65-F5344CB8AC3E}">
        <p14:creationId xmlns:p14="http://schemas.microsoft.com/office/powerpoint/2010/main" val="246275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dirty="0"/>
              <a:t>Purpose to assist Partners personnel in the preparation and administration of sub-recipient agreements issued under awards, and define proper roles and responsibilities for monitoring sub-recipients</a:t>
            </a:r>
          </a:p>
          <a:p>
            <a:pPr marL="0" indent="0">
              <a:buNone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Applicable to Sub-recipient agreements over $100,000 USD</a:t>
            </a:r>
          </a:p>
          <a:p>
            <a:pPr marL="0" indent="0">
              <a:buNone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Must be done prior to signing of the agreement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The risk assessment must be re-verified annually thereafter</a:t>
            </a:r>
          </a:p>
        </p:txBody>
      </p:sp>
    </p:spTree>
    <p:extLst>
      <p:ext uri="{BB962C8B-B14F-4D97-AF65-F5344CB8AC3E}">
        <p14:creationId xmlns:p14="http://schemas.microsoft.com/office/powerpoint/2010/main" val="95761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575508"/>
            <a:ext cx="8690578" cy="4176215"/>
          </a:xfrm>
        </p:spPr>
        <p:txBody>
          <a:bodyPr>
            <a:normAutofit fontScale="85000" lnSpcReduction="2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Process: </a:t>
            </a:r>
          </a:p>
          <a:p>
            <a:pPr marL="285750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Properly identify, prior to an agreement, whether a potential vendor will be treated as a sub-recipient or a contractor;</a:t>
            </a:r>
          </a:p>
          <a:p>
            <a:pPr marL="285750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Evaluate sub-awardee risk of noncompliance for the purpose of determining the appropriate level of monitoring;</a:t>
            </a:r>
          </a:p>
          <a:p>
            <a:pPr marL="285750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Develop a sub-recipient monitoring plan and execute ongoing monitoring activities to ensure that  sub- recipients are meeting all programmatic and financial requirement; and</a:t>
            </a:r>
          </a:p>
          <a:p>
            <a:pPr marL="285750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Develop enforcement actions for sub-recipients who have been identified, through monitoring activities, to be non-compliant.</a:t>
            </a:r>
          </a:p>
          <a:p>
            <a:pPr marL="685800" lvl="1">
              <a:buFont typeface="Wingdings" pitchFamily="2" charset="2"/>
              <a:buChar char="Ø"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46833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Compliance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 fontScale="92500" lnSpcReduction="2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dirty="0"/>
              <a:t>To comply with the requirements of suspension and debarment, Partners uses Visual Compliance. 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The platform checks multiple databases for restrictions on individual or entities</a:t>
            </a:r>
          </a:p>
          <a:p>
            <a:pPr marL="285750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A suspension and debarment check must be </a:t>
            </a:r>
            <a:r>
              <a:rPr lang="en-US" sz="2300" b="1" dirty="0"/>
              <a:t>completed, and documentation retained </a:t>
            </a:r>
            <a:r>
              <a:rPr lang="en-US" sz="2300" b="1" u="sng" dirty="0"/>
              <a:t>prior</a:t>
            </a:r>
            <a:r>
              <a:rPr lang="en-US" sz="2300" b="1" dirty="0"/>
              <a:t> </a:t>
            </a:r>
            <a:r>
              <a:rPr lang="en-US" sz="2300" dirty="0"/>
              <a:t>to contracting any individual or entity</a:t>
            </a:r>
          </a:p>
          <a:p>
            <a:pPr marL="0" indent="0">
              <a:buNone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Below is the login information for Visual Compliance:</a:t>
            </a:r>
          </a:p>
          <a:p>
            <a:pPr marL="285750">
              <a:buFont typeface="Wingdings" pitchFamily="2" charset="2"/>
              <a:buChar char="Ø"/>
            </a:pPr>
            <a:endParaRPr lang="en-US" sz="2300" dirty="0"/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Website: </a:t>
            </a:r>
            <a:r>
              <a:rPr lang="en-US" sz="2300" dirty="0">
                <a:hlinkClick r:id="rId2"/>
              </a:rPr>
              <a:t>https://www.visualcompliance.com/</a:t>
            </a:r>
            <a:endParaRPr lang="en-US" sz="2300" dirty="0"/>
          </a:p>
          <a:p>
            <a:pPr marL="1085850" lvl="2">
              <a:buFont typeface="Wingdings" pitchFamily="2" charset="2"/>
              <a:buChar char="Ø"/>
            </a:pPr>
            <a:r>
              <a:rPr lang="en-US" sz="2300" dirty="0"/>
              <a:t>Username: dmartin@partners.net</a:t>
            </a:r>
          </a:p>
          <a:p>
            <a:pPr marL="1085850" lvl="2">
              <a:buFont typeface="Wingdings" pitchFamily="2" charset="2"/>
              <a:buChar char="Ø"/>
            </a:pPr>
            <a:r>
              <a:rPr lang="en-US" sz="2300" dirty="0"/>
              <a:t>Password: Partners1964!</a:t>
            </a:r>
          </a:p>
        </p:txBody>
      </p:sp>
    </p:spTree>
    <p:extLst>
      <p:ext uri="{BB962C8B-B14F-4D97-AF65-F5344CB8AC3E}">
        <p14:creationId xmlns:p14="http://schemas.microsoft.com/office/powerpoint/2010/main" val="1520623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Subaward Mechanisms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 fontScale="70000" lnSpcReduction="2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Standard Grant Agreement (SGA) (Cost reimbursement)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Used when the work is general and few, if any, deliverables are anticipated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Monitor performance and cost during the life of the project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Each invoice must be analyzed for reasonableness and for determining whether adequate work is being completed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May be eligible for advances</a:t>
            </a:r>
          </a:p>
          <a:p>
            <a:pPr marL="685800" lvl="1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Fixed Amount Awards 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May be used when specific, well‐defined deliverables are listed in the statement of work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Restricted to $250,000 USD or less and cannot exceed a duration longer than three years 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Price analysis occurs at the proposal stage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Invoices are paid only when deliverables are received and approved</a:t>
            </a:r>
          </a:p>
          <a:p>
            <a:pPr marL="685800" lvl="1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In-kind grants 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Useful when the subrecipients experience capacity and/or experience is limited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Pass-through entity procures goods and services on behalf of the subrecipient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Subrecipient then utilizes the goods and services to implement</a:t>
            </a:r>
          </a:p>
        </p:txBody>
      </p:sp>
    </p:spTree>
    <p:extLst>
      <p:ext uri="{BB962C8B-B14F-4D97-AF65-F5344CB8AC3E}">
        <p14:creationId xmlns:p14="http://schemas.microsoft.com/office/powerpoint/2010/main" val="346243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 &amp; Reconciliation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 lnSpcReduction="1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dirty="0"/>
              <a:t>Subrecipient eligibility for program advances: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300" dirty="0"/>
              <a:t>Maintain financial managements systems that meet the standards for both fund accountability and control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300" dirty="0"/>
              <a:t>Maintain written procedures that minimize the time elapsing between the transfer of funds and their disbursement 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300" dirty="0"/>
              <a:t>Submit requests for advances and reimbursements monthly.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300" dirty="0"/>
              <a:t>Limit advances to the minimum amounts needed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300" dirty="0"/>
              <a:t>Limit the time and amount of cash advances to be as close as administratively feasible to the actual disbursements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300" dirty="0"/>
              <a:t>Meet the requirements of the ADS636 Program Funded Advances (as applicable).</a:t>
            </a:r>
          </a:p>
        </p:txBody>
      </p:sp>
    </p:spTree>
    <p:extLst>
      <p:ext uri="{BB962C8B-B14F-4D97-AF65-F5344CB8AC3E}">
        <p14:creationId xmlns:p14="http://schemas.microsoft.com/office/powerpoint/2010/main" val="231051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SGA Cost Reimbursable 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 fontScale="92500" lnSpcReduction="2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Why might POA staff issue one?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Scope of work cannot be sufficiently detailed to create specific milestones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Cost analysis at proposal stage is easier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More control over spending – can monitor by budget line item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Effective way to provide initial funds (may provide advances)</a:t>
            </a:r>
          </a:p>
          <a:p>
            <a:pPr marL="400050" lvl="1" indent="0">
              <a:buNone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Why might POA staff issue not one?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More time consuming to program team to ensure continued performance and award compliance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Increased reconciliation and financial reporting required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If Subrecipient runs out of money, they are not required to continue working, however, could have other implications</a:t>
            </a:r>
          </a:p>
        </p:txBody>
      </p:sp>
    </p:spTree>
    <p:extLst>
      <p:ext uri="{BB962C8B-B14F-4D97-AF65-F5344CB8AC3E}">
        <p14:creationId xmlns:p14="http://schemas.microsoft.com/office/powerpoint/2010/main" val="306274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 Amount Award 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 fontScale="85000" lnSpcReduction="2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Why might POA staff issue one?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Subrecipient has freedom to re-budget within funding ceiling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Limited financial reporting ‐ less administrative burden, no reconciliations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Risk is on Subrecipient to provide all work within established price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Payments tied to deliverables provide incentive to complete work</a:t>
            </a:r>
            <a:br>
              <a:rPr lang="en-US" sz="2300" dirty="0"/>
            </a:b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Why might POA staff not issue one?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Comprehensive price analysis needs to be done upfront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Scope of work and deliverables/milestone schedule must be specific and detailed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Modifications on price cannot occur unless there is a corresponding increase in scope of work tasks/deliverables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Subrecipient must perform work for a fixed price – if they run out of money, they may lose incentive to complete performance</a:t>
            </a:r>
          </a:p>
        </p:txBody>
      </p:sp>
    </p:spTree>
    <p:extLst>
      <p:ext uri="{BB962C8B-B14F-4D97-AF65-F5344CB8AC3E}">
        <p14:creationId xmlns:p14="http://schemas.microsoft.com/office/powerpoint/2010/main" val="3874493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In-Kind Grants 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 lnSpcReduction="1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Why might POA staff issue one?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Subrecipient has limited capacity and/or no experience to properly procure goods or services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Safer option for high risk subrecipients as the pass-through entity will ensure compliance with procurement regulations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More control over spending</a:t>
            </a:r>
          </a:p>
          <a:p>
            <a:pPr marL="400050" lvl="1" indent="0">
              <a:buNone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Why might POA staff issue not one?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Higher administrative burden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Subrecipient has sufficient capacity and experience to properly procure goods and services</a:t>
            </a:r>
          </a:p>
        </p:txBody>
      </p:sp>
    </p:spTree>
    <p:extLst>
      <p:ext uri="{BB962C8B-B14F-4D97-AF65-F5344CB8AC3E}">
        <p14:creationId xmlns:p14="http://schemas.microsoft.com/office/powerpoint/2010/main" val="163958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Obligations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dirty="0"/>
              <a:t>Obligations are the total amount of funding the pass-through entity has committed to spend on the grant to date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May be only a portion of the total award and the maximum amount currently available for implementation </a:t>
            </a:r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Total award amount is the anticipated amount to be spend on the grant by the pass-through entity</a:t>
            </a:r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Incremental funding will be allocated if and when additional funding becomes available</a:t>
            </a:r>
          </a:p>
          <a:p>
            <a:pPr marL="285750">
              <a:buFont typeface="Wingdings" pitchFamily="2" charset="2"/>
              <a:buChar char="Ø"/>
            </a:pPr>
            <a:r>
              <a:rPr lang="en-US" sz="2300" dirty="0"/>
              <a:t>If the subrecipient’s expenditures exceed the obligated amount, the pass-through entity may not reimburse the excess amount</a:t>
            </a:r>
          </a:p>
        </p:txBody>
      </p:sp>
    </p:spTree>
    <p:extLst>
      <p:ext uri="{BB962C8B-B14F-4D97-AF65-F5344CB8AC3E}">
        <p14:creationId xmlns:p14="http://schemas.microsoft.com/office/powerpoint/2010/main" val="3007640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Reporting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8"/>
            <a:ext cx="8690578" cy="4251278"/>
          </a:xfrm>
        </p:spPr>
        <p:txBody>
          <a:bodyPr>
            <a:normAutofit fontScale="92500" lnSpcReduction="10000"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Cost Reimbursable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Narrative and/or other programmatic reports as required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Detailed financial reports, receipts, and certifications</a:t>
            </a:r>
          </a:p>
          <a:p>
            <a:pPr marL="685800" lvl="1">
              <a:buFont typeface="Wingdings" pitchFamily="2" charset="2"/>
              <a:buChar char="Ø"/>
            </a:pPr>
            <a:endParaRPr lang="en-US" sz="2300" b="1" dirty="0"/>
          </a:p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Fixed Amount Awards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Completion of deliverables or milestones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Invoice for completion of deliverables or milestones</a:t>
            </a:r>
          </a:p>
          <a:p>
            <a:pPr marL="685800" lvl="1">
              <a:buFont typeface="Wingdings" pitchFamily="2" charset="2"/>
              <a:buChar char="Ø"/>
            </a:pPr>
            <a:endParaRPr lang="en-US" sz="2300" dirty="0"/>
          </a:p>
          <a:p>
            <a:pPr marL="285750">
              <a:buFont typeface="Wingdings" pitchFamily="2" charset="2"/>
              <a:buChar char="Ø"/>
            </a:pPr>
            <a:r>
              <a:rPr lang="en-US" sz="2300" b="1" dirty="0"/>
              <a:t>In-Kind Grants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Narrative and/or other programmatic reports as required </a:t>
            </a:r>
          </a:p>
          <a:p>
            <a:pPr marL="685800" lvl="1">
              <a:buFont typeface="Wingdings" pitchFamily="2" charset="2"/>
              <a:buChar char="Ø"/>
            </a:pPr>
            <a:r>
              <a:rPr lang="en-US" sz="2300" dirty="0"/>
              <a:t>No financial reporting required</a:t>
            </a:r>
          </a:p>
          <a:p>
            <a:pPr marL="685800" lvl="1">
              <a:buFont typeface="Wingdings" pitchFamily="2" charset="2"/>
              <a:buChar char="Ø"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822419305"/>
      </p:ext>
    </p:extLst>
  </p:cSld>
  <p:clrMapOvr>
    <a:masterClrMapping/>
  </p:clrMapOvr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53691C-0102-46CD-A76E-0CE3C582CD6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7275658-558C-4B58-BEE7-0839247881E8}"/>
</file>

<file path=customXml/itemProps3.xml><?xml version="1.0" encoding="utf-8"?>
<ds:datastoreItem xmlns:ds="http://schemas.openxmlformats.org/officeDocument/2006/customXml" ds:itemID="{FF1CF4ED-F990-4F91-B722-ABF0A3FCC9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27384</TotalTime>
  <Words>879</Words>
  <Application>Microsoft Office PowerPoint</Application>
  <PresentationFormat>On-screen Show (4:3)</PresentationFormat>
  <Paragraphs>104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Memphis Medium</vt:lpstr>
      <vt:lpstr>Trade Gothic</vt:lpstr>
      <vt:lpstr>Wingdings</vt:lpstr>
      <vt:lpstr>Partners Branding</vt:lpstr>
      <vt:lpstr>Subaward Contract Mechanisms and Reporting</vt:lpstr>
      <vt:lpstr>Risk Assessment</vt:lpstr>
      <vt:lpstr>Risk Assessment</vt:lpstr>
      <vt:lpstr>Visual Compliance </vt:lpstr>
      <vt:lpstr>Subaward Mechanisms </vt:lpstr>
      <vt:lpstr>Advance &amp; Reconciliation </vt:lpstr>
      <vt:lpstr>SGA Cost Reimbursable Pros and Cons</vt:lpstr>
      <vt:lpstr>Fixed Amount Award Pros and Cons</vt:lpstr>
      <vt:lpstr>In-Kind Grants Pros and Cons</vt:lpstr>
      <vt:lpstr>Obligations</vt:lpstr>
      <vt:lpstr>Reporting Requirements</vt:lpstr>
    </vt:vector>
  </TitlesOfParts>
  <Company>Partners of the Americas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Taylor Nelson</dc:creator>
  <cp:lastModifiedBy>Danielle Martin</cp:lastModifiedBy>
  <cp:revision>140</cp:revision>
  <dcterms:created xsi:type="dcterms:W3CDTF">2015-10-21T15:01:49Z</dcterms:created>
  <dcterms:modified xsi:type="dcterms:W3CDTF">2021-06-28T06:23:38Z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1374800</vt:r8>
  </property>
  <property fmtid="{D5CDD505-2E9C-101B-9397-08002B2CF9AE}" pid="4" name="MediaServiceImageTags">
    <vt:lpwstr/>
  </property>
</Properties>
</file>